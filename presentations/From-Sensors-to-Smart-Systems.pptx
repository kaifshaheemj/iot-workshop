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21"/>
  </p:notesMasterIdLst>
  <p:sldIdLst>
    <p:sldId id="256" r:id="rId2"/>
    <p:sldId id="457" r:id="rId3"/>
    <p:sldId id="659" r:id="rId4"/>
    <p:sldId id="862" r:id="rId5"/>
    <p:sldId id="1066" r:id="rId6"/>
    <p:sldId id="1271" r:id="rId7"/>
    <p:sldId id="1477" r:id="rId8"/>
    <p:sldId id="1892" r:id="rId9"/>
    <p:sldId id="2311" r:id="rId10"/>
    <p:sldId id="2522" r:id="rId11"/>
    <p:sldId id="2734" r:id="rId12"/>
    <p:sldId id="1684" r:id="rId13"/>
    <p:sldId id="2101" r:id="rId14"/>
    <p:sldId id="2947" r:id="rId15"/>
    <p:sldId id="3161" r:id="rId16"/>
    <p:sldId id="3376" r:id="rId17"/>
    <p:sldId id="3592" r:id="rId18"/>
    <p:sldId id="4228" r:id="rId19"/>
    <p:sldId id="422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3ECC62D7-DE3C-4775-992D-B371EEDE478C}"/>
    <pc:docChg chg="modSld">
      <pc:chgData name="" userId="" providerId="" clId="Web-{3ECC62D7-DE3C-4775-992D-B371EEDE478C}" dt="2026-09-10T15:09:58.472" v="7" actId="34807"/>
      <pc:docMkLst>
        <pc:docMk/>
      </pc:docMkLst>
      <pc:sldChg chg="addSp delSp modSp mod setBg modNotesTx">
        <pc:chgData name="" userId="" providerId="" clId="Web-{3ECC62D7-DE3C-4775-992D-B371EEDE478C}" dt="2026-09-10T15:09:58.472" v="7" actId="34807"/>
        <pc:sldMkLst>
          <pc:docMk/>
          <pc:sldMk cId="0" sldId="256"/>
        </pc:sldMkLst>
      </pc:sldChg>
      <pc:sldChg chg="addSp delSp modSp mod setBg modNotesTx">
        <pc:chgData name="" userId="" providerId="" clId="Web-{3ECC62D7-DE3C-4775-992D-B371EEDE478C}" dt="2026-09-10T15:09:58.472" v="7" actId="34807"/>
        <pc:sldMkLst>
          <pc:docMk/>
          <pc:sldMk cId="3541133800" sldId="457"/>
        </pc:sldMkLst>
      </pc:sldChg>
      <pc:sldChg chg="addSp delSp modSp mod setBg modNotesTx">
        <pc:chgData name="" userId="" providerId="" clId="Web-{3ECC62D7-DE3C-4775-992D-B371EEDE478C}" dt="2026-09-10T15:08:27.234" v="2" actId="34807"/>
        <pc:sldMkLst>
          <pc:docMk/>
          <pc:sldMk cId="1763520816" sldId="659"/>
        </pc:sldMkLst>
      </pc:sldChg>
      <pc:sldChg chg="addSp delSp modSp mod setBg modNotesTx">
        <pc:chgData name="" userId="" providerId="" clId="Web-{3ECC62D7-DE3C-4775-992D-B371EEDE478C}" dt="2026-09-10T15:09:58.472" v="7" actId="34807"/>
        <pc:sldMkLst>
          <pc:docMk/>
          <pc:sldMk cId="1623597511" sldId="862"/>
        </pc:sldMkLst>
      </pc:sldChg>
      <pc:sldChg chg="addSp delSp modSp mod setBg modNotesTx">
        <pc:chgData name="" userId="" providerId="" clId="Web-{3ECC62D7-DE3C-4775-992D-B371EEDE478C}" dt="2026-09-10T15:09:58.472" v="7" actId="34807"/>
        <pc:sldMkLst>
          <pc:docMk/>
          <pc:sldMk cId="4002290918" sldId="1066"/>
        </pc:sldMkLst>
      </pc:sldChg>
      <pc:sldChg chg="addSp delSp modSp mod setBg modNotesTx">
        <pc:chgData name="" userId="" providerId="" clId="Web-{3ECC62D7-DE3C-4775-992D-B371EEDE478C}" dt="2026-09-10T15:09:58.472" v="7" actId="34807"/>
        <pc:sldMkLst>
          <pc:docMk/>
          <pc:sldMk cId="2736095792" sldId="1271"/>
        </pc:sldMkLst>
      </pc:sldChg>
      <pc:sldChg chg="addSp delSp modSp mod setBg modNotesTx">
        <pc:chgData name="" userId="" providerId="" clId="Web-{3ECC62D7-DE3C-4775-992D-B371EEDE478C}" dt="2026-09-10T15:09:58.472" v="7" actId="34807"/>
        <pc:sldMkLst>
          <pc:docMk/>
          <pc:sldMk cId="3534592662" sldId="1477"/>
        </pc:sldMkLst>
      </pc:sldChg>
      <pc:sldChg chg="addSp delSp modSp mod setBg modNotesTx">
        <pc:chgData name="" userId="" providerId="" clId="Web-{3ECC62D7-DE3C-4775-992D-B371EEDE478C}" dt="2026-09-10T15:09:58.472" v="7" actId="34807"/>
        <pc:sldMkLst>
          <pc:docMk/>
          <pc:sldMk cId="2369253086" sldId="1684"/>
        </pc:sldMkLst>
      </pc:sldChg>
      <pc:sldChg chg="addSp delSp modSp mod setBg modNotesTx">
        <pc:chgData name="" userId="" providerId="" clId="Web-{3ECC62D7-DE3C-4775-992D-B371EEDE478C}" dt="2026-09-10T15:09:58.472" v="7" actId="34807"/>
        <pc:sldMkLst>
          <pc:docMk/>
          <pc:sldMk cId="3961531667" sldId="1892"/>
        </pc:sldMkLst>
      </pc:sldChg>
      <pc:sldChg chg="addSp delSp modSp mod setBg modNotesTx">
        <pc:chgData name="" userId="" providerId="" clId="Web-{3ECC62D7-DE3C-4775-992D-B371EEDE478C}" dt="2026-09-10T15:09:58.472" v="7" actId="34807"/>
        <pc:sldMkLst>
          <pc:docMk/>
          <pc:sldMk cId="3901143359" sldId="2101"/>
        </pc:sldMkLst>
      </pc:sldChg>
      <pc:sldChg chg="addSp delSp modSp mod setBg modNotesTx">
        <pc:chgData name="" userId="" providerId="" clId="Web-{3ECC62D7-DE3C-4775-992D-B371EEDE478C}" dt="2026-09-10T15:09:58.472" v="7" actId="34807"/>
        <pc:sldMkLst>
          <pc:docMk/>
          <pc:sldMk cId="1267224764" sldId="2311"/>
        </pc:sldMkLst>
      </pc:sldChg>
      <pc:sldChg chg="addSp delSp modSp mod setBg modNotesTx">
        <pc:chgData name="" userId="" providerId="" clId="Web-{3ECC62D7-DE3C-4775-992D-B371EEDE478C}" dt="2026-09-10T15:09:58.472" v="7" actId="34807"/>
        <pc:sldMkLst>
          <pc:docMk/>
          <pc:sldMk cId="1611565338" sldId="2522"/>
        </pc:sldMkLst>
      </pc:sldChg>
      <pc:sldChg chg="addSp delSp modSp mod setBg modNotesTx">
        <pc:chgData name="" userId="" providerId="" clId="Web-{3ECC62D7-DE3C-4775-992D-B371EEDE478C}" dt="2026-09-10T15:09:58.472" v="7" actId="34807"/>
        <pc:sldMkLst>
          <pc:docMk/>
          <pc:sldMk cId="2468427689" sldId="2734"/>
        </pc:sldMkLst>
      </pc:sldChg>
      <pc:sldChg chg="addSp delSp modSp mod setBg modNotesTx">
        <pc:chgData name="" userId="" providerId="" clId="Web-{3ECC62D7-DE3C-4775-992D-B371EEDE478C}" dt="2026-09-10T15:09:18.908" v="5" actId="34807"/>
        <pc:sldMkLst>
          <pc:docMk/>
          <pc:sldMk cId="2234436394" sldId="2947"/>
        </pc:sldMkLst>
      </pc:sldChg>
      <pc:sldChg chg="addSp delSp modSp mod setBg modNotesTx">
        <pc:chgData name="" userId="" providerId="" clId="Web-{3ECC62D7-DE3C-4775-992D-B371EEDE478C}" dt="2026-09-10T15:09:58.472" v="7" actId="34807"/>
        <pc:sldMkLst>
          <pc:docMk/>
          <pc:sldMk cId="317257020" sldId="3161"/>
        </pc:sldMkLst>
      </pc:sldChg>
      <pc:sldChg chg="addSp delSp modSp mod setBg modNotesTx">
        <pc:chgData name="" userId="" providerId="" clId="Web-{3ECC62D7-DE3C-4775-992D-B371EEDE478C}" dt="2026-09-10T15:09:58.472" v="7" actId="34807"/>
        <pc:sldMkLst>
          <pc:docMk/>
          <pc:sldMk cId="2839915543" sldId="3376"/>
        </pc:sldMkLst>
      </pc:sldChg>
      <pc:sldChg chg="addSp delSp modSp mod setBg modNotesTx">
        <pc:chgData name="" userId="" providerId="" clId="Web-{3ECC62D7-DE3C-4775-992D-B371EEDE478C}" dt="2026-09-10T15:09:58.472" v="7" actId="34807"/>
        <pc:sldMkLst>
          <pc:docMk/>
          <pc:sldMk cId="2770887063" sldId="3592"/>
        </pc:sldMkLst>
      </pc:sldChg>
      <pc:sldChg chg="addSp delSp modSp mod setBg modNotesTx">
        <pc:chgData name="" userId="" providerId="" clId="Web-{3ECC62D7-DE3C-4775-992D-B371EEDE478C}" dt="2026-09-10T15:09:29.689" v="6" actId="34807"/>
        <pc:sldMkLst>
          <pc:docMk/>
          <pc:sldMk cId="2161277717" sldId="4027"/>
        </pc:sldMkLst>
      </pc:sldChg>
    </pc:docChg>
  </pc:docChgLst>
  <pc:docChgLst>
    <pc:chgData name="Rajavel, Nithish" userId="ea122889-cc80-4fc3-baf3-6e484af4aa7f" providerId="ADAL" clId="{B1A76419-A36F-4B17-B7F1-54951A2F2BD6}"/>
    <pc:docChg chg="delSld modSld">
      <pc:chgData name="Rajavel, Nithish" userId="ea122889-cc80-4fc3-baf3-6e484af4aa7f" providerId="ADAL" clId="{B1A76419-A36F-4B17-B7F1-54951A2F2BD6}" dt="2026-09-12T00:13:11.705" v="19" actId="47"/>
      <pc:docMkLst>
        <pc:docMk/>
      </pc:docMkLst>
      <pc:sldChg chg="modNotesTx">
        <pc:chgData name="Rajavel, Nithish" userId="ea122889-cc80-4fc3-baf3-6e484af4aa7f" providerId="ADAL" clId="{B1A76419-A36F-4B17-B7F1-54951A2F2BD6}" dt="2026-09-12T00:12:06.697" v="0" actId="20577"/>
        <pc:sldMkLst>
          <pc:docMk/>
          <pc:sldMk cId="0" sldId="256"/>
        </pc:sldMkLst>
      </pc:sldChg>
      <pc:sldChg chg="modNotesTx">
        <pc:chgData name="Rajavel, Nithish" userId="ea122889-cc80-4fc3-baf3-6e484af4aa7f" providerId="ADAL" clId="{B1A76419-A36F-4B17-B7F1-54951A2F2BD6}" dt="2026-09-12T00:12:10.376" v="1" actId="20577"/>
        <pc:sldMkLst>
          <pc:docMk/>
          <pc:sldMk cId="3541133800" sldId="457"/>
        </pc:sldMkLst>
      </pc:sldChg>
      <pc:sldChg chg="modNotesTx">
        <pc:chgData name="Rajavel, Nithish" userId="ea122889-cc80-4fc3-baf3-6e484af4aa7f" providerId="ADAL" clId="{B1A76419-A36F-4B17-B7F1-54951A2F2BD6}" dt="2026-09-12T00:12:13.796" v="2" actId="20577"/>
        <pc:sldMkLst>
          <pc:docMk/>
          <pc:sldMk cId="1763520816" sldId="659"/>
        </pc:sldMkLst>
      </pc:sldChg>
      <pc:sldChg chg="modNotesTx">
        <pc:chgData name="Rajavel, Nithish" userId="ea122889-cc80-4fc3-baf3-6e484af4aa7f" providerId="ADAL" clId="{B1A76419-A36F-4B17-B7F1-54951A2F2BD6}" dt="2026-09-12T00:12:17.255" v="3" actId="20577"/>
        <pc:sldMkLst>
          <pc:docMk/>
          <pc:sldMk cId="1623597511" sldId="862"/>
        </pc:sldMkLst>
      </pc:sldChg>
      <pc:sldChg chg="modNotesTx">
        <pc:chgData name="Rajavel, Nithish" userId="ea122889-cc80-4fc3-baf3-6e484af4aa7f" providerId="ADAL" clId="{B1A76419-A36F-4B17-B7F1-54951A2F2BD6}" dt="2026-09-12T00:12:21.455" v="4" actId="20577"/>
        <pc:sldMkLst>
          <pc:docMk/>
          <pc:sldMk cId="4002290918" sldId="1066"/>
        </pc:sldMkLst>
      </pc:sldChg>
      <pc:sldChg chg="modNotesTx">
        <pc:chgData name="Rajavel, Nithish" userId="ea122889-cc80-4fc3-baf3-6e484af4aa7f" providerId="ADAL" clId="{B1A76419-A36F-4B17-B7F1-54951A2F2BD6}" dt="2026-09-12T00:12:24.225" v="5" actId="20577"/>
        <pc:sldMkLst>
          <pc:docMk/>
          <pc:sldMk cId="2736095792" sldId="1271"/>
        </pc:sldMkLst>
      </pc:sldChg>
      <pc:sldChg chg="modNotesTx">
        <pc:chgData name="Rajavel, Nithish" userId="ea122889-cc80-4fc3-baf3-6e484af4aa7f" providerId="ADAL" clId="{B1A76419-A36F-4B17-B7F1-54951A2F2BD6}" dt="2026-09-12T00:12:29.241" v="6" actId="20577"/>
        <pc:sldMkLst>
          <pc:docMk/>
          <pc:sldMk cId="3534592662" sldId="1477"/>
        </pc:sldMkLst>
      </pc:sldChg>
      <pc:sldChg chg="modNotesTx">
        <pc:chgData name="Rajavel, Nithish" userId="ea122889-cc80-4fc3-baf3-6e484af4aa7f" providerId="ADAL" clId="{B1A76419-A36F-4B17-B7F1-54951A2F2BD6}" dt="2026-09-12T00:12:45.449" v="11" actId="20577"/>
        <pc:sldMkLst>
          <pc:docMk/>
          <pc:sldMk cId="2369253086" sldId="1684"/>
        </pc:sldMkLst>
      </pc:sldChg>
      <pc:sldChg chg="modNotesTx">
        <pc:chgData name="Rajavel, Nithish" userId="ea122889-cc80-4fc3-baf3-6e484af4aa7f" providerId="ADAL" clId="{B1A76419-A36F-4B17-B7F1-54951A2F2BD6}" dt="2026-09-12T00:12:32.790" v="7" actId="20577"/>
        <pc:sldMkLst>
          <pc:docMk/>
          <pc:sldMk cId="3961531667" sldId="1892"/>
        </pc:sldMkLst>
      </pc:sldChg>
      <pc:sldChg chg="modNotesTx">
        <pc:chgData name="Rajavel, Nithish" userId="ea122889-cc80-4fc3-baf3-6e484af4aa7f" providerId="ADAL" clId="{B1A76419-A36F-4B17-B7F1-54951A2F2BD6}" dt="2026-09-12T00:12:48.127" v="12" actId="20577"/>
        <pc:sldMkLst>
          <pc:docMk/>
          <pc:sldMk cId="3901143359" sldId="2101"/>
        </pc:sldMkLst>
      </pc:sldChg>
      <pc:sldChg chg="modNotesTx">
        <pc:chgData name="Rajavel, Nithish" userId="ea122889-cc80-4fc3-baf3-6e484af4aa7f" providerId="ADAL" clId="{B1A76419-A36F-4B17-B7F1-54951A2F2BD6}" dt="2026-09-12T00:12:36" v="8" actId="20577"/>
        <pc:sldMkLst>
          <pc:docMk/>
          <pc:sldMk cId="1267224764" sldId="2311"/>
        </pc:sldMkLst>
      </pc:sldChg>
      <pc:sldChg chg="modNotesTx">
        <pc:chgData name="Rajavel, Nithish" userId="ea122889-cc80-4fc3-baf3-6e484af4aa7f" providerId="ADAL" clId="{B1A76419-A36F-4B17-B7F1-54951A2F2BD6}" dt="2026-09-12T00:12:38.724" v="9" actId="20577"/>
        <pc:sldMkLst>
          <pc:docMk/>
          <pc:sldMk cId="1611565338" sldId="2522"/>
        </pc:sldMkLst>
      </pc:sldChg>
      <pc:sldChg chg="modNotesTx">
        <pc:chgData name="Rajavel, Nithish" userId="ea122889-cc80-4fc3-baf3-6e484af4aa7f" providerId="ADAL" clId="{B1A76419-A36F-4B17-B7F1-54951A2F2BD6}" dt="2026-09-12T00:12:42.363" v="10" actId="20577"/>
        <pc:sldMkLst>
          <pc:docMk/>
          <pc:sldMk cId="2468427689" sldId="2734"/>
        </pc:sldMkLst>
      </pc:sldChg>
      <pc:sldChg chg="modNotesTx">
        <pc:chgData name="Rajavel, Nithish" userId="ea122889-cc80-4fc3-baf3-6e484af4aa7f" providerId="ADAL" clId="{B1A76419-A36F-4B17-B7F1-54951A2F2BD6}" dt="2026-09-12T00:12:51.747" v="13" actId="20577"/>
        <pc:sldMkLst>
          <pc:docMk/>
          <pc:sldMk cId="2234436394" sldId="2947"/>
        </pc:sldMkLst>
      </pc:sldChg>
      <pc:sldChg chg="modNotesTx">
        <pc:chgData name="Rajavel, Nithish" userId="ea122889-cc80-4fc3-baf3-6e484af4aa7f" providerId="ADAL" clId="{B1A76419-A36F-4B17-B7F1-54951A2F2BD6}" dt="2026-09-12T00:12:54.411" v="14" actId="20577"/>
        <pc:sldMkLst>
          <pc:docMk/>
          <pc:sldMk cId="317257020" sldId="3161"/>
        </pc:sldMkLst>
      </pc:sldChg>
      <pc:sldChg chg="modNotesTx">
        <pc:chgData name="Rajavel, Nithish" userId="ea122889-cc80-4fc3-baf3-6e484af4aa7f" providerId="ADAL" clId="{B1A76419-A36F-4B17-B7F1-54951A2F2BD6}" dt="2026-09-12T00:12:56.931" v="15" actId="20577"/>
        <pc:sldMkLst>
          <pc:docMk/>
          <pc:sldMk cId="2839915543" sldId="3376"/>
        </pc:sldMkLst>
      </pc:sldChg>
      <pc:sldChg chg="modNotesTx">
        <pc:chgData name="Rajavel, Nithish" userId="ea122889-cc80-4fc3-baf3-6e484af4aa7f" providerId="ADAL" clId="{B1A76419-A36F-4B17-B7F1-54951A2F2BD6}" dt="2026-09-12T00:12:59.527" v="16" actId="20577"/>
        <pc:sldMkLst>
          <pc:docMk/>
          <pc:sldMk cId="2770887063" sldId="3592"/>
        </pc:sldMkLst>
      </pc:sldChg>
      <pc:sldChg chg="del">
        <pc:chgData name="Rajavel, Nithish" userId="ea122889-cc80-4fc3-baf3-6e484af4aa7f" providerId="ADAL" clId="{B1A76419-A36F-4B17-B7F1-54951A2F2BD6}" dt="2026-09-12T00:13:11.705" v="19" actId="47"/>
        <pc:sldMkLst>
          <pc:docMk/>
          <pc:sldMk cId="2161277717" sldId="4027"/>
        </pc:sldMkLst>
      </pc:sldChg>
      <pc:sldChg chg="modNotesTx">
        <pc:chgData name="Rajavel, Nithish" userId="ea122889-cc80-4fc3-baf3-6e484af4aa7f" providerId="ADAL" clId="{B1A76419-A36F-4B17-B7F1-54951A2F2BD6}" dt="2026-09-12T00:13:03.030" v="17" actId="20577"/>
        <pc:sldMkLst>
          <pc:docMk/>
          <pc:sldMk cId="1891210611" sldId="4228"/>
        </pc:sldMkLst>
      </pc:sldChg>
      <pc:sldChg chg="modNotesTx">
        <pc:chgData name="Rajavel, Nithish" userId="ea122889-cc80-4fc3-baf3-6e484af4aa7f" providerId="ADAL" clId="{B1A76419-A36F-4B17-B7F1-54951A2F2BD6}" dt="2026-09-12T00:13:05.654" v="18" actId="20577"/>
        <pc:sldMkLst>
          <pc:docMk/>
          <pc:sldMk cId="1687389814" sldId="4229"/>
        </pc:sldMkLst>
      </pc:sldChg>
    </pc:docChg>
  </pc:docChgLst>
  <pc:docChgLst>
    <pc:chgData clId="Web-{CC93231F-1CF4-4167-A5B1-31B9B41FDB55}"/>
    <pc:docChg chg="mod modSld modMainMaster setSldSz">
      <pc:chgData name="" userId="" providerId="" clId="Web-{CC93231F-1CF4-4167-A5B1-31B9B41FDB55}" dt="2026-09-10T14:35:35.489" v="1" actId="34807"/>
      <pc:docMkLst>
        <pc:docMk/>
      </pc:docMkLst>
      <pc:sldChg chg="addSp modSp mod setBg">
        <pc:chgData name="" userId="" providerId="" clId="Web-{CC93231F-1CF4-4167-A5B1-31B9B41FDB55}" dt="2026-09-10T14:35:35.489" v="1" actId="34807"/>
        <pc:sldMkLst>
          <pc:docMk/>
          <pc:sldMk cId="0" sldId="256"/>
        </pc:sldMkLst>
      </pc:sldChg>
    </pc:docChg>
  </pc:docChgLst>
  <pc:docChgLst>
    <pc:chgData clId="Web-{6AFE46F4-5918-44AB-9FA2-5ECE5EB19E1F}"/>
    <pc:docChg chg="modSld">
      <pc:chgData name="" userId="" providerId="" clId="Web-{6AFE46F4-5918-44AB-9FA2-5ECE5EB19E1F}" dt="2026-09-10T15:18:48.361" v="2" actId="34807"/>
      <pc:docMkLst>
        <pc:docMk/>
      </pc:docMkLst>
      <pc:sldChg chg="addSp delSp modSp">
        <pc:chgData name="" userId="" providerId="" clId="Web-{6AFE46F4-5918-44AB-9FA2-5ECE5EB19E1F}" dt="2026-09-10T15:14:40.226" v="0" actId="34807"/>
        <pc:sldMkLst>
          <pc:docMk/>
          <pc:sldMk cId="0" sldId="256"/>
        </pc:sldMkLst>
      </pc:sldChg>
      <pc:sldChg chg="addSp delSp modSp">
        <pc:chgData name="" userId="" providerId="" clId="Web-{6AFE46F4-5918-44AB-9FA2-5ECE5EB19E1F}" dt="2026-09-10T15:18:34.767" v="1" actId="34807"/>
        <pc:sldMkLst>
          <pc:docMk/>
          <pc:sldMk cId="3541133800" sldId="457"/>
        </pc:sldMkLst>
      </pc:sldChg>
      <pc:sldChg chg="addSp delSp modSp">
        <pc:chgData name="" userId="" providerId="" clId="Web-{6AFE46F4-5918-44AB-9FA2-5ECE5EB19E1F}" dt="2026-09-10T15:18:34.767" v="1" actId="34807"/>
        <pc:sldMkLst>
          <pc:docMk/>
          <pc:sldMk cId="1763520816" sldId="659"/>
        </pc:sldMkLst>
      </pc:sldChg>
      <pc:sldChg chg="modSp">
        <pc:chgData name="" userId="" providerId="" clId="Web-{6AFE46F4-5918-44AB-9FA2-5ECE5EB19E1F}" dt="2026-09-10T15:18:48.361" v="2" actId="34807"/>
        <pc:sldMkLst>
          <pc:docMk/>
          <pc:sldMk cId="2736095792" sldId="1271"/>
        </pc:sldMkLst>
      </pc:sldChg>
      <pc:sldChg chg="addSp delSp modSp">
        <pc:chgData name="" userId="" providerId="" clId="Web-{6AFE46F4-5918-44AB-9FA2-5ECE5EB19E1F}" dt="2026-09-10T15:14:40.226" v="0" actId="34807"/>
        <pc:sldMkLst>
          <pc:docMk/>
          <pc:sldMk cId="2369253086" sldId="1684"/>
        </pc:sldMkLst>
      </pc:sldChg>
      <pc:sldChg chg="addSp delSp modSp">
        <pc:chgData name="" userId="" providerId="" clId="Web-{6AFE46F4-5918-44AB-9FA2-5ECE5EB19E1F}" dt="2026-09-10T15:14:40.226" v="0" actId="34807"/>
        <pc:sldMkLst>
          <pc:docMk/>
          <pc:sldMk cId="3961531667" sldId="1892"/>
        </pc:sldMkLst>
      </pc:sldChg>
      <pc:sldChg chg="addSp delSp modSp">
        <pc:chgData name="" userId="" providerId="" clId="Web-{6AFE46F4-5918-44AB-9FA2-5ECE5EB19E1F}" dt="2026-09-10T15:18:34.767" v="1" actId="34807"/>
        <pc:sldMkLst>
          <pc:docMk/>
          <pc:sldMk cId="2468427689" sldId="2734"/>
        </pc:sldMkLst>
      </pc:sldChg>
      <pc:sldChg chg="modSp">
        <pc:chgData name="" userId="" providerId="" clId="Web-{6AFE46F4-5918-44AB-9FA2-5ECE5EB19E1F}" dt="2026-09-10T15:14:40.226" v="0" actId="34807"/>
        <pc:sldMkLst>
          <pc:docMk/>
          <pc:sldMk cId="2234436394" sldId="2947"/>
        </pc:sldMkLst>
      </pc:sldChg>
      <pc:sldChg chg="addSp delSp modSp">
        <pc:chgData name="" userId="" providerId="" clId="Web-{6AFE46F4-5918-44AB-9FA2-5ECE5EB19E1F}" dt="2026-09-10T15:18:34.767" v="1" actId="34807"/>
        <pc:sldMkLst>
          <pc:docMk/>
          <pc:sldMk cId="317257020" sldId="3161"/>
        </pc:sldMkLst>
      </pc:sldChg>
      <pc:sldChg chg="addSp delSp modSp">
        <pc:chgData name="" userId="" providerId="" clId="Web-{6AFE46F4-5918-44AB-9FA2-5ECE5EB19E1F}" dt="2026-09-10T15:14:40.226" v="0" actId="34807"/>
        <pc:sldMkLst>
          <pc:docMk/>
          <pc:sldMk cId="2161277717" sldId="4027"/>
        </pc:sldMkLst>
      </pc:sldChg>
    </pc:docChg>
  </pc:docChgLst>
  <pc:docChgLst>
    <pc:chgData clId="Web-{DC232F59-37F0-42BE-89CD-4DF351B6F637}"/>
    <pc:docChg chg="addSld modSld sldOrd">
      <pc:chgData name="" userId="" providerId="" clId="Web-{DC232F59-37F0-42BE-89CD-4DF351B6F637}" dt="2026-09-10T17:14:43.175" v="6" actId="34807"/>
      <pc:docMkLst>
        <pc:docMk/>
      </pc:docMkLst>
      <pc:sldChg chg="ord modNotesTx">
        <pc:chgData name="" userId="" providerId="" clId="Web-{DC232F59-37F0-42BE-89CD-4DF351B6F637}" dt="2026-09-10T17:10:32.148" v="4" actId="34807"/>
        <pc:sldMkLst>
          <pc:docMk/>
          <pc:sldMk cId="0" sldId="256"/>
        </pc:sldMkLst>
      </pc:sldChg>
      <pc:sldChg chg="modSp ord modNotesTx">
        <pc:chgData name="" userId="" providerId="" clId="Web-{DC232F59-37F0-42BE-89CD-4DF351B6F637}" dt="2026-09-10T17:10:32.148" v="4" actId="34807"/>
        <pc:sldMkLst>
          <pc:docMk/>
          <pc:sldMk cId="3541133800" sldId="457"/>
        </pc:sldMkLst>
        <pc:spChg chg="mod">
          <ac:chgData name="" userId="" providerId="" clId="Web-{DC232F59-37F0-42BE-89CD-4DF351B6F637}" dt="2026-09-10T17:09:22.741" v="2" actId="34807"/>
          <ac:spMkLst>
            <pc:docMk/>
            <pc:sldMk cId="3541133800" sldId="457"/>
            <ac:spMk id="84993" creationId="{EF5D279A-8754-12F0-A5F2-234A5B6CB072}"/>
          </ac:spMkLst>
        </pc:spChg>
      </pc:sldChg>
      <pc:sldChg chg="modSp ord modNotesTx">
        <pc:chgData name="" userId="" providerId="" clId="Web-{DC232F59-37F0-42BE-89CD-4DF351B6F637}" dt="2026-09-10T17:10:32.148" v="4" actId="34807"/>
        <pc:sldMkLst>
          <pc:docMk/>
          <pc:sldMk cId="1763520816" sldId="659"/>
        </pc:sldMkLst>
        <pc:spChg chg="mod">
          <ac:chgData name="" userId="" providerId="" clId="Web-{DC232F59-37F0-42BE-89CD-4DF351B6F637}" dt="2026-09-10T17:09:22.741" v="2" actId="34807"/>
          <ac:spMkLst>
            <pc:docMk/>
            <pc:sldMk cId="1763520816" sldId="659"/>
            <ac:spMk id="87062" creationId="{E4374067-02B0-BC5A-0D85-00FC1B931D36}"/>
          </ac:spMkLst>
        </pc:spChg>
      </pc:sldChg>
      <pc:sldChg chg="modSp ord modNotesTx">
        <pc:chgData name="" userId="" providerId="" clId="Web-{DC232F59-37F0-42BE-89CD-4DF351B6F637}" dt="2026-09-10T17:10:32.148" v="4" actId="34807"/>
        <pc:sldMkLst>
          <pc:docMk/>
          <pc:sldMk cId="1623597511" sldId="862"/>
        </pc:sldMkLst>
        <pc:spChg chg="mod">
          <ac:chgData name="" userId="" providerId="" clId="Web-{DC232F59-37F0-42BE-89CD-4DF351B6F637}" dt="2026-09-10T17:09:22.741" v="2" actId="34807"/>
          <ac:spMkLst>
            <pc:docMk/>
            <pc:sldMk cId="1623597511" sldId="862"/>
            <ac:spMk id="89514" creationId="{B33585A1-1C2D-C914-4CC7-67069A52B63C}"/>
          </ac:spMkLst>
        </pc:spChg>
      </pc:sldChg>
      <pc:sldChg chg="addSp modSp ord modNotesTx">
        <pc:chgData name="" userId="" providerId="" clId="Web-{DC232F59-37F0-42BE-89CD-4DF351B6F637}" dt="2026-09-10T17:13:13.281" v="5" actId="34807"/>
        <pc:sldMkLst>
          <pc:docMk/>
          <pc:sldMk cId="4002290918" sldId="1066"/>
        </pc:sldMkLst>
        <pc:spChg chg="mod">
          <ac:chgData name="" userId="" providerId="" clId="Web-{DC232F59-37F0-42BE-89CD-4DF351B6F637}" dt="2026-09-10T17:09:22.741" v="2" actId="34807"/>
          <ac:spMkLst>
            <pc:docMk/>
            <pc:sldMk cId="4002290918" sldId="1066"/>
            <ac:spMk id="93706" creationId="{072CCB1B-408C-CD41-2D57-ADBCD385EC7D}"/>
          </ac:spMkLst>
        </pc:spChg>
        <pc:spChg chg="add mod">
          <ac:chgData name="" userId="" providerId="" clId="Web-{DC232F59-37F0-42BE-89CD-4DF351B6F637}" dt="2026-09-10T17:13:13.281" v="5" actId="34807"/>
          <ac:spMkLst>
            <pc:docMk/>
            <pc:sldMk cId="4002290918" sldId="1066"/>
            <ac:spMk id="127914" creationId="{18453F97-7BDF-6ECB-2E72-3A6B33C6BC36}"/>
          </ac:spMkLst>
        </pc:spChg>
      </pc:sldChg>
      <pc:sldChg chg="modSp ord modNotesTx">
        <pc:chgData name="" userId="" providerId="" clId="Web-{DC232F59-37F0-42BE-89CD-4DF351B6F637}" dt="2026-09-10T17:10:32.148" v="4" actId="34807"/>
        <pc:sldMkLst>
          <pc:docMk/>
          <pc:sldMk cId="2736095792" sldId="1271"/>
        </pc:sldMkLst>
        <pc:spChg chg="mod">
          <ac:chgData name="" userId="" providerId="" clId="Web-{DC232F59-37F0-42BE-89CD-4DF351B6F637}" dt="2026-09-10T17:09:22.741" v="2" actId="34807"/>
          <ac:spMkLst>
            <pc:docMk/>
            <pc:sldMk cId="2736095792" sldId="1271"/>
            <ac:spMk id="96003" creationId="{AE349E8E-B537-2468-6367-228782F06BB5}"/>
          </ac:spMkLst>
        </pc:spChg>
      </pc:sldChg>
      <pc:sldChg chg="modSp ord modNotesTx">
        <pc:chgData name="" userId="" providerId="" clId="Web-{DC232F59-37F0-42BE-89CD-4DF351B6F637}" dt="2026-09-10T17:10:32.148" v="4" actId="34807"/>
        <pc:sldMkLst>
          <pc:docMk/>
          <pc:sldMk cId="3534592662" sldId="1477"/>
        </pc:sldMkLst>
        <pc:spChg chg="mod">
          <ac:chgData name="" userId="" providerId="" clId="Web-{DC232F59-37F0-42BE-89CD-4DF351B6F637}" dt="2026-09-10T17:09:22.741" v="2" actId="34807"/>
          <ac:spMkLst>
            <pc:docMk/>
            <pc:sldMk cId="3534592662" sldId="1477"/>
            <ac:spMk id="97280" creationId="{DA13976B-7A76-548E-269B-94DF5169E5C5}"/>
          </ac:spMkLst>
        </pc:spChg>
      </pc:sldChg>
      <pc:sldChg chg="addSp delSp modSp ord modNotesTx">
        <pc:chgData name="" userId="" providerId="" clId="Web-{DC232F59-37F0-42BE-89CD-4DF351B6F637}" dt="2026-09-10T17:13:13.281" v="5" actId="34807"/>
        <pc:sldMkLst>
          <pc:docMk/>
          <pc:sldMk cId="2369253086" sldId="1684"/>
        </pc:sldMkLst>
        <pc:spChg chg="add mod">
          <ac:chgData name="" userId="" providerId="" clId="Web-{DC232F59-37F0-42BE-89CD-4DF351B6F637}" dt="2026-09-10T17:10:20.834" v="3" actId="34807"/>
          <ac:spMkLst>
            <pc:docMk/>
            <pc:sldMk cId="2369253086" sldId="1684"/>
            <ac:spMk id="125294" creationId="{3E1A5D93-7DD0-8119-C8A5-6DBC8E9D915A}"/>
          </ac:spMkLst>
        </pc:spChg>
        <pc:spChg chg="add mod">
          <ac:chgData name="" userId="" providerId="" clId="Web-{DC232F59-37F0-42BE-89CD-4DF351B6F637}" dt="2026-09-10T17:09:22.741" v="2" actId="34807"/>
          <ac:spMkLst>
            <pc:docMk/>
            <pc:sldMk cId="2369253086" sldId="1684"/>
            <ac:spMk id="125340" creationId="{A81F78F3-C480-1D32-EEBE-FF3855547C00}"/>
          </ac:spMkLst>
        </pc:spChg>
        <pc:spChg chg="add mod">
          <ac:chgData name="" userId="" providerId="" clId="Web-{DC232F59-37F0-42BE-89CD-4DF351B6F637}" dt="2026-09-10T17:10:20.834" v="3" actId="34807"/>
          <ac:spMkLst>
            <pc:docMk/>
            <pc:sldMk cId="2369253086" sldId="1684"/>
            <ac:spMk id="125387" creationId="{C0653C0C-05BE-85AF-5FB3-7EA9FD014058}"/>
          </ac:spMkLst>
        </pc:spChg>
        <pc:spChg chg="mod">
          <ac:chgData name="" userId="" providerId="" clId="Web-{DC232F59-37F0-42BE-89CD-4DF351B6F637}" dt="2026-09-10T17:10:20.834" v="3" actId="34807"/>
          <ac:spMkLst>
            <pc:docMk/>
            <pc:sldMk cId="2369253086" sldId="1684"/>
            <ac:spMk id="125435" creationId="{461F6CF6-B8C0-1AFB-EFA3-7E86BD1B352D}"/>
          </ac:spMkLst>
        </pc:spChg>
        <pc:spChg chg="mod">
          <ac:chgData name="" userId="" providerId="" clId="Web-{DC232F59-37F0-42BE-89CD-4DF351B6F637}" dt="2026-09-10T17:10:20.834" v="3" actId="34807"/>
          <ac:spMkLst>
            <pc:docMk/>
            <pc:sldMk cId="2369253086" sldId="1684"/>
            <ac:spMk id="125484" creationId="{DBF3A915-750B-E578-E386-B68D93FB1E93}"/>
          </ac:spMkLst>
        </pc:spChg>
        <pc:spChg chg="mod">
          <ac:chgData name="" userId="" providerId="" clId="Web-{DC232F59-37F0-42BE-89CD-4DF351B6F637}" dt="2026-09-10T17:10:20.834" v="3" actId="34807"/>
          <ac:spMkLst>
            <pc:docMk/>
            <pc:sldMk cId="2369253086" sldId="1684"/>
            <ac:spMk id="125534" creationId="{E9742022-AA5F-39AB-002F-D3CB91469FBF}"/>
          </ac:spMkLst>
        </pc:spChg>
        <pc:spChg chg="add mod">
          <ac:chgData name="" userId="" providerId="" clId="Web-{DC232F59-37F0-42BE-89CD-4DF351B6F637}" dt="2026-09-10T17:09:22.741" v="2" actId="34807"/>
          <ac:spMkLst>
            <pc:docMk/>
            <pc:sldMk cId="2369253086" sldId="1684"/>
            <ac:spMk id="125637" creationId="{8D5CCF14-1A9B-93B0-C566-E0F06795E86C}"/>
          </ac:spMkLst>
        </pc:spChg>
      </pc:sldChg>
      <pc:sldChg chg="modSp ord modNotesTx">
        <pc:chgData name="" userId="" providerId="" clId="Web-{DC232F59-37F0-42BE-89CD-4DF351B6F637}" dt="2026-09-10T17:10:32.148" v="4" actId="34807"/>
        <pc:sldMkLst>
          <pc:docMk/>
          <pc:sldMk cId="3961531667" sldId="1892"/>
        </pc:sldMkLst>
        <pc:spChg chg="mod">
          <ac:chgData name="" userId="" providerId="" clId="Web-{DC232F59-37F0-42BE-89CD-4DF351B6F637}" dt="2026-09-10T17:09:22.741" v="2" actId="34807"/>
          <ac:spMkLst>
            <pc:docMk/>
            <pc:sldMk cId="3961531667" sldId="1892"/>
            <ac:spMk id="102852" creationId="{6E98C323-CFAF-093F-1B64-68933F81F264}"/>
          </ac:spMkLst>
        </pc:spChg>
      </pc:sldChg>
      <pc:sldChg chg="addSp modSp ord modNotesTx">
        <pc:chgData name="" userId="" providerId="" clId="Web-{DC232F59-37F0-42BE-89CD-4DF351B6F637}" dt="2026-09-10T17:13:13.281" v="5" actId="34807"/>
        <pc:sldMkLst>
          <pc:docMk/>
          <pc:sldMk cId="3901143359" sldId="2101"/>
        </pc:sldMkLst>
        <pc:spChg chg="mod">
          <ac:chgData name="" userId="" providerId="" clId="Web-{DC232F59-37F0-42BE-89CD-4DF351B6F637}" dt="2026-09-10T17:09:22.741" v="2" actId="34807"/>
          <ac:spMkLst>
            <pc:docMk/>
            <pc:sldMk cId="3901143359" sldId="2101"/>
            <ac:spMk id="107054" creationId="{506D8A27-8AB1-EDC6-16EF-D62BCC919B4C}"/>
          </ac:spMkLst>
        </pc:spChg>
        <pc:spChg chg="mod">
          <ac:chgData name="" userId="" providerId="" clId="Web-{DC232F59-37F0-42BE-89CD-4DF351B6F637}" dt="2026-09-10T17:13:13.281" v="5" actId="34807"/>
          <ac:spMkLst>
            <pc:docMk/>
            <pc:sldMk cId="3901143359" sldId="2101"/>
            <ac:spMk id="107835" creationId="{948D048C-0CD3-5C10-8985-261070EEDE4F}"/>
          </ac:spMkLst>
        </pc:spChg>
        <pc:spChg chg="add mod">
          <ac:chgData name="" userId="" providerId="" clId="Web-{DC232F59-37F0-42BE-89CD-4DF351B6F637}" dt="2026-09-10T17:13:13.281" v="5" actId="34807"/>
          <ac:spMkLst>
            <pc:docMk/>
            <pc:sldMk cId="3901143359" sldId="2101"/>
            <ac:spMk id="128001" creationId="{44E0D62D-CD7E-1B12-0C62-97E8C8D9883B}"/>
          </ac:spMkLst>
        </pc:spChg>
      </pc:sldChg>
      <pc:sldChg chg="modSp ord modNotesTx">
        <pc:chgData name="" userId="" providerId="" clId="Web-{DC232F59-37F0-42BE-89CD-4DF351B6F637}" dt="2026-09-10T17:10:32.148" v="4" actId="34807"/>
        <pc:sldMkLst>
          <pc:docMk/>
          <pc:sldMk cId="1267224764" sldId="2311"/>
        </pc:sldMkLst>
        <pc:spChg chg="mod">
          <ac:chgData name="" userId="" providerId="" clId="Web-{DC232F59-37F0-42BE-89CD-4DF351B6F637}" dt="2026-09-10T17:09:22.741" v="2" actId="34807"/>
          <ac:spMkLst>
            <pc:docMk/>
            <pc:sldMk cId="1267224764" sldId="2311"/>
            <ac:spMk id="108731" creationId="{538B9994-6EB4-FE65-DAAF-D12F80195F62}"/>
          </ac:spMkLst>
        </pc:spChg>
      </pc:sldChg>
      <pc:sldChg chg="addSp delSp modSp ord modNotesTx">
        <pc:chgData name="" userId="" providerId="" clId="Web-{DC232F59-37F0-42BE-89CD-4DF351B6F637}" dt="2026-09-10T17:14:43.175" v="6" actId="34807"/>
        <pc:sldMkLst>
          <pc:docMk/>
          <pc:sldMk cId="1611565338" sldId="2522"/>
        </pc:sldMkLst>
      </pc:sldChg>
      <pc:sldChg chg="modSp ord modNotesTx">
        <pc:chgData name="" userId="" providerId="" clId="Web-{DC232F59-37F0-42BE-89CD-4DF351B6F637}" dt="2026-09-10T17:10:32.148" v="4" actId="34807"/>
        <pc:sldMkLst>
          <pc:docMk/>
          <pc:sldMk cId="2468427689" sldId="2734"/>
        </pc:sldMkLst>
        <pc:spChg chg="mod">
          <ac:chgData name="" userId="" providerId="" clId="Web-{DC232F59-37F0-42BE-89CD-4DF351B6F637}" dt="2026-09-10T17:09:22.741" v="2" actId="34807"/>
          <ac:spMkLst>
            <pc:docMk/>
            <pc:sldMk cId="2468427689" sldId="2734"/>
            <ac:spMk id="113679" creationId="{E8BF32AD-DB88-2061-0AFB-07C4DDB04CFE}"/>
          </ac:spMkLst>
        </pc:spChg>
      </pc:sldChg>
      <pc:sldChg chg="modSp ord modNotesTx">
        <pc:chgData name="" userId="" providerId="" clId="Web-{DC232F59-37F0-42BE-89CD-4DF351B6F637}" dt="2026-09-10T17:10:32.148" v="4" actId="34807"/>
        <pc:sldMkLst>
          <pc:docMk/>
          <pc:sldMk cId="2234436394" sldId="2947"/>
        </pc:sldMkLst>
        <pc:spChg chg="mod">
          <ac:chgData name="" userId="" providerId="" clId="Web-{DC232F59-37F0-42BE-89CD-4DF351B6F637}" dt="2026-09-10T17:09:22.741" v="2" actId="34807"/>
          <ac:spMkLst>
            <pc:docMk/>
            <pc:sldMk cId="2234436394" sldId="2947"/>
            <ac:spMk id="115943" creationId="{D5BA0E05-231F-89EC-B56A-3AC5FD051A43}"/>
          </ac:spMkLst>
        </pc:spChg>
      </pc:sldChg>
      <pc:sldChg chg="modSp ord modNotesTx">
        <pc:chgData name="" userId="" providerId="" clId="Web-{DC232F59-37F0-42BE-89CD-4DF351B6F637}" dt="2026-09-10T17:10:32.148" v="4" actId="34807"/>
        <pc:sldMkLst>
          <pc:docMk/>
          <pc:sldMk cId="317257020" sldId="3161"/>
        </pc:sldMkLst>
        <pc:spChg chg="mod">
          <ac:chgData name="" userId="" providerId="" clId="Web-{DC232F59-37F0-42BE-89CD-4DF351B6F637}" dt="2026-09-10T17:09:22.741" v="2" actId="34807"/>
          <ac:spMkLst>
            <pc:docMk/>
            <pc:sldMk cId="317257020" sldId="3161"/>
            <ac:spMk id="118394" creationId="{5D04F32F-9629-7AC3-4164-34D3839CBB8B}"/>
          </ac:spMkLst>
        </pc:spChg>
      </pc:sldChg>
      <pc:sldChg chg="addSp modSp ord modNotesTx">
        <pc:chgData name="" userId="" providerId="" clId="Web-{DC232F59-37F0-42BE-89CD-4DF351B6F637}" dt="2026-09-10T17:13:13.281" v="5" actId="34807"/>
        <pc:sldMkLst>
          <pc:docMk/>
          <pc:sldMk cId="2839915543" sldId="3376"/>
        </pc:sldMkLst>
        <pc:spChg chg="mod">
          <ac:chgData name="" userId="" providerId="" clId="Web-{DC232F59-37F0-42BE-89CD-4DF351B6F637}" dt="2026-09-10T17:09:22.741" v="2" actId="34807"/>
          <ac:spMkLst>
            <pc:docMk/>
            <pc:sldMk cId="2839915543" sldId="3376"/>
            <ac:spMk id="120276" creationId="{553957ED-F52E-D848-96C4-6C69CAB1CF9D}"/>
          </ac:spMkLst>
        </pc:spChg>
        <pc:spChg chg="add mod">
          <ac:chgData name="" userId="" providerId="" clId="Web-{DC232F59-37F0-42BE-89CD-4DF351B6F637}" dt="2026-09-10T17:13:13.281" v="5" actId="34807"/>
          <ac:spMkLst>
            <pc:docMk/>
            <pc:sldMk cId="2839915543" sldId="3376"/>
            <ac:spMk id="128089" creationId="{93B14EF8-35E9-7911-3A62-69470D6F78DE}"/>
          </ac:spMkLst>
        </pc:spChg>
        <pc:spChg chg="add mod">
          <ac:chgData name="" userId="" providerId="" clId="Web-{DC232F59-37F0-42BE-89CD-4DF351B6F637}" dt="2026-09-10T17:13:13.281" v="5" actId="34807"/>
          <ac:spMkLst>
            <pc:docMk/>
            <pc:sldMk cId="2839915543" sldId="3376"/>
            <ac:spMk id="128178" creationId="{6E411E41-7430-74AF-4DFD-AB4C9885A0C1}"/>
          </ac:spMkLst>
        </pc:spChg>
      </pc:sldChg>
      <pc:sldChg chg="modSp ord modNotesTx">
        <pc:chgData name="" userId="" providerId="" clId="Web-{DC232F59-37F0-42BE-89CD-4DF351B6F637}" dt="2026-09-10T17:10:32.148" v="4" actId="34807"/>
        <pc:sldMkLst>
          <pc:docMk/>
          <pc:sldMk cId="2770887063" sldId="3592"/>
        </pc:sldMkLst>
        <pc:spChg chg="mod">
          <ac:chgData name="" userId="" providerId="" clId="Web-{DC232F59-37F0-42BE-89CD-4DF351B6F637}" dt="2026-09-10T17:09:22.741" v="2" actId="34807"/>
          <ac:spMkLst>
            <pc:docMk/>
            <pc:sldMk cId="2770887063" sldId="3592"/>
            <ac:spMk id="123481" creationId="{5C48725F-8308-5636-34C3-3533AE68B36F}"/>
          </ac:spMkLst>
        </pc:spChg>
      </pc:sldChg>
      <pc:sldChg chg="addSp delSp modSp ord modNotesTx">
        <pc:chgData name="" userId="" providerId="" clId="Web-{DC232F59-37F0-42BE-89CD-4DF351B6F637}" dt="2026-09-10T17:10:32.148" v="4" actId="34807"/>
        <pc:sldMkLst>
          <pc:docMk/>
          <pc:sldMk cId="2161277717" sldId="4027"/>
        </pc:sldMkLst>
        <pc:graphicFrameChg chg="add mod">
          <ac:chgData name="" userId="" providerId="" clId="Web-{DC232F59-37F0-42BE-89CD-4DF351B6F637}" dt="2026-09-10T17:09:22.741" v="2" actId="34807"/>
          <ac:graphicFrameMkLst>
            <pc:docMk/>
            <pc:sldMk cId="2161277717" sldId="4027"/>
            <ac:graphicFrameMk id="4" creationId="{807CFFCC-9532-464B-8678-B98FED36D075}"/>
          </ac:graphicFrameMkLst>
        </pc:graphicFrameChg>
      </pc:sldChg>
      <pc:sldChg chg="addSp delSp modSp add mod ord setBg modNotesTx">
        <pc:chgData name="" userId="" providerId="" clId="Web-{DC232F59-37F0-42BE-89CD-4DF351B6F637}" dt="2026-09-10T17:13:13.281" v="5" actId="34807"/>
        <pc:sldMkLst>
          <pc:docMk/>
          <pc:sldMk cId="1891210611" sldId="4228"/>
        </pc:sldMkLst>
        <pc:spChg chg="mod">
          <ac:chgData name="" userId="" providerId="" clId="Web-{DC232F59-37F0-42BE-89CD-4DF351B6F637}" dt="2026-09-10T17:13:13.281" v="5" actId="34807"/>
          <ac:spMkLst>
            <pc:docMk/>
            <pc:sldMk cId="1891210611" sldId="4228"/>
            <ac:spMk id="124979" creationId="{4BA73FB7-BA03-F92E-2F16-9ACA78454348}"/>
          </ac:spMkLst>
        </pc:spChg>
        <pc:spChg chg="mod">
          <ac:chgData name="" userId="" providerId="" clId="Web-{DC232F59-37F0-42BE-89CD-4DF351B6F637}" dt="2026-09-10T17:10:20.834" v="3" actId="34807"/>
          <ac:spMkLst>
            <pc:docMk/>
            <pc:sldMk cId="1891210611" sldId="4228"/>
            <ac:spMk id="124983" creationId="{0F0AC648-A6E9-50B7-4669-ABDF2F08BA87}"/>
          </ac:spMkLst>
        </pc:spChg>
        <pc:spChg chg="add mod">
          <ac:chgData name="" userId="" providerId="" clId="Web-{DC232F59-37F0-42BE-89CD-4DF351B6F637}" dt="2026-09-10T17:09:07.084" v="1" actId="34807"/>
          <ac:spMkLst>
            <pc:docMk/>
            <pc:sldMk cId="1891210611" sldId="4228"/>
            <ac:spMk id="124994" creationId="{458F5A2D-CC71-DD40-32AA-0EA6A824D11F}"/>
          </ac:spMkLst>
        </pc:spChg>
        <pc:spChg chg="mod">
          <ac:chgData name="" userId="" providerId="" clId="Web-{DC232F59-37F0-42BE-89CD-4DF351B6F637}" dt="2026-09-10T17:10:20.834" v="3" actId="34807"/>
          <ac:spMkLst>
            <pc:docMk/>
            <pc:sldMk cId="1891210611" sldId="4228"/>
            <ac:spMk id="125001" creationId="{332BE3ED-7084-1785-78C6-5B5835508D24}"/>
          </ac:spMkLst>
        </pc:spChg>
        <pc:spChg chg="add mod">
          <ac:chgData name="" userId="" providerId="" clId="Web-{DC232F59-37F0-42BE-89CD-4DF351B6F637}" dt="2026-09-10T17:09:07.084" v="1" actId="34807"/>
          <ac:spMkLst>
            <pc:docMk/>
            <pc:sldMk cId="1891210611" sldId="4228"/>
            <ac:spMk id="125009" creationId="{540A0DF3-A685-2AF1-23E9-E9F1BED72894}"/>
          </ac:spMkLst>
        </pc:spChg>
        <pc:spChg chg="mod">
          <ac:chgData name="" userId="" providerId="" clId="Web-{DC232F59-37F0-42BE-89CD-4DF351B6F637}" dt="2026-09-10T17:10:20.834" v="3" actId="34807"/>
          <ac:spMkLst>
            <pc:docMk/>
            <pc:sldMk cId="1891210611" sldId="4228"/>
            <ac:spMk id="125028" creationId="{1A4F3CBD-018A-9536-37FB-4874727E7665}"/>
          </ac:spMkLst>
        </pc:spChg>
        <pc:spChg chg="add mod">
          <ac:chgData name="" userId="" providerId="" clId="Web-{DC232F59-37F0-42BE-89CD-4DF351B6F637}" dt="2026-09-10T17:09:07.084" v="1" actId="34807"/>
          <ac:spMkLst>
            <pc:docMk/>
            <pc:sldMk cId="1891210611" sldId="4228"/>
            <ac:spMk id="125039" creationId="{E796B1E1-D138-7755-D306-C7693C778947}"/>
          </ac:spMkLst>
        </pc:spChg>
        <pc:spChg chg="add mod">
          <ac:chgData name="" userId="" providerId="" clId="Web-{DC232F59-37F0-42BE-89CD-4DF351B6F637}" dt="2026-09-10T17:09:07.084" v="1" actId="34807"/>
          <ac:spMkLst>
            <pc:docMk/>
            <pc:sldMk cId="1891210611" sldId="4228"/>
            <ac:spMk id="125051" creationId="{681E550C-3403-F344-BCB7-F7A29D555E73}"/>
          </ac:spMkLst>
        </pc:spChg>
        <pc:spChg chg="add mod">
          <ac:chgData name="" userId="" providerId="" clId="Web-{DC232F59-37F0-42BE-89CD-4DF351B6F637}" dt="2026-09-10T17:09:07.084" v="1" actId="34807"/>
          <ac:spMkLst>
            <pc:docMk/>
            <pc:sldMk cId="1891210611" sldId="4228"/>
            <ac:spMk id="125126" creationId="{890397F5-A206-6754-2DAC-A2C621C1B246}"/>
          </ac:spMkLst>
        </pc:spChg>
        <pc:spChg chg="add mod">
          <ac:chgData name="" userId="" providerId="" clId="Web-{DC232F59-37F0-42BE-89CD-4DF351B6F637}" dt="2026-09-10T17:09:07.084" v="1" actId="34807"/>
          <ac:spMkLst>
            <pc:docMk/>
            <pc:sldMk cId="1891210611" sldId="4228"/>
            <ac:spMk id="125144" creationId="{2A78FB63-6BB1-9E4F-3FFA-63DD459A4364}"/>
          </ac:spMkLst>
        </pc:spChg>
        <pc:spChg chg="add mod">
          <ac:chgData name="" userId="" providerId="" clId="Web-{DC232F59-37F0-42BE-89CD-4DF351B6F637}" dt="2026-09-10T17:09:07.084" v="1" actId="34807"/>
          <ac:spMkLst>
            <pc:docMk/>
            <pc:sldMk cId="1891210611" sldId="4228"/>
            <ac:spMk id="125163" creationId="{41624AE2-B739-EA12-5FD2-29F89F9F886C}"/>
          </ac:spMkLst>
        </pc:spChg>
        <pc:spChg chg="add mod">
          <ac:chgData name="" userId="" providerId="" clId="Web-{DC232F59-37F0-42BE-89CD-4DF351B6F637}" dt="2026-09-10T17:09:07.084" v="1" actId="34807"/>
          <ac:spMkLst>
            <pc:docMk/>
            <pc:sldMk cId="1891210611" sldId="4228"/>
            <ac:spMk id="125226" creationId="{D694648F-A86B-BDBD-C85E-2D3602DE747D}"/>
          </ac:spMkLst>
        </pc:spChg>
        <pc:spChg chg="add mod">
          <ac:chgData name="" userId="" providerId="" clId="Web-{DC232F59-37F0-42BE-89CD-4DF351B6F637}" dt="2026-09-10T17:13:13.281" v="5" actId="34807"/>
          <ac:spMkLst>
            <pc:docMk/>
            <pc:sldMk cId="1891210611" sldId="4228"/>
            <ac:spMk id="128272" creationId="{45EB05DD-3564-5D13-3B33-734F0041A6BB}"/>
          </ac:spMkLst>
        </pc:spChg>
      </pc:sldChg>
    </pc:docChg>
  </pc:docChgLst>
  <pc:docChgLst>
    <pc:chgData clId="Web-{42A897C0-9228-4EA1-A60D-489C309FD87E}"/>
    <pc:docChg chg="modSld">
      <pc:chgData name="" userId="" providerId="" clId="Web-{42A897C0-9228-4EA1-A60D-489C309FD87E}" dt="2026-09-10T15:59:50.457" v="29" actId="34807"/>
      <pc:docMkLst>
        <pc:docMk/>
      </pc:docMkLst>
      <pc:sldChg chg="addSp delSp modSp mod setBg modNotesTx">
        <pc:chgData name="" userId="" providerId="" clId="Web-{42A897C0-9228-4EA1-A60D-489C309FD87E}" dt="2026-09-10T15:49:57.997" v="17" actId="34807"/>
        <pc:sldMkLst>
          <pc:docMk/>
          <pc:sldMk cId="0" sldId="256"/>
        </pc:sldMkLst>
        <pc:spChg chg="add mod">
          <ac:chgData name="" userId="" providerId="" clId="Web-{42A897C0-9228-4EA1-A60D-489C309FD87E}" dt="2026-09-10T15:47:18.382" v="6" actId="34807"/>
          <ac:spMkLst>
            <pc:docMk/>
            <pc:sldMk cId="0" sldId="256"/>
            <ac:spMk id="44079" creationId="{BFE52C15-77F7-2680-4A44-8432A02A172C}"/>
          </ac:spMkLst>
        </pc:spChg>
        <pc:spChg chg="add mod">
          <ac:chgData name="" userId="" providerId="" clId="Web-{42A897C0-9228-4EA1-A60D-489C309FD87E}" dt="2026-09-10T15:47:18.382" v="6" actId="34807"/>
          <ac:spMkLst>
            <pc:docMk/>
            <pc:sldMk cId="0" sldId="256"/>
            <ac:spMk id="44232" creationId="{D4255E98-0625-A36B-CF2B-4AA6B71C2900}"/>
          </ac:spMkLst>
        </pc:spChg>
        <pc:picChg chg="add">
          <ac:chgData name="" userId="" providerId="" clId="Web-{42A897C0-9228-4EA1-A60D-489C309FD87E}" dt="2026-09-10T15:42:16.980" v="1" actId="34807"/>
          <ac:picMkLst>
            <pc:docMk/>
            <pc:sldMk cId="0" sldId="256"/>
            <ac:picMk id="43824" creationId="{ADF36EB3-6661-749A-289F-480DE4BE3727}"/>
          </ac:picMkLst>
        </pc:picChg>
      </pc:sldChg>
      <pc:sldChg chg="addSp delSp modSp mod setBg modNotesTx">
        <pc:chgData name="" userId="" providerId="" clId="Web-{42A897C0-9228-4EA1-A60D-489C309FD87E}" dt="2026-09-10T15:57:52.499" v="28" actId="34807"/>
        <pc:sldMkLst>
          <pc:docMk/>
          <pc:sldMk cId="3541133800" sldId="457"/>
        </pc:sldMkLst>
        <pc:spChg chg="mod">
          <ac:chgData name="" userId="" providerId="" clId="Web-{42A897C0-9228-4EA1-A60D-489C309FD87E}" dt="2026-09-10T15:57:52.499" v="28" actId="34807"/>
          <ac:spMkLst>
            <pc:docMk/>
            <pc:sldMk cId="3541133800" sldId="457"/>
            <ac:spMk id="84348" creationId="{A295F632-D4CB-0513-288F-FEC7629BCF88}"/>
          </ac:spMkLst>
        </pc:spChg>
        <pc:spChg chg="add mod">
          <ac:chgData name="" userId="" providerId="" clId="Web-{42A897C0-9228-4EA1-A60D-489C309FD87E}" dt="2026-09-10T15:55:36.072" v="18" actId="34807"/>
          <ac:spMkLst>
            <pc:docMk/>
            <pc:sldMk cId="3541133800" sldId="457"/>
            <ac:spMk id="84384" creationId="{ED2A3A90-4335-9EF0-45B1-E0838111DCFC}"/>
          </ac:spMkLst>
        </pc:spChg>
        <pc:spChg chg="mod">
          <ac:chgData name="" userId="" providerId="" clId="Web-{42A897C0-9228-4EA1-A60D-489C309FD87E}" dt="2026-09-10T15:57:52.499" v="28" actId="34807"/>
          <ac:spMkLst>
            <pc:docMk/>
            <pc:sldMk cId="3541133800" sldId="457"/>
            <ac:spMk id="84421" creationId="{97417604-7322-F942-E33F-24410EC3B484}"/>
          </ac:spMkLst>
        </pc:spChg>
        <pc:spChg chg="add mod">
          <ac:chgData name="" userId="" providerId="" clId="Web-{42A897C0-9228-4EA1-A60D-489C309FD87E}" dt="2026-09-10T15:55:36.072" v="18" actId="34807"/>
          <ac:spMkLst>
            <pc:docMk/>
            <pc:sldMk cId="3541133800" sldId="457"/>
            <ac:spMk id="84459" creationId="{8E4745B3-0BD6-36DD-AE69-83F68F79CB5F}"/>
          </ac:spMkLst>
        </pc:spChg>
        <pc:spChg chg="add mod">
          <ac:chgData name="" userId="" providerId="" clId="Web-{42A897C0-9228-4EA1-A60D-489C309FD87E}" dt="2026-09-10T15:57:52.499" v="28" actId="34807"/>
          <ac:spMkLst>
            <pc:docMk/>
            <pc:sldMk cId="3541133800" sldId="457"/>
            <ac:spMk id="84498" creationId="{36089BFA-68C9-64E7-C4DE-D8034CA24F3F}"/>
          </ac:spMkLst>
        </pc:spChg>
        <pc:spChg chg="mod">
          <ac:chgData name="" userId="" providerId="" clId="Web-{42A897C0-9228-4EA1-A60D-489C309FD87E}" dt="2026-09-10T15:57:52.499" v="28" actId="34807"/>
          <ac:spMkLst>
            <pc:docMk/>
            <pc:sldMk cId="3541133800" sldId="457"/>
            <ac:spMk id="84621" creationId="{884A291B-80AC-1121-1517-B6E93084D7A8}"/>
          </ac:spMkLst>
        </pc:spChg>
        <pc:spChg chg="mod">
          <ac:chgData name="" userId="" providerId="" clId="Web-{42A897C0-9228-4EA1-A60D-489C309FD87E}" dt="2026-09-10T15:57:52.499" v="28" actId="34807"/>
          <ac:spMkLst>
            <pc:docMk/>
            <pc:sldMk cId="3541133800" sldId="457"/>
            <ac:spMk id="84799" creationId="{BA2147A5-7C81-F039-12CD-54824FA301BF}"/>
          </ac:spMkLst>
        </pc:spChg>
        <pc:spChg chg="add mod">
          <ac:chgData name="" userId="" providerId="" clId="Web-{42A897C0-9228-4EA1-A60D-489C309FD87E}" dt="2026-09-10T15:57:52.499" v="28" actId="34807"/>
          <ac:spMkLst>
            <pc:docMk/>
            <pc:sldMk cId="3541133800" sldId="457"/>
            <ac:spMk id="84894" creationId="{3D9B5177-41C9-CA37-1088-D3D5A95F3642}"/>
          </ac:spMkLst>
        </pc:spChg>
        <pc:spChg chg="add mod">
          <ac:chgData name="" userId="" providerId="" clId="Web-{42A897C0-9228-4EA1-A60D-489C309FD87E}" dt="2026-09-10T15:55:36.072" v="18" actId="34807"/>
          <ac:spMkLst>
            <pc:docMk/>
            <pc:sldMk cId="3541133800" sldId="457"/>
            <ac:spMk id="85258" creationId="{CDB1F94B-50C9-1443-8C12-4321CAC7513D}"/>
          </ac:spMkLst>
        </pc:spChg>
        <pc:spChg chg="add mod">
          <ac:chgData name="" userId="" providerId="" clId="Web-{42A897C0-9228-4EA1-A60D-489C309FD87E}" dt="2026-09-10T15:55:36.072" v="18" actId="34807"/>
          <ac:spMkLst>
            <pc:docMk/>
            <pc:sldMk cId="3541133800" sldId="457"/>
            <ac:spMk id="85548" creationId="{F92E1231-EDB7-1A8C-DF4D-799A4B3BA506}"/>
          </ac:spMkLst>
        </pc:spChg>
      </pc:sldChg>
      <pc:sldChg chg="addSp delSp modSp mod setBg modNotesTx">
        <pc:chgData name="" userId="" providerId="" clId="Web-{42A897C0-9228-4EA1-A60D-489C309FD87E}" dt="2026-09-10T15:55:36.072" v="18" actId="34807"/>
        <pc:sldMkLst>
          <pc:docMk/>
          <pc:sldMk cId="1763520816" sldId="659"/>
        </pc:sldMkLst>
        <pc:spChg chg="add mod">
          <ac:chgData name="" userId="" providerId="" clId="Web-{42A897C0-9228-4EA1-A60D-489C309FD87E}" dt="2026-09-10T15:55:36.072" v="18" actId="34807"/>
          <ac:spMkLst>
            <pc:docMk/>
            <pc:sldMk cId="1763520816" sldId="659"/>
            <ac:spMk id="86226" creationId="{7C0130F2-DD74-E4D2-BB57-43E24AB90234}"/>
          </ac:spMkLst>
        </pc:spChg>
        <pc:spChg chg="add mod">
          <ac:chgData name="" userId="" providerId="" clId="Web-{42A897C0-9228-4EA1-A60D-489C309FD87E}" dt="2026-09-10T15:55:36.072" v="18" actId="34807"/>
          <ac:spMkLst>
            <pc:docMk/>
            <pc:sldMk cId="1763520816" sldId="659"/>
            <ac:spMk id="86636" creationId="{ED444DA7-66D6-1CEB-FD2D-C99E24A60990}"/>
          </ac:spMkLst>
        </pc:spChg>
        <pc:spChg chg="add mod">
          <ac:chgData name="" userId="" providerId="" clId="Web-{42A897C0-9228-4EA1-A60D-489C309FD87E}" dt="2026-09-10T15:55:36.072" v="18" actId="34807"/>
          <ac:spMkLst>
            <pc:docMk/>
            <pc:sldMk cId="1763520816" sldId="659"/>
            <ac:spMk id="86847" creationId="{DA1C2141-4F38-D19F-C7DA-E9F13CA1D0E9}"/>
          </ac:spMkLst>
        </pc:spChg>
        <pc:spChg chg="add mod">
          <ac:chgData name="" userId="" providerId="" clId="Web-{42A897C0-9228-4EA1-A60D-489C309FD87E}" dt="2026-09-10T15:55:36.072" v="18" actId="34807"/>
          <ac:spMkLst>
            <pc:docMk/>
            <pc:sldMk cId="1763520816" sldId="659"/>
            <ac:spMk id="88197" creationId="{4E4850ED-3289-592A-903A-18CD29DC347D}"/>
          </ac:spMkLst>
        </pc:spChg>
      </pc:sldChg>
      <pc:sldChg chg="addSp delSp modSp mod setBg modNotesTx">
        <pc:chgData name="" userId="" providerId="" clId="Web-{42A897C0-9228-4EA1-A60D-489C309FD87E}" dt="2026-09-10T15:55:51.041" v="19" actId="34807"/>
        <pc:sldMkLst>
          <pc:docMk/>
          <pc:sldMk cId="1623597511" sldId="862"/>
        </pc:sldMkLst>
        <pc:spChg chg="add mod">
          <ac:chgData name="" userId="" providerId="" clId="Web-{42A897C0-9228-4EA1-A60D-489C309FD87E}" dt="2026-09-10T15:55:51.041" v="19" actId="34807"/>
          <ac:spMkLst>
            <pc:docMk/>
            <pc:sldMk cId="1623597511" sldId="862"/>
            <ac:spMk id="89481" creationId="{FB6E5BD4-958F-ED66-31BA-A0D0CC062A04}"/>
          </ac:spMkLst>
        </pc:spChg>
        <pc:spChg chg="add mod">
          <ac:chgData name="" userId="" providerId="" clId="Web-{42A897C0-9228-4EA1-A60D-489C309FD87E}" dt="2026-09-10T15:55:51.041" v="19" actId="34807"/>
          <ac:spMkLst>
            <pc:docMk/>
            <pc:sldMk cId="1623597511" sldId="862"/>
            <ac:spMk id="89514" creationId="{B33585A1-1C2D-C914-4CC7-67069A52B63C}"/>
          </ac:spMkLst>
        </pc:spChg>
        <pc:spChg chg="add mod">
          <ac:chgData name="" userId="" providerId="" clId="Web-{42A897C0-9228-4EA1-A60D-489C309FD87E}" dt="2026-09-10T15:55:51.041" v="19" actId="34807"/>
          <ac:spMkLst>
            <pc:docMk/>
            <pc:sldMk cId="1623597511" sldId="862"/>
            <ac:spMk id="89619" creationId="{A2DACAB4-CC81-DF31-4D06-DCEB28479BB1}"/>
          </ac:spMkLst>
        </pc:spChg>
        <pc:spChg chg="add mod">
          <ac:chgData name="" userId="" providerId="" clId="Web-{42A897C0-9228-4EA1-A60D-489C309FD87E}" dt="2026-09-10T15:55:51.041" v="19" actId="34807"/>
          <ac:spMkLst>
            <pc:docMk/>
            <pc:sldMk cId="1623597511" sldId="862"/>
            <ac:spMk id="89656" creationId="{0F8C7C1D-61CA-AB13-81BD-216E69C0F364}"/>
          </ac:spMkLst>
        </pc:spChg>
        <pc:spChg chg="add mod">
          <ac:chgData name="" userId="" providerId="" clId="Web-{42A897C0-9228-4EA1-A60D-489C309FD87E}" dt="2026-09-10T15:55:51.041" v="19" actId="34807"/>
          <ac:spMkLst>
            <pc:docMk/>
            <pc:sldMk cId="1623597511" sldId="862"/>
            <ac:spMk id="89694" creationId="{02D67011-A95D-82DA-507A-D237A9D33FEF}"/>
          </ac:spMkLst>
        </pc:spChg>
        <pc:spChg chg="add mod">
          <ac:chgData name="" userId="" providerId="" clId="Web-{42A897C0-9228-4EA1-A60D-489C309FD87E}" dt="2026-09-10T15:55:51.041" v="19" actId="34807"/>
          <ac:spMkLst>
            <pc:docMk/>
            <pc:sldMk cId="1623597511" sldId="862"/>
            <ac:spMk id="89814" creationId="{62176130-6723-7821-42B0-76804F5ABDE9}"/>
          </ac:spMkLst>
        </pc:spChg>
        <pc:spChg chg="add mod">
          <ac:chgData name="" userId="" providerId="" clId="Web-{42A897C0-9228-4EA1-A60D-489C309FD87E}" dt="2026-09-10T15:55:51.041" v="19" actId="34807"/>
          <ac:spMkLst>
            <pc:docMk/>
            <pc:sldMk cId="1623597511" sldId="862"/>
            <ac:spMk id="89899" creationId="{85BBEC80-3395-CFB9-1DE7-A70F39E07D7A}"/>
          </ac:spMkLst>
        </pc:spChg>
        <pc:spChg chg="add mod">
          <ac:chgData name="" userId="" providerId="" clId="Web-{42A897C0-9228-4EA1-A60D-489C309FD87E}" dt="2026-09-10T15:55:51.041" v="19" actId="34807"/>
          <ac:spMkLst>
            <pc:docMk/>
            <pc:sldMk cId="1623597511" sldId="862"/>
            <ac:spMk id="90034" creationId="{DA40C801-38C2-D9DE-5AFF-02721E4125A7}"/>
          </ac:spMkLst>
        </pc:spChg>
        <pc:spChg chg="add mod">
          <ac:chgData name="" userId="" providerId="" clId="Web-{42A897C0-9228-4EA1-A60D-489C309FD87E}" dt="2026-09-10T15:55:51.041" v="19" actId="34807"/>
          <ac:spMkLst>
            <pc:docMk/>
            <pc:sldMk cId="1623597511" sldId="862"/>
            <ac:spMk id="90279" creationId="{19C7E7A4-D9C6-CDF0-E919-361418280884}"/>
          </ac:spMkLst>
        </pc:spChg>
        <pc:spChg chg="add mod">
          <ac:chgData name="" userId="" providerId="" clId="Web-{42A897C0-9228-4EA1-A60D-489C309FD87E}" dt="2026-09-10T15:55:51.041" v="19" actId="34807"/>
          <ac:spMkLst>
            <pc:docMk/>
            <pc:sldMk cId="1623597511" sldId="862"/>
            <ac:spMk id="90331" creationId="{6236D584-0BE3-C273-CE94-A2C963D5F5BA}"/>
          </ac:spMkLst>
        </pc:spChg>
      </pc:sldChg>
      <pc:sldChg chg="addSp delSp modSp mod setBg modNotesTx">
        <pc:chgData name="" userId="" providerId="" clId="Web-{42A897C0-9228-4EA1-A60D-489C309FD87E}" dt="2026-09-10T15:57:52.499" v="28" actId="34807"/>
        <pc:sldMkLst>
          <pc:docMk/>
          <pc:sldMk cId="4002290918" sldId="1066"/>
        </pc:sldMkLst>
        <pc:spChg chg="mod">
          <ac:chgData name="" userId="" providerId="" clId="Web-{42A897C0-9228-4EA1-A60D-489C309FD87E}" dt="2026-09-10T15:57:52.499" v="28" actId="34807"/>
          <ac:spMkLst>
            <pc:docMk/>
            <pc:sldMk cId="4002290918" sldId="1066"/>
            <ac:spMk id="90628" creationId="{BA759AF8-D2F4-8FF7-C5B3-3D73C921033B}"/>
          </ac:spMkLst>
        </pc:spChg>
        <pc:spChg chg="mod">
          <ac:chgData name="" userId="" providerId="" clId="Web-{42A897C0-9228-4EA1-A60D-489C309FD87E}" dt="2026-09-10T15:57:52.499" v="28" actId="34807"/>
          <ac:spMkLst>
            <pc:docMk/>
            <pc:sldMk cId="4002290918" sldId="1066"/>
            <ac:spMk id="90729" creationId="{027699F3-BD69-163B-95E2-414582F85644}"/>
          </ac:spMkLst>
        </pc:spChg>
        <pc:spChg chg="mod">
          <ac:chgData name="" userId="" providerId="" clId="Web-{42A897C0-9228-4EA1-A60D-489C309FD87E}" dt="2026-09-10T15:57:52.499" v="28" actId="34807"/>
          <ac:spMkLst>
            <pc:docMk/>
            <pc:sldMk cId="4002290918" sldId="1066"/>
            <ac:spMk id="90934" creationId="{F80FC049-A474-F774-63DC-74AA7D6ACBA9}"/>
          </ac:spMkLst>
        </pc:spChg>
        <pc:spChg chg="mod">
          <ac:chgData name="" userId="" providerId="" clId="Web-{42A897C0-9228-4EA1-A60D-489C309FD87E}" dt="2026-09-10T15:57:52.499" v="28" actId="34807"/>
          <ac:spMkLst>
            <pc:docMk/>
            <pc:sldMk cId="4002290918" sldId="1066"/>
            <ac:spMk id="91143" creationId="{2667F683-C64D-3A09-959E-77F73AB3F3A9}"/>
          </ac:spMkLst>
        </pc:spChg>
        <pc:spChg chg="mod">
          <ac:chgData name="" userId="" providerId="" clId="Web-{42A897C0-9228-4EA1-A60D-489C309FD87E}" dt="2026-09-10T15:57:52.499" v="28" actId="34807"/>
          <ac:spMkLst>
            <pc:docMk/>
            <pc:sldMk cId="4002290918" sldId="1066"/>
            <ac:spMk id="91356" creationId="{07F9AAE9-150F-7071-6BA1-E8FBDF1FBF42}"/>
          </ac:spMkLst>
        </pc:spChg>
        <pc:spChg chg="mod">
          <ac:chgData name="" userId="" providerId="" clId="Web-{42A897C0-9228-4EA1-A60D-489C309FD87E}" dt="2026-09-10T15:57:52.499" v="28" actId="34807"/>
          <ac:spMkLst>
            <pc:docMk/>
            <pc:sldMk cId="4002290918" sldId="1066"/>
            <ac:spMk id="91573" creationId="{44DCACA6-7909-F4C6-7182-1CB9F068A510}"/>
          </ac:spMkLst>
        </pc:spChg>
        <pc:spChg chg="mod">
          <ac:chgData name="" userId="" providerId="" clId="Web-{42A897C0-9228-4EA1-A60D-489C309FD87E}" dt="2026-09-10T15:57:52.499" v="28" actId="34807"/>
          <ac:spMkLst>
            <pc:docMk/>
            <pc:sldMk cId="4002290918" sldId="1066"/>
            <ac:spMk id="91794" creationId="{569E3687-DBBB-ED5F-B771-FD803D699CB0}"/>
          </ac:spMkLst>
        </pc:spChg>
        <pc:spChg chg="add mod">
          <ac:chgData name="" userId="" providerId="" clId="Web-{42A897C0-9228-4EA1-A60D-489C309FD87E}" dt="2026-09-10T15:55:51.041" v="19" actId="34807"/>
          <ac:spMkLst>
            <pc:docMk/>
            <pc:sldMk cId="4002290918" sldId="1066"/>
            <ac:spMk id="91906" creationId="{AA2D3E41-3A74-C622-3BF8-DAC46632F068}"/>
          </ac:spMkLst>
        </pc:spChg>
        <pc:spChg chg="add mod">
          <ac:chgData name="" userId="" providerId="" clId="Web-{42A897C0-9228-4EA1-A60D-489C309FD87E}" dt="2026-09-10T15:55:51.041" v="19" actId="34807"/>
          <ac:spMkLst>
            <pc:docMk/>
            <pc:sldMk cId="4002290918" sldId="1066"/>
            <ac:spMk id="92364" creationId="{D9933404-7D78-42CE-A2F1-1C5F76BCD561}"/>
          </ac:spMkLst>
        </pc:spChg>
        <pc:spChg chg="add mod">
          <ac:chgData name="" userId="" providerId="" clId="Web-{42A897C0-9228-4EA1-A60D-489C309FD87E}" dt="2026-09-10T15:55:51.041" v="19" actId="34807"/>
          <ac:spMkLst>
            <pc:docMk/>
            <pc:sldMk cId="4002290918" sldId="1066"/>
            <ac:spMk id="92959" creationId="{23315457-8B4F-ADBB-1308-B2C0776C4040}"/>
          </ac:spMkLst>
        </pc:spChg>
        <pc:spChg chg="add mod">
          <ac:chgData name="" userId="" providerId="" clId="Web-{42A897C0-9228-4EA1-A60D-489C309FD87E}" dt="2026-09-10T15:55:51.041" v="19" actId="34807"/>
          <ac:spMkLst>
            <pc:docMk/>
            <pc:sldMk cId="4002290918" sldId="1066"/>
            <ac:spMk id="95031" creationId="{36F65E2F-0AE7-1D07-4DF9-CB3007BC446C}"/>
          </ac:spMkLst>
        </pc:spChg>
      </pc:sldChg>
      <pc:sldChg chg="addSp delSp modSp mod setBg modNotesTx">
        <pc:chgData name="" userId="" providerId="" clId="Web-{42A897C0-9228-4EA1-A60D-489C309FD87E}" dt="2026-09-10T15:57:52.499" v="28" actId="34807"/>
        <pc:sldMkLst>
          <pc:docMk/>
          <pc:sldMk cId="2736095792" sldId="1271"/>
        </pc:sldMkLst>
        <pc:spChg chg="mod">
          <ac:chgData name="" userId="" providerId="" clId="Web-{42A897C0-9228-4EA1-A60D-489C309FD87E}" dt="2026-09-10T15:57:52.499" v="28" actId="34807"/>
          <ac:spMkLst>
            <pc:docMk/>
            <pc:sldMk cId="2736095792" sldId="1271"/>
            <ac:spMk id="95648" creationId="{E0DBBC2F-CE50-A42C-0FAB-9A2A1DFBFA55}"/>
          </ac:spMkLst>
        </pc:spChg>
        <pc:spChg chg="mod">
          <ac:chgData name="" userId="" providerId="" clId="Web-{42A897C0-9228-4EA1-A60D-489C309FD87E}" dt="2026-09-10T15:57:52.499" v="28" actId="34807"/>
          <ac:spMkLst>
            <pc:docMk/>
            <pc:sldMk cId="2736095792" sldId="1271"/>
            <ac:spMk id="95744" creationId="{AC0F1E81-BF7B-4874-714B-24E8219AEB15}"/>
          </ac:spMkLst>
        </pc:spChg>
        <pc:spChg chg="mod">
          <ac:chgData name="" userId="" providerId="" clId="Web-{42A897C0-9228-4EA1-A60D-489C309FD87E}" dt="2026-09-10T15:57:52.499" v="28" actId="34807"/>
          <ac:spMkLst>
            <pc:docMk/>
            <pc:sldMk cId="2736095792" sldId="1271"/>
            <ac:spMk id="95849" creationId="{2D02EB8C-E14E-BD56-AB33-BB93343A5CE6}"/>
          </ac:spMkLst>
        </pc:spChg>
        <pc:spChg chg="mod">
          <ac:chgData name="" userId="" providerId="" clId="Web-{42A897C0-9228-4EA1-A60D-489C309FD87E}" dt="2026-09-10T15:57:52.499" v="28" actId="34807"/>
          <ac:spMkLst>
            <pc:docMk/>
            <pc:sldMk cId="2736095792" sldId="1271"/>
            <ac:spMk id="95924" creationId="{B66F3E13-BEC7-E468-3061-7BEB7EAC884C}"/>
          </ac:spMkLst>
        </pc:spChg>
        <pc:spChg chg="mod">
          <ac:chgData name="" userId="" providerId="" clId="Web-{42A897C0-9228-4EA1-A60D-489C309FD87E}" dt="2026-09-10T15:57:52.499" v="28" actId="34807"/>
          <ac:spMkLst>
            <pc:docMk/>
            <pc:sldMk cId="2736095792" sldId="1271"/>
            <ac:spMk id="95963" creationId="{E6AFFA27-CC0C-30AC-30E4-69E80B0E3196}"/>
          </ac:spMkLst>
        </pc:spChg>
        <pc:spChg chg="add mod">
          <ac:chgData name="" userId="" providerId="" clId="Web-{42A897C0-9228-4EA1-A60D-489C309FD87E}" dt="2026-09-10T15:56:04.526" v="20" actId="34807"/>
          <ac:spMkLst>
            <pc:docMk/>
            <pc:sldMk cId="2736095792" sldId="1271"/>
            <ac:spMk id="96086" creationId="{30511A4A-0B74-E655-2F57-9919EF58A156}"/>
          </ac:spMkLst>
        </pc:spChg>
        <pc:spChg chg="add mod">
          <ac:chgData name="" userId="" providerId="" clId="Web-{42A897C0-9228-4EA1-A60D-489C309FD87E}" dt="2026-09-10T15:56:04.526" v="20" actId="34807"/>
          <ac:spMkLst>
            <pc:docMk/>
            <pc:sldMk cId="2736095792" sldId="1271"/>
            <ac:spMk id="96264" creationId="{956E1F25-8D2A-3609-43FE-71B61145C890}"/>
          </ac:spMkLst>
        </pc:spChg>
        <pc:spChg chg="add mod">
          <ac:chgData name="" userId="" providerId="" clId="Web-{42A897C0-9228-4EA1-A60D-489C309FD87E}" dt="2026-09-10T15:56:04.526" v="20" actId="34807"/>
          <ac:spMkLst>
            <pc:docMk/>
            <pc:sldMk cId="2736095792" sldId="1271"/>
            <ac:spMk id="96311" creationId="{64255A6B-422F-2D56-29E1-2FD4E9639946}"/>
          </ac:spMkLst>
        </pc:spChg>
      </pc:sldChg>
      <pc:sldChg chg="addSp delSp modSp mod setBg modNotesTx">
        <pc:chgData name="" userId="" providerId="" clId="Web-{42A897C0-9228-4EA1-A60D-489C309FD87E}" dt="2026-09-10T15:56:04.526" v="20" actId="34807"/>
        <pc:sldMkLst>
          <pc:docMk/>
          <pc:sldMk cId="3534592662" sldId="1477"/>
        </pc:sldMkLst>
        <pc:spChg chg="add mod">
          <ac:chgData name="" userId="" providerId="" clId="Web-{42A897C0-9228-4EA1-A60D-489C309FD87E}" dt="2026-09-10T15:56:04.526" v="20" actId="34807"/>
          <ac:spMkLst>
            <pc:docMk/>
            <pc:sldMk cId="3534592662" sldId="1477"/>
            <ac:spMk id="97455" creationId="{03DED3A9-9DF9-B66E-B2B2-91A899075043}"/>
          </ac:spMkLst>
        </pc:spChg>
        <pc:spChg chg="add mod">
          <ac:chgData name="" userId="" providerId="" clId="Web-{42A897C0-9228-4EA1-A60D-489C309FD87E}" dt="2026-09-10T15:56:04.526" v="20" actId="34807"/>
          <ac:spMkLst>
            <pc:docMk/>
            <pc:sldMk cId="3534592662" sldId="1477"/>
            <ac:spMk id="97544" creationId="{A53BC31D-7A95-9D7A-C0D9-34A486FE4C26}"/>
          </ac:spMkLst>
        </pc:spChg>
        <pc:spChg chg="add mod">
          <ac:chgData name="" userId="" providerId="" clId="Web-{42A897C0-9228-4EA1-A60D-489C309FD87E}" dt="2026-09-10T15:56:04.526" v="20" actId="34807"/>
          <ac:spMkLst>
            <pc:docMk/>
            <pc:sldMk cId="3534592662" sldId="1477"/>
            <ac:spMk id="97725" creationId="{801A21C1-4C49-E4FC-7C1C-9FB042228EFC}"/>
          </ac:spMkLst>
        </pc:spChg>
        <pc:spChg chg="add mod">
          <ac:chgData name="" userId="" providerId="" clId="Web-{42A897C0-9228-4EA1-A60D-489C309FD87E}" dt="2026-09-10T15:56:04.526" v="20" actId="34807"/>
          <ac:spMkLst>
            <pc:docMk/>
            <pc:sldMk cId="3534592662" sldId="1477"/>
            <ac:spMk id="98004" creationId="{96EA2662-5CB8-864C-779E-5291C62299BF}"/>
          </ac:spMkLst>
        </pc:spChg>
        <pc:spChg chg="add mod">
          <ac:chgData name="" userId="" providerId="" clId="Web-{42A897C0-9228-4EA1-A60D-489C309FD87E}" dt="2026-09-10T15:56:04.526" v="20" actId="34807"/>
          <ac:spMkLst>
            <pc:docMk/>
            <pc:sldMk cId="3534592662" sldId="1477"/>
            <ac:spMk id="98690" creationId="{60839225-B0F0-59CC-F874-41B84ED636A6}"/>
          </ac:spMkLst>
        </pc:spChg>
        <pc:spChg chg="add mod">
          <ac:chgData name="" userId="" providerId="" clId="Web-{42A897C0-9228-4EA1-A60D-489C309FD87E}" dt="2026-09-10T15:56:04.526" v="20" actId="34807"/>
          <ac:spMkLst>
            <pc:docMk/>
            <pc:sldMk cId="3534592662" sldId="1477"/>
            <ac:spMk id="98895" creationId="{0F2F32A1-AB33-6733-A8DA-50D53137B7CB}"/>
          </ac:spMkLst>
        </pc:spChg>
      </pc:sldChg>
      <pc:sldChg chg="addSp delSp modSp mod setBg modNotesTx">
        <pc:chgData name="" userId="" providerId="" clId="Web-{42A897C0-9228-4EA1-A60D-489C309FD87E}" dt="2026-09-10T15:57:52.499" v="28" actId="34807"/>
        <pc:sldMkLst>
          <pc:docMk/>
          <pc:sldMk cId="2369253086" sldId="1684"/>
        </pc:sldMkLst>
        <pc:spChg chg="add mod">
          <ac:chgData name="" userId="" providerId="" clId="Web-{42A897C0-9228-4EA1-A60D-489C309FD87E}" dt="2026-09-10T15:56:16.730" v="21" actId="34807"/>
          <ac:spMkLst>
            <pc:docMk/>
            <pc:sldMk cId="2369253086" sldId="1684"/>
            <ac:spMk id="98923" creationId="{4E6E3C17-543F-FB65-95F8-57749007292F}"/>
          </ac:spMkLst>
        </pc:spChg>
        <pc:spChg chg="mod">
          <ac:chgData name="" userId="" providerId="" clId="Web-{42A897C0-9228-4EA1-A60D-489C309FD87E}" dt="2026-09-10T15:57:52.499" v="28" actId="34807"/>
          <ac:spMkLst>
            <pc:docMk/>
            <pc:sldMk cId="2369253086" sldId="1684"/>
            <ac:spMk id="99013" creationId="{220D256F-F889-D889-C39A-989FCFC8F69C}"/>
          </ac:spMkLst>
        </pc:spChg>
        <pc:spChg chg="add mod">
          <ac:chgData name="" userId="" providerId="" clId="Web-{42A897C0-9228-4EA1-A60D-489C309FD87E}" dt="2026-09-10T15:56:16.730" v="21" actId="34807"/>
          <ac:spMkLst>
            <pc:docMk/>
            <pc:sldMk cId="2369253086" sldId="1684"/>
            <ac:spMk id="99337" creationId="{139A2EAC-E74F-30F7-3B5D-9D02074AB855}"/>
          </ac:spMkLst>
        </pc:spChg>
        <pc:spChg chg="add mod">
          <ac:chgData name="" userId="" providerId="" clId="Web-{42A897C0-9228-4EA1-A60D-489C309FD87E}" dt="2026-09-10T15:56:16.730" v="21" actId="34807"/>
          <ac:spMkLst>
            <pc:docMk/>
            <pc:sldMk cId="2369253086" sldId="1684"/>
            <ac:spMk id="99420" creationId="{1C5CFD24-7378-A519-D259-2EB9B05BCA1F}"/>
          </ac:spMkLst>
        </pc:spChg>
        <pc:spChg chg="add mod">
          <ac:chgData name="" userId="" providerId="" clId="Web-{42A897C0-9228-4EA1-A60D-489C309FD87E}" dt="2026-09-10T15:56:16.730" v="21" actId="34807"/>
          <ac:spMkLst>
            <pc:docMk/>
            <pc:sldMk cId="2369253086" sldId="1684"/>
            <ac:spMk id="99792" creationId="{C188EBAA-36F8-BE6E-0F7E-2F3D509C8BE3}"/>
          </ac:spMkLst>
        </pc:spChg>
        <pc:spChg chg="add mod">
          <ac:chgData name="" userId="" providerId="" clId="Web-{42A897C0-9228-4EA1-A60D-489C309FD87E}" dt="2026-09-10T15:56:16.730" v="21" actId="34807"/>
          <ac:spMkLst>
            <pc:docMk/>
            <pc:sldMk cId="2369253086" sldId="1684"/>
            <ac:spMk id="99843" creationId="{EB06F2BD-44C7-8E8F-583B-7E33808CA1F4}"/>
          </ac:spMkLst>
        </pc:spChg>
      </pc:sldChg>
      <pc:sldChg chg="addSp delSp modSp mod setBg modNotesTx">
        <pc:chgData name="" userId="" providerId="" clId="Web-{42A897C0-9228-4EA1-A60D-489C309FD87E}" dt="2026-09-10T15:57:52.499" v="28" actId="34807"/>
        <pc:sldMkLst>
          <pc:docMk/>
          <pc:sldMk cId="3961531667" sldId="1892"/>
        </pc:sldMkLst>
        <pc:spChg chg="mod">
          <ac:chgData name="" userId="" providerId="" clId="Web-{42A897C0-9228-4EA1-A60D-489C309FD87E}" dt="2026-09-10T15:57:52.499" v="28" actId="34807"/>
          <ac:spMkLst>
            <pc:docMk/>
            <pc:sldMk cId="3961531667" sldId="1892"/>
            <ac:spMk id="100629" creationId="{D2904FC9-B1EC-928C-98E9-5D04E403821C}"/>
          </ac:spMkLst>
        </pc:spChg>
        <pc:spChg chg="mod">
          <ac:chgData name="" userId="" providerId="" clId="Web-{42A897C0-9228-4EA1-A60D-489C309FD87E}" dt="2026-09-10T15:57:52.499" v="28" actId="34807"/>
          <ac:spMkLst>
            <pc:docMk/>
            <pc:sldMk cId="3961531667" sldId="1892"/>
            <ac:spMk id="101179" creationId="{A8647FC5-10AF-090E-1760-504DCAB4A865}"/>
          </ac:spMkLst>
        </pc:spChg>
        <pc:spChg chg="add mod">
          <ac:chgData name="" userId="" providerId="" clId="Web-{42A897C0-9228-4EA1-A60D-489C309FD87E}" dt="2026-09-10T15:56:16.730" v="21" actId="34807"/>
          <ac:spMkLst>
            <pc:docMk/>
            <pc:sldMk cId="3961531667" sldId="1892"/>
            <ac:spMk id="101292" creationId="{BED6F62F-B373-8D18-129A-59B2CEFD7145}"/>
          </ac:spMkLst>
        </pc:spChg>
        <pc:spChg chg="add mod">
          <ac:chgData name="" userId="" providerId="" clId="Web-{42A897C0-9228-4EA1-A60D-489C309FD87E}" dt="2026-09-10T15:56:16.730" v="21" actId="34807"/>
          <ac:spMkLst>
            <pc:docMk/>
            <pc:sldMk cId="3961531667" sldId="1892"/>
            <ac:spMk id="101637" creationId="{18149B79-EACD-451C-A43A-B07A8A18B71D}"/>
          </ac:spMkLst>
        </pc:spChg>
        <pc:spChg chg="mod">
          <ac:chgData name="" userId="" providerId="" clId="Web-{42A897C0-9228-4EA1-A60D-489C309FD87E}" dt="2026-09-10T15:57:52.499" v="28" actId="34807"/>
          <ac:spMkLst>
            <pc:docMk/>
            <pc:sldMk cId="3961531667" sldId="1892"/>
            <ac:spMk id="101991" creationId="{1D83FC2B-E8C1-4406-0002-4CEA78582470}"/>
          </ac:spMkLst>
        </pc:spChg>
        <pc:spChg chg="mod">
          <ac:chgData name="" userId="" providerId="" clId="Web-{42A897C0-9228-4EA1-A60D-489C309FD87E}" dt="2026-09-10T15:57:52.499" v="28" actId="34807"/>
          <ac:spMkLst>
            <pc:docMk/>
            <pc:sldMk cId="3961531667" sldId="1892"/>
            <ac:spMk id="102354" creationId="{314A7B64-36BF-8D38-7A32-C5FF58E9EE99}"/>
          </ac:spMkLst>
        </pc:spChg>
        <pc:spChg chg="add mod">
          <ac:chgData name="" userId="" providerId="" clId="Web-{42A897C0-9228-4EA1-A60D-489C309FD87E}" dt="2026-09-10T15:56:16.730" v="21" actId="34807"/>
          <ac:spMkLst>
            <pc:docMk/>
            <pc:sldMk cId="3961531667" sldId="1892"/>
            <ac:spMk id="103896" creationId="{FF7FD30C-1B4F-6BA1-ED20-CAA6D20931A7}"/>
          </ac:spMkLst>
        </pc:spChg>
        <pc:spChg chg="add mod">
          <ac:chgData name="" userId="" providerId="" clId="Web-{42A897C0-9228-4EA1-A60D-489C309FD87E}" dt="2026-09-10T15:56:16.730" v="21" actId="34807"/>
          <ac:spMkLst>
            <pc:docMk/>
            <pc:sldMk cId="3961531667" sldId="1892"/>
            <ac:spMk id="104167" creationId="{45A4B621-D811-4362-9F34-891F01E3C955}"/>
          </ac:spMkLst>
        </pc:spChg>
      </pc:sldChg>
      <pc:sldChg chg="addSp delSp modSp mod setBg modNotesTx">
        <pc:chgData name="" userId="" providerId="" clId="Web-{42A897C0-9228-4EA1-A60D-489C309FD87E}" dt="2026-09-10T15:57:52.499" v="28" actId="34807"/>
        <pc:sldMkLst>
          <pc:docMk/>
          <pc:sldMk cId="3901143359" sldId="2101"/>
        </pc:sldMkLst>
        <pc:spChg chg="mod">
          <ac:chgData name="" userId="" providerId="" clId="Web-{42A897C0-9228-4EA1-A60D-489C309FD87E}" dt="2026-09-10T15:57:52.499" v="28" actId="34807"/>
          <ac:spMkLst>
            <pc:docMk/>
            <pc:sldMk cId="3901143359" sldId="2101"/>
            <ac:spMk id="105812" creationId="{08021CD2-9D8C-FC26-BA97-F07EECCB26BE}"/>
          </ac:spMkLst>
        </pc:spChg>
        <pc:spChg chg="mod">
          <ac:chgData name="" userId="" providerId="" clId="Web-{42A897C0-9228-4EA1-A60D-489C309FD87E}" dt="2026-09-10T15:57:52.499" v="28" actId="34807"/>
          <ac:spMkLst>
            <pc:docMk/>
            <pc:sldMk cId="3901143359" sldId="2101"/>
            <ac:spMk id="105855" creationId="{9A856F4D-1E6A-37A9-73F6-512AAB07F5C1}"/>
          </ac:spMkLst>
        </pc:spChg>
        <pc:spChg chg="mod">
          <ac:chgData name="" userId="" providerId="" clId="Web-{42A897C0-9228-4EA1-A60D-489C309FD87E}" dt="2026-09-10T15:57:52.499" v="28" actId="34807"/>
          <ac:spMkLst>
            <pc:docMk/>
            <pc:sldMk cId="3901143359" sldId="2101"/>
            <ac:spMk id="105899" creationId="{86F777AF-0C14-74D2-D394-88116FC4046E}"/>
          </ac:spMkLst>
        </pc:spChg>
        <pc:spChg chg="add mod">
          <ac:chgData name="" userId="" providerId="" clId="Web-{42A897C0-9228-4EA1-A60D-489C309FD87E}" dt="2026-09-10T15:56:29.277" v="22" actId="34807"/>
          <ac:spMkLst>
            <pc:docMk/>
            <pc:sldMk cId="3901143359" sldId="2101"/>
            <ac:spMk id="106037" creationId="{FD27A03D-37BD-89CA-C9DA-6D76E6CE2C51}"/>
          </ac:spMkLst>
        </pc:spChg>
        <pc:spChg chg="mod">
          <ac:chgData name="" userId="" providerId="" clId="Web-{42A897C0-9228-4EA1-A60D-489C309FD87E}" dt="2026-09-10T15:57:52.499" v="28" actId="34807"/>
          <ac:spMkLst>
            <pc:docMk/>
            <pc:sldMk cId="3901143359" sldId="2101"/>
            <ac:spMk id="106085" creationId="{4C0380AE-B7CE-6D3B-556E-1DD337D22FD3}"/>
          </ac:spMkLst>
        </pc:spChg>
        <pc:spChg chg="mod">
          <ac:chgData name="" userId="" providerId="" clId="Web-{42A897C0-9228-4EA1-A60D-489C309FD87E}" dt="2026-09-10T15:57:52.499" v="28" actId="34807"/>
          <ac:spMkLst>
            <pc:docMk/>
            <pc:sldMk cId="3901143359" sldId="2101"/>
            <ac:spMk id="106134" creationId="{E134219A-201E-8584-05D5-75531A4763EF}"/>
          </ac:spMkLst>
        </pc:spChg>
        <pc:spChg chg="add mod">
          <ac:chgData name="" userId="" providerId="" clId="Web-{42A897C0-9228-4EA1-A60D-489C309FD87E}" dt="2026-09-10T15:56:29.277" v="22" actId="34807"/>
          <ac:spMkLst>
            <pc:docMk/>
            <pc:sldMk cId="3901143359" sldId="2101"/>
            <ac:spMk id="106184" creationId="{6C83B4EC-A4B3-6C6B-66F6-DCF0D24F1A3B}"/>
          </ac:spMkLst>
        </pc:spChg>
        <pc:spChg chg="mod">
          <ac:chgData name="" userId="" providerId="" clId="Web-{42A897C0-9228-4EA1-A60D-489C309FD87E}" dt="2026-09-10T15:57:52.499" v="28" actId="34807"/>
          <ac:spMkLst>
            <pc:docMk/>
            <pc:sldMk cId="3901143359" sldId="2101"/>
            <ac:spMk id="106235" creationId="{D8E6CDBA-6AE1-1FC9-4310-714C586B9D36}"/>
          </ac:spMkLst>
        </pc:spChg>
        <pc:spChg chg="mod">
          <ac:chgData name="" userId="" providerId="" clId="Web-{42A897C0-9228-4EA1-A60D-489C309FD87E}" dt="2026-09-10T15:57:52.499" v="28" actId="34807"/>
          <ac:spMkLst>
            <pc:docMk/>
            <pc:sldMk cId="3901143359" sldId="2101"/>
            <ac:spMk id="106287" creationId="{9AE7A711-F175-AD52-FFEA-FDCCAC60BC07}"/>
          </ac:spMkLst>
        </pc:spChg>
        <pc:spChg chg="mod">
          <ac:chgData name="" userId="" providerId="" clId="Web-{42A897C0-9228-4EA1-A60D-489C309FD87E}" dt="2026-09-10T15:57:52.499" v="28" actId="34807"/>
          <ac:spMkLst>
            <pc:docMk/>
            <pc:sldMk cId="3901143359" sldId="2101"/>
            <ac:spMk id="106340" creationId="{5DF0B205-058F-B59C-C661-FE5CA7D4A6EA}"/>
          </ac:spMkLst>
        </pc:spChg>
        <pc:spChg chg="mod">
          <ac:chgData name="" userId="" providerId="" clId="Web-{42A897C0-9228-4EA1-A60D-489C309FD87E}" dt="2026-09-10T15:57:52.499" v="28" actId="34807"/>
          <ac:spMkLst>
            <pc:docMk/>
            <pc:sldMk cId="3901143359" sldId="2101"/>
            <ac:spMk id="106449" creationId="{2681EC7A-E84C-4177-55B3-91E77631D360}"/>
          </ac:spMkLst>
        </pc:spChg>
        <pc:spChg chg="add mod">
          <ac:chgData name="" userId="" providerId="" clId="Web-{42A897C0-9228-4EA1-A60D-489C309FD87E}" dt="2026-09-10T15:56:29.277" v="22" actId="34807"/>
          <ac:spMkLst>
            <pc:docMk/>
            <pc:sldMk cId="3901143359" sldId="2101"/>
            <ac:spMk id="106505" creationId="{8206245C-ABE8-02A5-733C-05AC7B6DD0E2}"/>
          </ac:spMkLst>
        </pc:spChg>
        <pc:spChg chg="mod">
          <ac:chgData name="" userId="" providerId="" clId="Web-{42A897C0-9228-4EA1-A60D-489C309FD87E}" dt="2026-09-10T15:57:52.499" v="28" actId="34807"/>
          <ac:spMkLst>
            <pc:docMk/>
            <pc:sldMk cId="3901143359" sldId="2101"/>
            <ac:spMk id="106989" creationId="{37565B89-F9D3-8784-9B61-AF4E537C7855}"/>
          </ac:spMkLst>
        </pc:spChg>
        <pc:spChg chg="add mod">
          <ac:chgData name="" userId="" providerId="" clId="Web-{42A897C0-9228-4EA1-A60D-489C309FD87E}" dt="2026-09-10T15:56:29.277" v="22" actId="34807"/>
          <ac:spMkLst>
            <pc:docMk/>
            <pc:sldMk cId="3901143359" sldId="2101"/>
            <ac:spMk id="107610" creationId="{8D7B4E73-FEA7-DF53-96CA-6210CAC2BB01}"/>
          </ac:spMkLst>
        </pc:spChg>
        <pc:spChg chg="add mod">
          <ac:chgData name="" userId="" providerId="" clId="Web-{42A897C0-9228-4EA1-A60D-489C309FD87E}" dt="2026-09-10T15:56:29.277" v="22" actId="34807"/>
          <ac:spMkLst>
            <pc:docMk/>
            <pc:sldMk cId="3901143359" sldId="2101"/>
            <ac:spMk id="107835" creationId="{948D048C-0CD3-5C10-8985-261070EEDE4F}"/>
          </ac:spMkLst>
        </pc:spChg>
      </pc:sldChg>
      <pc:sldChg chg="addSp delSp modSp mod setBg modNotesTx">
        <pc:chgData name="" userId="" providerId="" clId="Web-{42A897C0-9228-4EA1-A60D-489C309FD87E}" dt="2026-09-10T15:57:52.499" v="28" actId="34807"/>
        <pc:sldMkLst>
          <pc:docMk/>
          <pc:sldMk cId="1267224764" sldId="2311"/>
        </pc:sldMkLst>
        <pc:spChg chg="add mod">
          <ac:chgData name="" userId="" providerId="" clId="Web-{42A897C0-9228-4EA1-A60D-489C309FD87E}" dt="2026-09-10T15:56:40.715" v="23" actId="34807"/>
          <ac:spMkLst>
            <pc:docMk/>
            <pc:sldMk cId="1267224764" sldId="2311"/>
            <ac:spMk id="108192" creationId="{32365C65-AC44-2495-886F-03221A9F9E9D}"/>
          </ac:spMkLst>
        </pc:spChg>
      </pc:sldChg>
      <pc:sldChg chg="addSp delSp modSp mod setBg modNotesTx">
        <pc:chgData name="" userId="" providerId="" clId="Web-{42A897C0-9228-4EA1-A60D-489C309FD87E}" dt="2026-09-10T15:59:50.457" v="29" actId="34807"/>
        <pc:sldMkLst>
          <pc:docMk/>
          <pc:sldMk cId="1611565338" sldId="2522"/>
        </pc:sldMkLst>
        <pc:spChg chg="add mod">
          <ac:chgData name="" userId="" providerId="" clId="Web-{42A897C0-9228-4EA1-A60D-489C309FD87E}" dt="2026-09-10T15:56:54.388" v="24" actId="34807"/>
          <ac:spMkLst>
            <pc:docMk/>
            <pc:sldMk cId="1611565338" sldId="2522"/>
            <ac:spMk id="111509" creationId="{F025C0AA-41C2-2FF5-87C7-9ED56087E2CD}"/>
          </ac:spMkLst>
        </pc:spChg>
      </pc:sldChg>
      <pc:sldChg chg="addSp delSp modSp mod setBg modNotesTx">
        <pc:chgData name="" userId="" providerId="" clId="Web-{42A897C0-9228-4EA1-A60D-489C309FD87E}" dt="2026-09-10T15:57:52.499" v="28" actId="34807"/>
        <pc:sldMkLst>
          <pc:docMk/>
          <pc:sldMk cId="2468427689" sldId="2734"/>
        </pc:sldMkLst>
        <pc:spChg chg="add mod">
          <ac:chgData name="" userId="" providerId="" clId="Web-{42A897C0-9228-4EA1-A60D-489C309FD87E}" dt="2026-09-10T15:57:52.499" v="28" actId="34807"/>
          <ac:spMkLst>
            <pc:docMk/>
            <pc:sldMk cId="2468427689" sldId="2734"/>
            <ac:spMk id="113526" creationId="{41EAD278-DCAA-0A75-5798-6A3A986C98DA}"/>
          </ac:spMkLst>
        </pc:spChg>
        <pc:spChg chg="add mod">
          <ac:chgData name="" userId="" providerId="" clId="Web-{42A897C0-9228-4EA1-A60D-489C309FD87E}" dt="2026-09-10T15:57:52.499" v="28" actId="34807"/>
          <ac:spMkLst>
            <pc:docMk/>
            <pc:sldMk cId="2468427689" sldId="2734"/>
            <ac:spMk id="113549" creationId="{76CC837A-6248-6169-E1C0-903576A07FF0}"/>
          </ac:spMkLst>
        </pc:spChg>
        <pc:spChg chg="add mod">
          <ac:chgData name="" userId="" providerId="" clId="Web-{42A897C0-9228-4EA1-A60D-489C309FD87E}" dt="2026-09-10T15:57:06.404" v="25" actId="34807"/>
          <ac:spMkLst>
            <pc:docMk/>
            <pc:sldMk cId="2468427689" sldId="2734"/>
            <ac:spMk id="113598" creationId="{3653399D-EB8B-851D-DC6C-61D8C6B2B541}"/>
          </ac:spMkLst>
        </pc:spChg>
        <pc:spChg chg="mod">
          <ac:chgData name="" userId="" providerId="" clId="Web-{42A897C0-9228-4EA1-A60D-489C309FD87E}" dt="2026-09-10T15:57:52.499" v="28" actId="34807"/>
          <ac:spMkLst>
            <pc:docMk/>
            <pc:sldMk cId="2468427689" sldId="2734"/>
            <ac:spMk id="113624" creationId="{BA76A91F-6A7B-3782-979A-22653898824F}"/>
          </ac:spMkLst>
        </pc:spChg>
        <pc:spChg chg="add mod">
          <ac:chgData name="" userId="" providerId="" clId="Web-{42A897C0-9228-4EA1-A60D-489C309FD87E}" dt="2026-09-10T15:57:06.404" v="25" actId="34807"/>
          <ac:spMkLst>
            <pc:docMk/>
            <pc:sldMk cId="2468427689" sldId="2734"/>
            <ac:spMk id="113651" creationId="{5EE6B4E4-79B6-4824-EA3B-7ADFAB2BBD70}"/>
          </ac:spMkLst>
        </pc:spChg>
        <pc:spChg chg="add mod">
          <ac:chgData name="" userId="" providerId="" clId="Web-{42A897C0-9228-4EA1-A60D-489C309FD87E}" dt="2026-09-10T15:57:06.404" v="25" actId="34807"/>
          <ac:spMkLst>
            <pc:docMk/>
            <pc:sldMk cId="2468427689" sldId="2734"/>
            <ac:spMk id="113769" creationId="{F1853BDA-EF97-9BD4-EF06-462BC5100E25}"/>
          </ac:spMkLst>
        </pc:spChg>
        <pc:spChg chg="add mod">
          <ac:chgData name="" userId="" providerId="" clId="Web-{42A897C0-9228-4EA1-A60D-489C309FD87E}" dt="2026-09-10T15:57:06.404" v="25" actId="34807"/>
          <ac:spMkLst>
            <pc:docMk/>
            <pc:sldMk cId="2468427689" sldId="2734"/>
            <ac:spMk id="113801" creationId="{1812240D-CF2C-5C4E-DB2A-A1BF5294A36F}"/>
          </ac:spMkLst>
        </pc:spChg>
        <pc:spChg chg="add mod">
          <ac:chgData name="" userId="" providerId="" clId="Web-{42A897C0-9228-4EA1-A60D-489C309FD87E}" dt="2026-09-10T15:57:06.404" v="25" actId="34807"/>
          <ac:spMkLst>
            <pc:docMk/>
            <pc:sldMk cId="2468427689" sldId="2734"/>
            <ac:spMk id="113868" creationId="{9303C844-CE17-E7C5-4F91-080371F1F923}"/>
          </ac:spMkLst>
        </pc:spChg>
      </pc:sldChg>
      <pc:sldChg chg="addSp delSp modSp mod setBg modNotesTx">
        <pc:chgData name="" userId="" providerId="" clId="Web-{42A897C0-9228-4EA1-A60D-489C309FD87E}" dt="2026-09-10T15:57:06.404" v="25" actId="34807"/>
        <pc:sldMkLst>
          <pc:docMk/>
          <pc:sldMk cId="2234436394" sldId="2947"/>
        </pc:sldMkLst>
        <pc:spChg chg="add mod">
          <ac:chgData name="" userId="" providerId="" clId="Web-{42A897C0-9228-4EA1-A60D-489C309FD87E}" dt="2026-09-10T15:57:06.404" v="25" actId="34807"/>
          <ac:spMkLst>
            <pc:docMk/>
            <pc:sldMk cId="2234436394" sldId="2947"/>
            <ac:spMk id="116795" creationId="{DB7CA3CD-CCDA-7CF9-1FA5-16DAE1FA7667}"/>
          </ac:spMkLst>
        </pc:spChg>
        <pc:spChg chg="add mod">
          <ac:chgData name="" userId="" providerId="" clId="Web-{42A897C0-9228-4EA1-A60D-489C309FD87E}" dt="2026-09-10T15:57:06.404" v="25" actId="34807"/>
          <ac:spMkLst>
            <pc:docMk/>
            <pc:sldMk cId="2234436394" sldId="2947"/>
            <ac:spMk id="117360" creationId="{0C243AA8-1BA7-B64F-C15A-188BE191B164}"/>
          </ac:spMkLst>
        </pc:spChg>
      </pc:sldChg>
      <pc:sldChg chg="addSp delSp modSp mod setBg modNotesTx">
        <pc:chgData name="" userId="" providerId="" clId="Web-{42A897C0-9228-4EA1-A60D-489C309FD87E}" dt="2026-09-10T15:57:52.499" v="28" actId="34807"/>
        <pc:sldMkLst>
          <pc:docMk/>
          <pc:sldMk cId="317257020" sldId="3161"/>
        </pc:sldMkLst>
        <pc:spChg chg="add mod">
          <ac:chgData name="" userId="" providerId="" clId="Web-{42A897C0-9228-4EA1-A60D-489C309FD87E}" dt="2026-09-10T15:57:52.499" v="28" actId="34807"/>
          <ac:spMkLst>
            <pc:docMk/>
            <pc:sldMk cId="317257020" sldId="3161"/>
            <ac:spMk id="117666" creationId="{39FE3C0E-013C-4369-E300-3892F8B1A44A}"/>
          </ac:spMkLst>
        </pc:spChg>
        <pc:spChg chg="add mod">
          <ac:chgData name="" userId="" providerId="" clId="Web-{42A897C0-9228-4EA1-A60D-489C309FD87E}" dt="2026-09-10T15:57:52.499" v="28" actId="34807"/>
          <ac:spMkLst>
            <pc:docMk/>
            <pc:sldMk cId="317257020" sldId="3161"/>
            <ac:spMk id="117783" creationId="{82E1F26E-6BB1-9C18-47C0-3EBAC8CE0AE4}"/>
          </ac:spMkLst>
        </pc:spChg>
        <pc:spChg chg="mod">
          <ac:chgData name="" userId="" providerId="" clId="Web-{42A897C0-9228-4EA1-A60D-489C309FD87E}" dt="2026-09-10T15:57:52.499" v="28" actId="34807"/>
          <ac:spMkLst>
            <pc:docMk/>
            <pc:sldMk cId="317257020" sldId="3161"/>
            <ac:spMk id="117909" creationId="{8E650CB1-F636-86ED-1E97-DC49408DB7FC}"/>
          </ac:spMkLst>
        </pc:spChg>
        <pc:spChg chg="mod">
          <ac:chgData name="" userId="" providerId="" clId="Web-{42A897C0-9228-4EA1-A60D-489C309FD87E}" dt="2026-09-10T15:57:52.499" v="28" actId="34807"/>
          <ac:spMkLst>
            <pc:docMk/>
            <pc:sldMk cId="317257020" sldId="3161"/>
            <ac:spMk id="118044" creationId="{5180B4C7-D31E-70C5-C14C-0E3028067FDE}"/>
          </ac:spMkLst>
        </pc:spChg>
        <pc:spChg chg="add mod">
          <ac:chgData name="" userId="" providerId="" clId="Web-{42A897C0-9228-4EA1-A60D-489C309FD87E}" dt="2026-09-10T15:57:52.499" v="28" actId="34807"/>
          <ac:spMkLst>
            <pc:docMk/>
            <pc:sldMk cId="317257020" sldId="3161"/>
            <ac:spMk id="118188" creationId="{23080220-9946-B7B0-263C-C986AE1E95E1}"/>
          </ac:spMkLst>
        </pc:spChg>
        <pc:spChg chg="mod">
          <ac:chgData name="" userId="" providerId="" clId="Web-{42A897C0-9228-4EA1-A60D-489C309FD87E}" dt="2026-09-10T15:57:52.499" v="28" actId="34807"/>
          <ac:spMkLst>
            <pc:docMk/>
            <pc:sldMk cId="317257020" sldId="3161"/>
            <ac:spMk id="118289" creationId="{ADBD44C5-2126-5D71-5CA3-3DFD8F605F8D}"/>
          </ac:spMkLst>
        </pc:spChg>
        <pc:spChg chg="mod">
          <ac:chgData name="" userId="" providerId="" clId="Web-{42A897C0-9228-4EA1-A60D-489C309FD87E}" dt="2026-09-10T15:57:52.499" v="28" actId="34807"/>
          <ac:spMkLst>
            <pc:docMk/>
            <pc:sldMk cId="317257020" sldId="3161"/>
            <ac:spMk id="118341" creationId="{3585F4C7-D51E-18F8-4AC8-9AE4B5EFF4E7}"/>
          </ac:spMkLst>
        </pc:spChg>
        <pc:spChg chg="add mod">
          <ac:chgData name="" userId="" providerId="" clId="Web-{42A897C0-9228-4EA1-A60D-489C309FD87E}" dt="2026-09-10T15:57:18.435" v="26" actId="34807"/>
          <ac:spMkLst>
            <pc:docMk/>
            <pc:sldMk cId="317257020" sldId="3161"/>
            <ac:spMk id="118616" creationId="{535C8B6A-3C21-459E-9891-60D2EABB8B56}"/>
          </ac:spMkLst>
        </pc:spChg>
        <pc:spChg chg="add mod">
          <ac:chgData name="" userId="" providerId="" clId="Web-{42A897C0-9228-4EA1-A60D-489C309FD87E}" dt="2026-09-10T15:57:18.435" v="26" actId="34807"/>
          <ac:spMkLst>
            <pc:docMk/>
            <pc:sldMk cId="317257020" sldId="3161"/>
            <ac:spMk id="118793" creationId="{686929D2-5B7D-12EA-C919-D475567754F1}"/>
          </ac:spMkLst>
        </pc:spChg>
        <pc:spChg chg="add mod">
          <ac:chgData name="" userId="" providerId="" clId="Web-{42A897C0-9228-4EA1-A60D-489C309FD87E}" dt="2026-09-10T15:57:18.435" v="26" actId="34807"/>
          <ac:spMkLst>
            <pc:docMk/>
            <pc:sldMk cId="317257020" sldId="3161"/>
            <ac:spMk id="118979" creationId="{89756CF5-41A9-6D30-DCA9-F4F70B6C5DB2}"/>
          </ac:spMkLst>
        </pc:spChg>
        <pc:spChg chg="add mod">
          <ac:chgData name="" userId="" providerId="" clId="Web-{42A897C0-9228-4EA1-A60D-489C309FD87E}" dt="2026-09-10T15:57:18.435" v="26" actId="34807"/>
          <ac:spMkLst>
            <pc:docMk/>
            <pc:sldMk cId="317257020" sldId="3161"/>
            <ac:spMk id="119174" creationId="{12C44409-A777-BB07-2397-F5843A8793A8}"/>
          </ac:spMkLst>
        </pc:spChg>
      </pc:sldChg>
      <pc:sldChg chg="addSp delSp modSp mod setBg modNotesTx">
        <pc:chgData name="" userId="" providerId="" clId="Web-{42A897C0-9228-4EA1-A60D-489C309FD87E}" dt="2026-09-10T15:57:52.499" v="28" actId="34807"/>
        <pc:sldMkLst>
          <pc:docMk/>
          <pc:sldMk cId="2839915543" sldId="3376"/>
        </pc:sldMkLst>
        <pc:spChg chg="add mod">
          <ac:chgData name="" userId="" providerId="" clId="Web-{42A897C0-9228-4EA1-A60D-489C309FD87E}" dt="2026-09-10T15:57:18.435" v="26" actId="34807"/>
          <ac:spMkLst>
            <pc:docMk/>
            <pc:sldMk cId="2839915543" sldId="3376"/>
            <ac:spMk id="119854" creationId="{F82A47EA-33A8-AEF3-7164-8A566FED70CE}"/>
          </ac:spMkLst>
        </pc:spChg>
        <pc:spChg chg="mod">
          <ac:chgData name="" userId="" providerId="" clId="Web-{42A897C0-9228-4EA1-A60D-489C309FD87E}" dt="2026-09-10T15:57:52.499" v="28" actId="34807"/>
          <ac:spMkLst>
            <pc:docMk/>
            <pc:sldMk cId="2839915543" sldId="3376"/>
            <ac:spMk id="119958" creationId="{0BADE64C-7AD9-3C61-7504-A12D37043783}"/>
          </ac:spMkLst>
        </pc:spChg>
        <pc:spChg chg="add mod">
          <ac:chgData name="" userId="" providerId="" clId="Web-{42A897C0-9228-4EA1-A60D-489C309FD87E}" dt="2026-09-10T15:57:18.435" v="26" actId="34807"/>
          <ac:spMkLst>
            <pc:docMk/>
            <pc:sldMk cId="2839915543" sldId="3376"/>
            <ac:spMk id="120826" creationId="{BA4E534E-B836-3A60-327F-61095895C73D}"/>
          </ac:spMkLst>
        </pc:spChg>
        <pc:spChg chg="add mod">
          <ac:chgData name="" userId="" providerId="" clId="Web-{42A897C0-9228-4EA1-A60D-489C309FD87E}" dt="2026-09-10T15:57:18.435" v="26" actId="34807"/>
          <ac:spMkLst>
            <pc:docMk/>
            <pc:sldMk cId="2839915543" sldId="3376"/>
            <ac:spMk id="121879" creationId="{C6EA42FD-3080-AAF4-5D6A-70ABFECCC617}"/>
          </ac:spMkLst>
        </pc:spChg>
      </pc:sldChg>
      <pc:sldChg chg="addSp delSp modSp mod setBg modNotesTx">
        <pc:chgData name="" userId="" providerId="" clId="Web-{42A897C0-9228-4EA1-A60D-489C309FD87E}" dt="2026-09-10T15:59:50.457" v="29" actId="34807"/>
        <pc:sldMkLst>
          <pc:docMk/>
          <pc:sldMk cId="2770887063" sldId="3592"/>
        </pc:sldMkLst>
        <pc:spChg chg="mod">
          <ac:chgData name="" userId="" providerId="" clId="Web-{42A897C0-9228-4EA1-A60D-489C309FD87E}" dt="2026-09-10T15:57:52.499" v="28" actId="34807"/>
          <ac:spMkLst>
            <pc:docMk/>
            <pc:sldMk cId="2770887063" sldId="3592"/>
            <ac:spMk id="122699" creationId="{CFDACDE3-9686-0CAC-D2DD-82AAE7E89818}"/>
          </ac:spMkLst>
        </pc:spChg>
        <pc:spChg chg="mod">
          <ac:chgData name="" userId="" providerId="" clId="Web-{42A897C0-9228-4EA1-A60D-489C309FD87E}" dt="2026-09-10T15:57:52.499" v="28" actId="34807"/>
          <ac:spMkLst>
            <pc:docMk/>
            <pc:sldMk cId="2770887063" sldId="3592"/>
            <ac:spMk id="122816" creationId="{E733B130-B2F1-95D5-DD61-27C6C97166D7}"/>
          </ac:spMkLst>
        </pc:spChg>
        <pc:spChg chg="add mod">
          <ac:chgData name="" userId="" providerId="" clId="Web-{42A897C0-9228-4EA1-A60D-489C309FD87E}" dt="2026-09-10T15:57:30.483" v="27" actId="34807"/>
          <ac:spMkLst>
            <pc:docMk/>
            <pc:sldMk cId="2770887063" sldId="3592"/>
            <ac:spMk id="122899" creationId="{16421BF3-3C1E-D0EB-DDCD-A071157695E7}"/>
          </ac:spMkLst>
        </pc:spChg>
        <pc:spChg chg="mod">
          <ac:chgData name="" userId="" providerId="" clId="Web-{42A897C0-9228-4EA1-A60D-489C309FD87E}" dt="2026-09-10T15:57:52.499" v="28" actId="34807"/>
          <ac:spMkLst>
            <pc:docMk/>
            <pc:sldMk cId="2770887063" sldId="3592"/>
            <ac:spMk id="122942" creationId="{5FE55A5E-7DAB-DDFB-5272-4EBF60365299}"/>
          </ac:spMkLst>
        </pc:spChg>
        <pc:spChg chg="add mod">
          <ac:chgData name="" userId="" providerId="" clId="Web-{42A897C0-9228-4EA1-A60D-489C309FD87E}" dt="2026-09-10T15:57:52.499" v="28" actId="34807"/>
          <ac:spMkLst>
            <pc:docMk/>
            <pc:sldMk cId="2770887063" sldId="3592"/>
            <ac:spMk id="123077" creationId="{79E7EAAC-CB33-2EC2-9461-92211E264128}"/>
          </ac:spMkLst>
        </pc:spChg>
        <pc:spChg chg="mod">
          <ac:chgData name="" userId="" providerId="" clId="Web-{42A897C0-9228-4EA1-A60D-489C309FD87E}" dt="2026-09-10T15:57:52.499" v="28" actId="34807"/>
          <ac:spMkLst>
            <pc:docMk/>
            <pc:sldMk cId="2770887063" sldId="3592"/>
            <ac:spMk id="123221" creationId="{4BBDE166-DFBE-C4D4-6A6E-0310285AE550}"/>
          </ac:spMkLst>
        </pc:spChg>
        <pc:spChg chg="mod">
          <ac:chgData name="" userId="" providerId="" clId="Web-{42A897C0-9228-4EA1-A60D-489C309FD87E}" dt="2026-09-10T15:57:52.499" v="28" actId="34807"/>
          <ac:spMkLst>
            <pc:docMk/>
            <pc:sldMk cId="2770887063" sldId="3592"/>
            <ac:spMk id="123374" creationId="{54C53A63-F1AA-5359-531C-4EF855A55DC9}"/>
          </ac:spMkLst>
        </pc:spChg>
        <pc:spChg chg="add mod">
          <ac:chgData name="" userId="" providerId="" clId="Web-{42A897C0-9228-4EA1-A60D-489C309FD87E}" dt="2026-09-10T15:57:30.483" v="27" actId="34807"/>
          <ac:spMkLst>
            <pc:docMk/>
            <pc:sldMk cId="2770887063" sldId="3592"/>
            <ac:spMk id="123427" creationId="{1E4B1DAA-5EAA-0C88-2CC6-A641C5C49F81}"/>
          </ac:spMkLst>
        </pc:spChg>
        <pc:spChg chg="add mod">
          <ac:chgData name="" userId="" providerId="" clId="Web-{42A897C0-9228-4EA1-A60D-489C309FD87E}" dt="2026-09-10T15:57:30.483" v="27" actId="34807"/>
          <ac:spMkLst>
            <pc:docMk/>
            <pc:sldMk cId="2770887063" sldId="3592"/>
            <ac:spMk id="123481" creationId="{5C48725F-8308-5636-34C3-3533AE68B36F}"/>
          </ac:spMkLst>
        </pc:spChg>
        <pc:spChg chg="add mod">
          <ac:chgData name="" userId="" providerId="" clId="Web-{42A897C0-9228-4EA1-A60D-489C309FD87E}" dt="2026-09-10T15:57:30.483" v="27" actId="34807"/>
          <ac:spMkLst>
            <pc:docMk/>
            <pc:sldMk cId="2770887063" sldId="3592"/>
            <ac:spMk id="123592" creationId="{3EB0E669-ACC9-67BC-919D-3103ED717274}"/>
          </ac:spMkLst>
        </pc:spChg>
        <pc:spChg chg="add mod">
          <ac:chgData name="" userId="" providerId="" clId="Web-{42A897C0-9228-4EA1-A60D-489C309FD87E}" dt="2026-09-10T15:57:30.483" v="27" actId="34807"/>
          <ac:spMkLst>
            <pc:docMk/>
            <pc:sldMk cId="2770887063" sldId="3592"/>
            <ac:spMk id="123649" creationId="{34EE3537-A8EB-B101-228B-36C7CC64C995}"/>
          </ac:spMkLst>
        </pc:spChg>
        <pc:spChg chg="add mod">
          <ac:chgData name="" userId="" providerId="" clId="Web-{42A897C0-9228-4EA1-A60D-489C309FD87E}" dt="2026-09-10T15:57:30.483" v="27" actId="34807"/>
          <ac:spMkLst>
            <pc:docMk/>
            <pc:sldMk cId="2770887063" sldId="3592"/>
            <ac:spMk id="123707" creationId="{615F6B9D-3F58-4C98-7A6E-59C651E898D1}"/>
          </ac:spMkLst>
        </pc:spChg>
        <pc:spChg chg="mod">
          <ac:chgData name="" userId="" providerId="" clId="Web-{42A897C0-9228-4EA1-A60D-489C309FD87E}" dt="2026-09-10T15:59:50.457" v="29" actId="34807"/>
          <ac:spMkLst>
            <pc:docMk/>
            <pc:sldMk cId="2770887063" sldId="3592"/>
            <ac:spMk id="124012" creationId="{66056C97-5E50-9B5A-A8A1-CE576FF94F7B}"/>
          </ac:spMkLst>
        </pc:spChg>
      </pc:sldChg>
      <pc:sldChg chg="addSp delSp modSp mod setBg modNotesTx">
        <pc:chgData name="" userId="" providerId="" clId="Web-{42A897C0-9228-4EA1-A60D-489C309FD87E}" dt="2026-09-10T15:59:50.457" v="29" actId="34807"/>
        <pc:sldMkLst>
          <pc:docMk/>
          <pc:sldMk cId="2161277717" sldId="4027"/>
        </pc:sldMkLst>
        <pc:spChg chg="add mod">
          <ac:chgData name="" userId="" providerId="" clId="Web-{42A897C0-9228-4EA1-A60D-489C309FD87E}" dt="2026-09-10T15:57:30.483" v="27" actId="34807"/>
          <ac:spMkLst>
            <pc:docMk/>
            <pc:sldMk cId="2161277717" sldId="4027"/>
            <ac:spMk id="124560" creationId="{69DBCF7A-E7F5-F384-84E3-DDE612034431}"/>
          </ac:spMkLst>
        </pc:spChg>
        <pc:spChg chg="add mod">
          <ac:chgData name="" userId="" providerId="" clId="Web-{42A897C0-9228-4EA1-A60D-489C309FD87E}" dt="2026-09-10T15:59:50.457" v="29" actId="34807"/>
          <ac:spMkLst>
            <pc:docMk/>
            <pc:sldMk cId="2161277717" sldId="4027"/>
            <ac:spMk id="124640" creationId="{24D305C7-465D-9948-CEB3-15F9AE937E9B}"/>
          </ac:spMkLst>
        </pc:spChg>
        <pc:spChg chg="add mod">
          <ac:chgData name="" userId="" providerId="" clId="Web-{42A897C0-9228-4EA1-A60D-489C309FD87E}" dt="2026-09-10T15:57:30.483" v="27" actId="34807"/>
          <ac:spMkLst>
            <pc:docMk/>
            <pc:sldMk cId="2161277717" sldId="4027"/>
            <ac:spMk id="124722" creationId="{8F29D984-9A26-6CA1-FA88-DA818C5C2E6C}"/>
          </ac:spMkLst>
        </pc:spChg>
        <pc:spChg chg="add mod">
          <ac:chgData name="" userId="" providerId="" clId="Web-{42A897C0-9228-4EA1-A60D-489C309FD87E}" dt="2026-09-10T15:57:30.483" v="27" actId="34807"/>
          <ac:spMkLst>
            <pc:docMk/>
            <pc:sldMk cId="2161277717" sldId="4027"/>
            <ac:spMk id="124805" creationId="{7C4613ED-3EE5-6A9E-3865-66ED06A3AE9B}"/>
          </ac:spMkLst>
        </pc:spChg>
        <pc:spChg chg="add mod">
          <ac:chgData name="" userId="" providerId="" clId="Web-{42A897C0-9228-4EA1-A60D-489C309FD87E}" dt="2026-09-10T15:57:30.483" v="27" actId="34807"/>
          <ac:spMkLst>
            <pc:docMk/>
            <pc:sldMk cId="2161277717" sldId="4027"/>
            <ac:spMk id="124889" creationId="{B851F6A6-60A7-2856-39D7-6031181FA2BF}"/>
          </ac:spMkLst>
        </pc:spChg>
      </pc:sldChg>
    </pc:docChg>
  </pc:docChgLst>
  <pc:docChgLst>
    <pc:chgData clId="Web-{57B643FA-356B-4D59-BB8A-E2EC6EF9CC9E}"/>
    <pc:docChg chg="addSld modSld">
      <pc:chgData name="" userId="" providerId="" clId="Web-{57B643FA-356B-4D59-BB8A-E2EC6EF9CC9E}" dt="2026-09-10T14:44:59.156" v="4" actId="34807"/>
      <pc:docMkLst>
        <pc:docMk/>
      </pc:docMkLst>
      <pc:sldChg chg="addSp modSp mod setBg modNotesTx">
        <pc:chgData name="" userId="" providerId="" clId="Web-{57B643FA-356B-4D59-BB8A-E2EC6EF9CC9E}" dt="2026-09-10T14:44:45.218" v="2" actId="34807"/>
        <pc:sldMkLst>
          <pc:docMk/>
          <pc:sldMk cId="0" sldId="256"/>
        </pc:sldMkLst>
      </pc:sldChg>
      <pc:sldChg chg="addSp modSp add mod setBg modNotesTx">
        <pc:chgData name="" userId="" providerId="" clId="Web-{57B643FA-356B-4D59-BB8A-E2EC6EF9CC9E}" dt="2026-09-10T14:44:45.218" v="2" actId="34807"/>
        <pc:sldMkLst>
          <pc:docMk/>
          <pc:sldMk cId="3541133800" sldId="457"/>
        </pc:sldMkLst>
      </pc:sldChg>
      <pc:sldChg chg="addSp modSp add mod setBg modNotesTx">
        <pc:chgData name="" userId="" providerId="" clId="Web-{57B643FA-356B-4D59-BB8A-E2EC6EF9CC9E}" dt="2026-09-10T14:44:45.218" v="2" actId="34807"/>
        <pc:sldMkLst>
          <pc:docMk/>
          <pc:sldMk cId="1763520816" sldId="659"/>
        </pc:sldMkLst>
      </pc:sldChg>
      <pc:sldChg chg="addSp modSp add mod setBg modNotesTx">
        <pc:chgData name="" userId="" providerId="" clId="Web-{57B643FA-356B-4D59-BB8A-E2EC6EF9CC9E}" dt="2026-09-10T14:44:45.218" v="2" actId="34807"/>
        <pc:sldMkLst>
          <pc:docMk/>
          <pc:sldMk cId="1623597511" sldId="862"/>
        </pc:sldMkLst>
      </pc:sldChg>
      <pc:sldChg chg="addSp modSp add mod setBg modNotesTx">
        <pc:chgData name="" userId="" providerId="" clId="Web-{57B643FA-356B-4D59-BB8A-E2EC6EF9CC9E}" dt="2026-09-10T14:44:52.452" v="3" actId="34807"/>
        <pc:sldMkLst>
          <pc:docMk/>
          <pc:sldMk cId="4002290918" sldId="1066"/>
        </pc:sldMkLst>
      </pc:sldChg>
      <pc:sldChg chg="addSp modSp add mod setBg modNotesTx">
        <pc:chgData name="" userId="" providerId="" clId="Web-{57B643FA-356B-4D59-BB8A-E2EC6EF9CC9E}" dt="2026-09-10T14:44:52.452" v="3" actId="34807"/>
        <pc:sldMkLst>
          <pc:docMk/>
          <pc:sldMk cId="2736095792" sldId="1271"/>
        </pc:sldMkLst>
      </pc:sldChg>
      <pc:sldChg chg="addSp modSp add mod setBg modNotesTx">
        <pc:chgData name="" userId="" providerId="" clId="Web-{57B643FA-356B-4D59-BB8A-E2EC6EF9CC9E}" dt="2026-09-10T14:44:52.452" v="3" actId="34807"/>
        <pc:sldMkLst>
          <pc:docMk/>
          <pc:sldMk cId="3534592662" sldId="1477"/>
        </pc:sldMkLst>
      </pc:sldChg>
      <pc:sldChg chg="addSp modSp add mod setBg modNotesTx">
        <pc:chgData name="" userId="" providerId="" clId="Web-{57B643FA-356B-4D59-BB8A-E2EC6EF9CC9E}" dt="2026-09-10T14:44:52.452" v="3" actId="34807"/>
        <pc:sldMkLst>
          <pc:docMk/>
          <pc:sldMk cId="2369253086" sldId="1684"/>
        </pc:sldMkLst>
      </pc:sldChg>
      <pc:sldChg chg="addSp modSp add mod setBg modNotesTx">
        <pc:chgData name="" userId="" providerId="" clId="Web-{57B643FA-356B-4D59-BB8A-E2EC6EF9CC9E}" dt="2026-09-10T14:44:59.156" v="4" actId="34807"/>
        <pc:sldMkLst>
          <pc:docMk/>
          <pc:sldMk cId="3961531667" sldId="1892"/>
        </pc:sldMkLst>
      </pc:sldChg>
      <pc:sldChg chg="addSp modSp add mod setBg">
        <pc:chgData name="" userId="" providerId="" clId="Web-{57B643FA-356B-4D59-BB8A-E2EC6EF9CC9E}" dt="2026-09-10T14:44:59.156" v="4" actId="34807"/>
        <pc:sldMkLst>
          <pc:docMk/>
          <pc:sldMk cId="3901143359" sldId="2101"/>
        </pc:sldMkLst>
      </pc:sldChg>
      <pc:sldChg chg="add mod setBg">
        <pc:chgData name="" userId="" providerId="" clId="Web-{57B643FA-356B-4D59-BB8A-E2EC6EF9CC9E}" dt="2026-09-10T14:43:58.294" v="1" actId="34807"/>
        <pc:sldMkLst>
          <pc:docMk/>
          <pc:sldMk cId="1267224764" sldId="2311"/>
        </pc:sldMkLst>
      </pc:sldChg>
      <pc:sldChg chg="add mod setBg">
        <pc:chgData name="" userId="" providerId="" clId="Web-{57B643FA-356B-4D59-BB8A-E2EC6EF9CC9E}" dt="2026-09-10T14:43:58.294" v="1" actId="34807"/>
        <pc:sldMkLst>
          <pc:docMk/>
          <pc:sldMk cId="1611565338" sldId="2522"/>
        </pc:sldMkLst>
      </pc:sldChg>
      <pc:sldChg chg="add mod setBg">
        <pc:chgData name="" userId="" providerId="" clId="Web-{57B643FA-356B-4D59-BB8A-E2EC6EF9CC9E}" dt="2026-09-10T14:43:58.294" v="1" actId="34807"/>
        <pc:sldMkLst>
          <pc:docMk/>
          <pc:sldMk cId="2468427689" sldId="2734"/>
        </pc:sldMkLst>
      </pc:sldChg>
      <pc:sldChg chg="add mod setBg">
        <pc:chgData name="" userId="" providerId="" clId="Web-{57B643FA-356B-4D59-BB8A-E2EC6EF9CC9E}" dt="2026-09-10T14:43:58.294" v="1" actId="34807"/>
        <pc:sldMkLst>
          <pc:docMk/>
          <pc:sldMk cId="2234436394" sldId="2947"/>
        </pc:sldMkLst>
      </pc:sldChg>
      <pc:sldChg chg="add mod setBg">
        <pc:chgData name="" userId="" providerId="" clId="Web-{57B643FA-356B-4D59-BB8A-E2EC6EF9CC9E}" dt="2026-09-10T14:43:58.294" v="1" actId="34807"/>
        <pc:sldMkLst>
          <pc:docMk/>
          <pc:sldMk cId="317257020" sldId="3161"/>
        </pc:sldMkLst>
      </pc:sldChg>
      <pc:sldChg chg="add mod setBg">
        <pc:chgData name="" userId="" providerId="" clId="Web-{57B643FA-356B-4D59-BB8A-E2EC6EF9CC9E}" dt="2026-09-10T14:43:58.294" v="1" actId="34807"/>
        <pc:sldMkLst>
          <pc:docMk/>
          <pc:sldMk cId="2839915543" sldId="3376"/>
        </pc:sldMkLst>
      </pc:sldChg>
      <pc:sldChg chg="add mod setBg">
        <pc:chgData name="" userId="" providerId="" clId="Web-{57B643FA-356B-4D59-BB8A-E2EC6EF9CC9E}" dt="2026-09-10T14:43:58.294" v="1" actId="34807"/>
        <pc:sldMkLst>
          <pc:docMk/>
          <pc:sldMk cId="2770887063" sldId="3592"/>
        </pc:sldMkLst>
      </pc:sldChg>
      <pc:sldChg chg="add mod setBg">
        <pc:chgData name="" userId="" providerId="" clId="Web-{57B643FA-356B-4D59-BB8A-E2EC6EF9CC9E}" dt="2026-09-10T14:43:58.294" v="1" actId="34807"/>
        <pc:sldMkLst>
          <pc:docMk/>
          <pc:sldMk cId="2161277717" sldId="4027"/>
        </pc:sldMkLst>
      </pc:sldChg>
    </pc:docChg>
  </pc:docChgLst>
  <pc:docChgLst>
    <pc:chgData clId="Web-{BB040130-D206-40EC-B57B-1A3B9CD24595}"/>
    <pc:docChg chg="modSld">
      <pc:chgData name="" userId="" providerId="" clId="Web-{BB040130-D206-40EC-B57B-1A3B9CD24595}" dt="2026-09-10T14:56:02.173" v="13" actId="34807"/>
      <pc:docMkLst>
        <pc:docMk/>
      </pc:docMkLst>
      <pc:sldChg chg="modSp">
        <pc:chgData name="" userId="" providerId="" clId="Web-{BB040130-D206-40EC-B57B-1A3B9CD24595}" dt="2026-09-10T14:51:13.569" v="4" actId="34807"/>
        <pc:sldMkLst>
          <pc:docMk/>
          <pc:sldMk cId="3541133800" sldId="457"/>
        </pc:sldMkLst>
      </pc:sldChg>
      <pc:sldChg chg="modSp">
        <pc:chgData name="" userId="" providerId="" clId="Web-{BB040130-D206-40EC-B57B-1A3B9CD24595}" dt="2026-09-10T14:51:55.820" v="6" actId="34807"/>
        <pc:sldMkLst>
          <pc:docMk/>
          <pc:sldMk cId="1763520816" sldId="659"/>
        </pc:sldMkLst>
      </pc:sldChg>
      <pc:sldChg chg="addSp delSp modSp">
        <pc:chgData name="" userId="" providerId="" clId="Web-{BB040130-D206-40EC-B57B-1A3B9CD24595}" dt="2026-09-10T14:52:50.744" v="9" actId="34807"/>
        <pc:sldMkLst>
          <pc:docMk/>
          <pc:sldMk cId="1623597511" sldId="862"/>
        </pc:sldMkLst>
      </pc:sldChg>
      <pc:sldChg chg="modSp">
        <pc:chgData name="" userId="" providerId="" clId="Web-{BB040130-D206-40EC-B57B-1A3B9CD24595}" dt="2026-09-10T14:51:55.820" v="6" actId="34807"/>
        <pc:sldMkLst>
          <pc:docMk/>
          <pc:sldMk cId="4002290918" sldId="1066"/>
        </pc:sldMkLst>
      </pc:sldChg>
      <pc:sldChg chg="modSp">
        <pc:chgData name="" userId="" providerId="" clId="Web-{BB040130-D206-40EC-B57B-1A3B9CD24595}" dt="2026-09-10T14:51:55.820" v="6" actId="34807"/>
        <pc:sldMkLst>
          <pc:docMk/>
          <pc:sldMk cId="2736095792" sldId="1271"/>
        </pc:sldMkLst>
      </pc:sldChg>
      <pc:sldChg chg="addSp delSp modSp">
        <pc:chgData name="" userId="" providerId="" clId="Web-{BB040130-D206-40EC-B57B-1A3B9CD24595}" dt="2026-09-10T14:52:50.744" v="9" actId="34807"/>
        <pc:sldMkLst>
          <pc:docMk/>
          <pc:sldMk cId="3534592662" sldId="1477"/>
        </pc:sldMkLst>
      </pc:sldChg>
      <pc:sldChg chg="modSp">
        <pc:chgData name="" userId="" providerId="" clId="Web-{BB040130-D206-40EC-B57B-1A3B9CD24595}" dt="2026-09-10T14:51:55.820" v="6" actId="34807"/>
        <pc:sldMkLst>
          <pc:docMk/>
          <pc:sldMk cId="2369253086" sldId="1684"/>
        </pc:sldMkLst>
      </pc:sldChg>
      <pc:sldChg chg="addSp modSp">
        <pc:chgData name="" userId="" providerId="" clId="Web-{BB040130-D206-40EC-B57B-1A3B9CD24595}" dt="2026-09-10T14:56:02.173" v="13" actId="34807"/>
        <pc:sldMkLst>
          <pc:docMk/>
          <pc:sldMk cId="3961531667" sldId="1892"/>
        </pc:sldMkLst>
      </pc:sldChg>
      <pc:sldChg chg="addSp modSp modNotesTx">
        <pc:chgData name="" userId="" providerId="" clId="Web-{BB040130-D206-40EC-B57B-1A3B9CD24595}" dt="2026-09-10T14:52:03.117" v="7" actId="34807"/>
        <pc:sldMkLst>
          <pc:docMk/>
          <pc:sldMk cId="3901143359" sldId="2101"/>
        </pc:sldMkLst>
      </pc:sldChg>
      <pc:sldChg chg="addSp delSp modSp modNotesTx">
        <pc:chgData name="" userId="" providerId="" clId="Web-{BB040130-D206-40EC-B57B-1A3B9CD24595}" dt="2026-09-10T14:53:28.652" v="11" actId="34807"/>
        <pc:sldMkLst>
          <pc:docMk/>
          <pc:sldMk cId="1267224764" sldId="2311"/>
        </pc:sldMkLst>
      </pc:sldChg>
      <pc:sldChg chg="addSp modSp modNotesTx">
        <pc:chgData name="" userId="" providerId="" clId="Web-{BB040130-D206-40EC-B57B-1A3B9CD24595}" dt="2026-09-10T14:48:48.376" v="0" actId="34807"/>
        <pc:sldMkLst>
          <pc:docMk/>
          <pc:sldMk cId="1611565338" sldId="2522"/>
        </pc:sldMkLst>
      </pc:sldChg>
      <pc:sldChg chg="addSp delSp modSp modNotesTx">
        <pc:chgData name="" userId="" providerId="" clId="Web-{BB040130-D206-40EC-B57B-1A3B9CD24595}" dt="2026-09-10T14:52:56.776" v="10" actId="34807"/>
        <pc:sldMkLst>
          <pc:docMk/>
          <pc:sldMk cId="2468427689" sldId="2734"/>
        </pc:sldMkLst>
      </pc:sldChg>
      <pc:sldChg chg="addSp delSp modSp modNotesTx">
        <pc:chgData name="" userId="" providerId="" clId="Web-{BB040130-D206-40EC-B57B-1A3B9CD24595}" dt="2026-09-10T14:55:38.078" v="12" actId="34807"/>
        <pc:sldMkLst>
          <pc:docMk/>
          <pc:sldMk cId="2234436394" sldId="2947"/>
        </pc:sldMkLst>
      </pc:sldChg>
      <pc:sldChg chg="addSp modSp modNotesTx">
        <pc:chgData name="" userId="" providerId="" clId="Web-{BB040130-D206-40EC-B57B-1A3B9CD24595}" dt="2026-09-10T14:48:55.548" v="1" actId="34807"/>
        <pc:sldMkLst>
          <pc:docMk/>
          <pc:sldMk cId="317257020" sldId="3161"/>
        </pc:sldMkLst>
      </pc:sldChg>
      <pc:sldChg chg="addSp modSp modNotesTx">
        <pc:chgData name="" userId="" providerId="" clId="Web-{BB040130-D206-40EC-B57B-1A3B9CD24595}" dt="2026-09-10T14:48:55.548" v="1" actId="34807"/>
        <pc:sldMkLst>
          <pc:docMk/>
          <pc:sldMk cId="2839915543" sldId="3376"/>
        </pc:sldMkLst>
      </pc:sldChg>
      <pc:sldChg chg="addSp modSp modNotesTx">
        <pc:chgData name="" userId="" providerId="" clId="Web-{BB040130-D206-40EC-B57B-1A3B9CD24595}" dt="2026-09-10T14:49:01.501" v="2" actId="34807"/>
        <pc:sldMkLst>
          <pc:docMk/>
          <pc:sldMk cId="2770887063" sldId="3592"/>
        </pc:sldMkLst>
      </pc:sldChg>
      <pc:sldChg chg="addSp delSp modSp modNotesTx">
        <pc:chgData name="" userId="" providerId="" clId="Web-{BB040130-D206-40EC-B57B-1A3B9CD24595}" dt="2026-09-10T14:55:38.078" v="12" actId="34807"/>
        <pc:sldMkLst>
          <pc:docMk/>
          <pc:sldMk cId="2161277717" sldId="402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57BCA2-14A7-4296-B2A0-A32731456630}" type="datetimeFigureOut">
              <a:t>9/12/2026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C0FA47-1D18-47B2-8ABF-B9503EA8B81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810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C0FA47-1D18-47B2-8ABF-B9503EA8B81F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6556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C0FA47-1D18-47B2-8ABF-B9503EA8B81F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829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C0FA47-1D18-47B2-8ABF-B9503EA8B81F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4556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C0FA47-1D18-47B2-8ABF-B9503EA8B81F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3694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C0FA47-1D18-47B2-8ABF-B9503EA8B81F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7716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C0FA47-1D18-47B2-8ABF-B9503EA8B81F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5305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C0FA47-1D18-47B2-8ABF-B9503EA8B81F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5948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C0FA47-1D18-47B2-8ABF-B9503EA8B81F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2544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C0FA47-1D18-47B2-8ABF-B9503EA8B81F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644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C0FA47-1D18-47B2-8ABF-B9503EA8B81F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9304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C0FA47-1D18-47B2-8ABF-B9503EA8B81F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7778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C0FA47-1D18-47B2-8ABF-B9503EA8B81F}" type="slidenum"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3482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C0FA47-1D18-47B2-8ABF-B9503EA8B81F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690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C0FA47-1D18-47B2-8ABF-B9503EA8B81F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435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C0FA47-1D18-47B2-8ABF-B9503EA8B81F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5708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C0FA47-1D18-47B2-8ABF-B9503EA8B81F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498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C0FA47-1D18-47B2-8ABF-B9503EA8B81F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0787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C0FA47-1D18-47B2-8ABF-B9503EA8B81F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5455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8B06D-6EED-80F0-69D2-C946424D4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B4651B-2E18-B369-6DFD-336D821A1D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37289B-4DAA-5857-C12B-3D006A80D4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5B792-8A95-D50D-E2A9-2F638670E1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C0FA47-1D18-47B2-8ABF-B9503EA8B81F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705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939257"/>
            <a:ext cx="5898630" cy="4803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2000" cy="47840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C7B0B-C375-9D64-1424-3B07B71AF1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05927" y="4939715"/>
            <a:ext cx="4420031" cy="479458"/>
          </a:xfrm>
        </p:spPr>
        <p:txBody>
          <a:bodyPr anchor="t"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9117021-C08A-0E4F-5F64-FC1A870E48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2" y="4939257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001D668-DD9C-F5B4-B191-51BDD0B308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09A08CF-24F0-EC7D-277D-CB831E7E7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847" y="5718869"/>
            <a:ext cx="5916168" cy="1143000"/>
          </a:xfrm>
        </p:spPr>
        <p:txBody>
          <a:bodyPr anchor="b">
            <a:normAutofit/>
          </a:bodyPr>
          <a:lstStyle>
            <a:lvl1pPr>
              <a:lnSpc>
                <a:spcPct val="6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048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406F310-2B8D-3C32-560C-686817E6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49" y="1012175"/>
            <a:ext cx="11113008" cy="84979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FD1A6D-2D8E-1FD1-C1AC-CB5E9D5A1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375" y="110364"/>
            <a:ext cx="52768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ADE430-EE65-B675-F031-7651DE9D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05BC9-1670-00D4-5A66-F52444DA9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959" y="104649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2115542"/>
            <a:ext cx="11013670" cy="44515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449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57214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134185-2980-312E-60AF-F360D16F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1290"/>
            <a:ext cx="4654296" cy="3739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58650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6174463"/>
            <a:ext cx="5891134" cy="65483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29E0058-93A2-5291-6ACA-A043086266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F14EE-EFB3-D2DC-CEAA-621D66627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3E0DC-DE5C-286F-36BD-6985F4A6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07AF81-9CDB-689F-CE00-62257104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0B1373-40A5-190F-BE9F-8FC310F7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59632"/>
            <a:ext cx="9683496" cy="37764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36468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54E7A70C-B49B-5779-BA11-88AE4939E0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77355" y="83125"/>
            <a:ext cx="731520" cy="73152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8197F50-0DC4-261A-813C-264E7361D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84032"/>
            <a:ext cx="8074152" cy="471830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8141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2296"/>
            <a:ext cx="8139659" cy="1554480"/>
          </a:xfrm>
        </p:spPr>
        <p:txBody>
          <a:bodyPr anchor="t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-1" y="1896472"/>
            <a:ext cx="8139660" cy="3557904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75C8E38-E957-9E3C-9A05-717C0F009AB9}"/>
              </a:ext>
            </a:extLst>
          </p:cNvPr>
          <p:cNvSpPr/>
          <p:nvPr/>
        </p:nvSpPr>
        <p:spPr>
          <a:xfrm>
            <a:off x="8552512" y="3218512"/>
            <a:ext cx="3557904" cy="3557904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1E193C2-09EC-BB41-5A34-007D34EB8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089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6396" y="621792"/>
            <a:ext cx="5386715" cy="1816898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590664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90488" y="110364"/>
            <a:ext cx="534923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2740228"/>
            <a:ext cx="5906642" cy="4096512"/>
          </a:xfrm>
        </p:spPr>
        <p:txBody>
          <a:bodyPr anchor="b"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79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0178B15-836F-D50E-D616-40C937324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645" y="987552"/>
            <a:ext cx="5366480" cy="4044508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3A196D4-110B-6911-7AF5-9149D3FFF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536648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8D9253F-93F3-9EB9-BFA6-49C9461DE0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0701"/>
            <a:ext cx="294044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94C6C96-D651-5D6B-830B-07E5A3542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969264"/>
            <a:ext cx="5336753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114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988979"/>
            <a:ext cx="3462878" cy="2942419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9910B-18FC-4A92-025A-A88AC7CD6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34702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52728-D41A-655E-871F-F76147E0E9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7167" y="100701"/>
            <a:ext cx="294044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E07CC96-728B-298D-B2D6-54C4E9F0E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17167" y="967689"/>
            <a:ext cx="7217771" cy="52371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8488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7D0064E-1F0E-2DDF-C6B5-9CE196C4B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5804" y="612140"/>
            <a:ext cx="6499655" cy="151961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401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D478DAE4-13AB-5772-07E6-B3264F1E314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4122" y="2457406"/>
            <a:ext cx="6441338" cy="3778977"/>
          </a:xfrm>
        </p:spPr>
        <p:txBody>
          <a:bodyPr anchor="t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04122" y="6452990"/>
            <a:ext cx="1968375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16252" y="6452989"/>
            <a:ext cx="429207" cy="365125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356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CDF6858-35EF-4C90-B3F5-339B7EF1F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1793" y="621792"/>
            <a:ext cx="7252710" cy="113876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2FCF01F-6AD4-FD29-865E-65BD55CF89D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09088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F9B8FC8-8820-A655-2A18-E8F8FC2C72D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1793" y="6492875"/>
            <a:ext cx="1968375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3" name="Date Placeholder 2">
            <a:extLst>
              <a:ext uri="{FF2B5EF4-FFF2-40B4-BE49-F238E27FC236}">
                <a16:creationId xmlns:a16="http://schemas.microsoft.com/office/drawing/2014/main" id="{A8C032E2-BBA3-EA74-8FE1-5AFC46A21AE1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23903" y="6492875"/>
            <a:ext cx="1596200" cy="365125"/>
          </a:xfrm>
        </p:spPr>
        <p:txBody>
          <a:bodyPr anchor="b"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D28087CA-07B9-D0D2-3AA7-C34B5C9645B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05296" y="6492875"/>
            <a:ext cx="429207" cy="365125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6336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7A932ED1-5750-0D24-8D58-961B6F20F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07" y="621792"/>
            <a:ext cx="7252710" cy="11387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01598DB3-17DB-7EDD-0F42-9866A753C2D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69602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6C5AB1A9-786B-C92B-C6EA-63CE0AACFB1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6864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C6115057-015C-DC83-074A-D22D9E0B6CD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2307" y="6492875"/>
            <a:ext cx="19683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42028964-5597-F5F0-6AEA-C79255C9BCE9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5284417" y="6492875"/>
            <a:ext cx="15962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6324527-5F82-8213-FFB9-A5E6BEB2314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365810" y="6492875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6405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15000-16D8-B5F1-E35B-BAE97B4E6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5" y="621793"/>
            <a:ext cx="5326684" cy="1507454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B022A1E6-0A6D-9476-5034-0BDE3EE38B9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18616" y="2513110"/>
            <a:ext cx="5326683" cy="356800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6B8D4096-4B0D-5226-C004-475A83BE8BF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08842" y="0"/>
            <a:ext cx="588315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917C8CF-AEBF-835D-4503-06A0208049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8615" y="6450237"/>
            <a:ext cx="1968375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3662962-C2D0-E99D-BD6A-C97F4798F26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453953" y="6464979"/>
            <a:ext cx="429207" cy="365125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6170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8B87BE0-867D-AF74-02DD-6F5420BC6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965" y="621792"/>
            <a:ext cx="4446871" cy="186762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7B86FDEC-359F-20D5-12F6-5CBA3DC009E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3940" y="2890729"/>
            <a:ext cx="4449227" cy="3138438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FBEF9CB2-E8D7-8869-9B11-C58F1606DF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3570" y="0"/>
            <a:ext cx="682843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784CE43-81E9-3B12-CB65-9B5FC6ECE9E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18" y="6430476"/>
            <a:ext cx="1968375" cy="379867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779F1775-5104-9F86-4A61-07F914947CC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563960" y="6430476"/>
            <a:ext cx="429207" cy="379867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2040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9733" y="621792"/>
            <a:ext cx="3884546" cy="2280501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74736F65-8A7D-D535-AAD0-31480F8AD31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7260609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7521" y="3211512"/>
            <a:ext cx="3884547" cy="27432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C64245F1-97E2-FD23-26A5-03067F46469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649733" y="6456384"/>
            <a:ext cx="1968375" cy="379867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15E75D5B-F407-F4DD-192B-D56CF168CD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4152" y="6456385"/>
            <a:ext cx="429207" cy="379867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656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B686070-85E7-EB57-8965-F95F2692C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08276"/>
            <a:ext cx="4428700" cy="2620587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29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4546533B-13A8-961D-BD05-8DE715F6340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68036" y="3579702"/>
            <a:ext cx="6298442" cy="262058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9349FD65-108E-79AD-A9C8-91429963386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262666" y="6442872"/>
            <a:ext cx="1968375" cy="379867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547B7542-C2BA-4322-9FF4-E2713B917492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7697040" y="6442872"/>
            <a:ext cx="2295997" cy="379867"/>
          </a:xfrm>
        </p:spPr>
        <p:txBody>
          <a:bodyPr anchor="b"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EB058DA4-9F6F-CC80-D1C5-728E096806C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7271" y="6442873"/>
            <a:ext cx="429207" cy="379867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0378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B0F469B-7972-C862-3265-20EC44D7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31710"/>
            <a:ext cx="11032239" cy="1115203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1A9091ED-65DB-CA4C-BC68-EC773138EFA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9181" y="2115403"/>
            <a:ext cx="5786651" cy="467143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A3F07A79-5344-FA17-3625-1266EFAA87F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90488" y="2115403"/>
            <a:ext cx="5353815" cy="4110888"/>
          </a:xfrm>
        </p:spPr>
        <p:txBody>
          <a:bodyPr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C0D704B-E4D2-B261-890F-35C54C94C6E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6177425" y="6428984"/>
            <a:ext cx="4467829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5932FFD-B632-F7EE-B653-9A621348C00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0926847" y="6421709"/>
            <a:ext cx="617457" cy="365125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2337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348" y="644000"/>
            <a:ext cx="2594550" cy="1877132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740" y="2899954"/>
            <a:ext cx="3610418" cy="331404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2183" y="644000"/>
            <a:ext cx="7183078" cy="5570000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E471EB04-B63C-4629-0688-E2CC8C576A5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2" name="Date Placeholder 5">
            <a:extLst>
              <a:ext uri="{FF2B5EF4-FFF2-40B4-BE49-F238E27FC236}">
                <a16:creationId xmlns:a16="http://schemas.microsoft.com/office/drawing/2014/main" id="{A4924D77-E18C-D84A-F550-9B0188FEBF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 anchor="b"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38B4B455-40D3-EF76-D860-2A6FFBF6983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0058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504688"/>
            <a:ext cx="5902657" cy="1353312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54591" y="-156950"/>
            <a:ext cx="5957248" cy="4510586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50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98C21E-A9AF-D3FB-3F6A-06088553C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10101" y="5852160"/>
            <a:ext cx="1005840" cy="100584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7741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0058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32976E3-E745-9DF8-C3E3-53A778D950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6453" y="5852160"/>
            <a:ext cx="1005840" cy="1005840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F777942-A24A-16CB-2115-A16E397BBB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1D0C3F1-69CA-2A45-33F7-9AF4B8FFED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DB65802-3866-05DF-F96B-15A117F7C7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7470" y="1016759"/>
            <a:ext cx="10082693" cy="5841242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424457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DC095FD-8C32-C2DB-3F1D-105AFD1518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83347" y="5852160"/>
            <a:ext cx="1005840" cy="100584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A0FBB42-F049-CCA6-45E1-D60DC58A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5899926"/>
            <a:ext cx="5902657" cy="958073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2B5E50A9-B175-CA38-A22A-468AE7533B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8288" y="95534"/>
            <a:ext cx="8961120" cy="4476466"/>
          </a:xfrm>
        </p:spPr>
        <p:txBody>
          <a:bodyPr anchor="t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84D7E47A-F89A-8F43-C300-185AD1461C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1CA01B7F-0CDC-9F0A-6B3B-A87674D14D6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93030" y="6392564"/>
            <a:ext cx="3104866" cy="365125"/>
          </a:xfrm>
        </p:spPr>
        <p:txBody>
          <a:bodyPr anchor="b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6768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A74F0-5415-CAD7-98B3-4A75913F4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987552"/>
            <a:ext cx="3465576" cy="29443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51E178-0505-15CE-6ACB-7BE1FB1E5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3" y="110364"/>
            <a:ext cx="347472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82246E-2BFA-5BAA-F22D-A2618C05A0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5968" y="104576"/>
            <a:ext cx="483688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4BA02B-433E-FB95-6E96-11393CDB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74B4B98-ABA0-9FD3-485A-984EDEEB446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15966" y="987552"/>
            <a:ext cx="7446825" cy="2560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3822067E-4B47-03C7-3636-0C6F8324E1E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15967" y="3931920"/>
            <a:ext cx="7446824" cy="2560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4181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F29C1-2D4D-0529-EAD3-926838F41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30936"/>
            <a:ext cx="11018520" cy="10883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6A1D5A-FFC5-5F10-90D2-A3FBCC312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110364"/>
            <a:ext cx="52768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1BD63D-FC9C-D946-5560-869AEDE315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4576"/>
            <a:ext cx="483688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EF08D-93E2-AF7A-F559-DDB0B35B8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8CB9E0-8B46-6608-0C37-7C5ABA9B4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2286000"/>
            <a:ext cx="5184648" cy="534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C2C05A59-CCEE-1225-7022-B1DA682C704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30351" y="2980943"/>
            <a:ext cx="5183188" cy="3586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6471C19-5F51-6595-B72A-4BFC1E553D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0488" y="2286000"/>
            <a:ext cx="5183188" cy="534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0AB20C10-A144-EF5E-8276-7E736CE875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90488" y="2980944"/>
            <a:ext cx="5183188" cy="35861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1934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D1F904E-1F4C-373E-2E2B-D7478F70F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644663"/>
            <a:ext cx="11045952" cy="10883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109728"/>
            <a:ext cx="52768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1928" y="110364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5245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AD1B27E-1142-7BB8-1DE8-D31FA8AA8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100701"/>
            <a:ext cx="589863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900E2BC-FCC7-E994-4648-A42CDE5186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0" y="100701"/>
            <a:ext cx="5332001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211A59-CFA8-A0B1-4A4C-E446F9072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5600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926" y="655093"/>
            <a:ext cx="10982409" cy="152854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5926" y="2497540"/>
            <a:ext cx="10982409" cy="3384645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BD7A9B30-35AB-D437-5276-473CFE5169D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0D033E8C-C8B6-A9F1-6B99-0610AEC435C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9C00759-43C5-D4A5-6597-C9F31C4DA2A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77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5" y="2883090"/>
            <a:ext cx="7741851" cy="184202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9D34928-44CA-ACCE-36AD-37689020A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906" y="100701"/>
            <a:ext cx="53617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6F43E62-A9B0-571B-E3BD-354206A884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1" y="100701"/>
            <a:ext cx="252603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6905" y="4922111"/>
            <a:ext cx="7741850" cy="1279615"/>
          </a:xfrm>
        </p:spPr>
        <p:txBody>
          <a:bodyPr anchor="t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6392174"/>
            <a:ext cx="429207" cy="365125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3CF16D9-01F3-6CE6-7291-C344E099BBD0}"/>
              </a:ext>
            </a:extLst>
          </p:cNvPr>
          <p:cNvSpPr/>
          <p:nvPr/>
        </p:nvSpPr>
        <p:spPr>
          <a:xfrm>
            <a:off x="8454179" y="100701"/>
            <a:ext cx="3557904" cy="3557904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3667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5BE3C-76D4-73B4-948F-D25618ACE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E90F7-4C58-0789-6EF9-37955A4B4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8CB35-D5C6-36C0-C1E0-422130A3C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4B7D5-50C9-9217-0AB8-C8E7DE3E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95212-4965-160C-95B0-631421AE8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946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644663"/>
            <a:ext cx="12001592" cy="1088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90488" y="104576"/>
            <a:ext cx="483688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01" y="110364"/>
            <a:ext cx="5276852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2792" y="110364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907521"/>
            <a:ext cx="12001592" cy="48401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45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  <p:sldLayoutId id="2147483700" r:id="rId28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600" b="0" i="0" kern="1200" spc="-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6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24" name="Picture 43823">
            <a:extLst>
              <a:ext uri="{FF2B5EF4-FFF2-40B4-BE49-F238E27FC236}">
                <a16:creationId xmlns:a16="http://schemas.microsoft.com/office/drawing/2014/main" id="{ADF36EB3-6661-749A-289F-480DE4BE3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4079" name="Rectangle 44078">
            <a:extLst>
              <a:ext uri="{FF2B5EF4-FFF2-40B4-BE49-F238E27FC236}">
                <a16:creationId xmlns:a16="http://schemas.microsoft.com/office/drawing/2014/main" id="{BFE52C15-77F7-2680-4A44-8432A02A172C}"/>
              </a:ext>
            </a:extLst>
          </p:cNvPr>
          <p:cNvSpPr/>
          <p:nvPr/>
        </p:nvSpPr>
        <p:spPr>
          <a:xfrm>
            <a:off x="548640" y="969264"/>
            <a:ext cx="457200" cy="41148"/>
          </a:xfrm>
          <a:prstGeom prst="rect">
            <a:avLst/>
          </a:prstGeom>
          <a:solidFill>
            <a:srgbClr val="67E8F9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232" name="Rectangle 44231">
            <a:extLst>
              <a:ext uri="{FF2B5EF4-FFF2-40B4-BE49-F238E27FC236}">
                <a16:creationId xmlns:a16="http://schemas.microsoft.com/office/drawing/2014/main" id="{D4255E98-0625-A36B-CF2B-4AA6B71C2900}"/>
              </a:ext>
            </a:extLst>
          </p:cNvPr>
          <p:cNvSpPr/>
          <p:nvPr/>
        </p:nvSpPr>
        <p:spPr>
          <a:xfrm>
            <a:off x="548640" y="1280160"/>
            <a:ext cx="5577840" cy="14325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4400" dirty="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From Sensors to</a:t>
            </a:r>
          </a:p>
          <a:p>
            <a:pPr>
              <a:buNone/>
            </a:pPr>
            <a:r>
              <a:rPr lang="en-US" sz="4400" dirty="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Smart Systems</a:t>
            </a:r>
            <a:endParaRPr lang="en-US" dirty="0"/>
          </a:p>
        </p:txBody>
      </p:sp>
      <p:sp>
        <p:nvSpPr>
          <p:cNvPr id="44261" name="Rectangle 44260">
            <a:extLst>
              <a:ext uri="{FF2B5EF4-FFF2-40B4-BE49-F238E27FC236}">
                <a16:creationId xmlns:a16="http://schemas.microsoft.com/office/drawing/2014/main" id="{ECF0B651-25BB-1C26-B09B-8340B6F33AAC}"/>
              </a:ext>
            </a:extLst>
          </p:cNvPr>
          <p:cNvSpPr/>
          <p:nvPr/>
        </p:nvSpPr>
        <p:spPr>
          <a:xfrm>
            <a:off x="548640" y="3154680"/>
            <a:ext cx="5486400" cy="7010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400" dirty="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An Introduction</a:t>
            </a:r>
          </a:p>
          <a:p>
            <a:pPr>
              <a:buNone/>
            </a:pPr>
            <a:r>
              <a:rPr lang="en-US" sz="2400" dirty="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to ESP32 and IoT</a:t>
            </a:r>
            <a:endParaRPr lang="en-US" sz="2400" dirty="0"/>
          </a:p>
        </p:txBody>
      </p:sp>
      <p:sp>
        <p:nvSpPr>
          <p:cNvPr id="44291" name="Rectangle 44290">
            <a:extLst>
              <a:ext uri="{FF2B5EF4-FFF2-40B4-BE49-F238E27FC236}">
                <a16:creationId xmlns:a16="http://schemas.microsoft.com/office/drawing/2014/main" id="{45E04495-00E1-4D99-EBF8-A463CE89444B}"/>
              </a:ext>
            </a:extLst>
          </p:cNvPr>
          <p:cNvSpPr/>
          <p:nvPr/>
        </p:nvSpPr>
        <p:spPr>
          <a:xfrm>
            <a:off x="548640" y="3703320"/>
            <a:ext cx="457200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endParaRPr lang="en-US" sz="1400" dirty="0">
              <a:solidFill>
                <a:srgbClr val="67E8F9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67E8F9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0CB0BD-C5C6-8370-A05E-7062D2B4FB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6848" y="1264919"/>
            <a:ext cx="6118862" cy="40792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13" name="Rectangle 84312">
            <a:extLst>
              <a:ext uri="{FF2B5EF4-FFF2-40B4-BE49-F238E27FC236}">
                <a16:creationId xmlns:a16="http://schemas.microsoft.com/office/drawing/2014/main" id="{9BBE6ECF-5E1A-3EC7-0074-E194DFDD24F1}"/>
              </a:ext>
            </a:extLst>
          </p:cNvPr>
          <p:cNvSpPr/>
          <p:nvPr/>
        </p:nvSpPr>
        <p:spPr>
          <a:xfrm>
            <a:off x="548640" y="621792"/>
            <a:ext cx="457200" cy="41148"/>
          </a:xfrm>
          <a:prstGeom prst="rect">
            <a:avLst/>
          </a:prstGeom>
          <a:solidFill>
            <a:srgbClr val="FDBA7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348" name="Rectangle 84347">
            <a:extLst>
              <a:ext uri="{FF2B5EF4-FFF2-40B4-BE49-F238E27FC236}">
                <a16:creationId xmlns:a16="http://schemas.microsoft.com/office/drawing/2014/main" id="{A295F632-D4CB-0513-288F-FEC7629BCF88}"/>
              </a:ext>
            </a:extLst>
          </p:cNvPr>
          <p:cNvSpPr/>
          <p:nvPr/>
        </p:nvSpPr>
        <p:spPr>
          <a:xfrm>
            <a:off x="548640" y="2484120"/>
            <a:ext cx="32004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384" name="Oval 84383">
            <a:extLst>
              <a:ext uri="{FF2B5EF4-FFF2-40B4-BE49-F238E27FC236}">
                <a16:creationId xmlns:a16="http://schemas.microsoft.com/office/drawing/2014/main" id="{ED2A3A90-4335-9EF0-45B1-E0838111DCFC}"/>
              </a:ext>
            </a:extLst>
          </p:cNvPr>
          <p:cNvSpPr/>
          <p:nvPr/>
        </p:nvSpPr>
        <p:spPr>
          <a:xfrm>
            <a:off x="722376" y="2680716"/>
            <a:ext cx="109728" cy="109728"/>
          </a:xfrm>
          <a:prstGeom prst="ellipse">
            <a:avLst/>
          </a:prstGeom>
          <a:solidFill>
            <a:srgbClr val="67E8F9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421" name="Rectangle 84420">
            <a:extLst>
              <a:ext uri="{FF2B5EF4-FFF2-40B4-BE49-F238E27FC236}">
                <a16:creationId xmlns:a16="http://schemas.microsoft.com/office/drawing/2014/main" id="{97417604-7322-F942-E33F-24410EC3B484}"/>
              </a:ext>
            </a:extLst>
          </p:cNvPr>
          <p:cNvSpPr/>
          <p:nvPr/>
        </p:nvSpPr>
        <p:spPr>
          <a:xfrm>
            <a:off x="548640" y="3078480"/>
            <a:ext cx="32004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459" name="Oval 84458">
            <a:extLst>
              <a:ext uri="{FF2B5EF4-FFF2-40B4-BE49-F238E27FC236}">
                <a16:creationId xmlns:a16="http://schemas.microsoft.com/office/drawing/2014/main" id="{8E4745B3-0BD6-36DD-AE69-83F68F79CB5F}"/>
              </a:ext>
            </a:extLst>
          </p:cNvPr>
          <p:cNvSpPr/>
          <p:nvPr/>
        </p:nvSpPr>
        <p:spPr>
          <a:xfrm>
            <a:off x="722376" y="3275076"/>
            <a:ext cx="109728" cy="109728"/>
          </a:xfrm>
          <a:prstGeom prst="ellipse">
            <a:avLst/>
          </a:prstGeom>
          <a:solidFill>
            <a:srgbClr val="67E8F9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498" name="Rectangle 84497">
            <a:extLst>
              <a:ext uri="{FF2B5EF4-FFF2-40B4-BE49-F238E27FC236}">
                <a16:creationId xmlns:a16="http://schemas.microsoft.com/office/drawing/2014/main" id="{36089BFA-68C9-64E7-C4DE-D8034CA24F3F}"/>
              </a:ext>
            </a:extLst>
          </p:cNvPr>
          <p:cNvSpPr/>
          <p:nvPr/>
        </p:nvSpPr>
        <p:spPr>
          <a:xfrm>
            <a:off x="548640" y="3672840"/>
            <a:ext cx="32004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538" name="Oval 84537">
            <a:extLst>
              <a:ext uri="{FF2B5EF4-FFF2-40B4-BE49-F238E27FC236}">
                <a16:creationId xmlns:a16="http://schemas.microsoft.com/office/drawing/2014/main" id="{1F56F5A8-7914-BCD7-03F2-2B57F79C0A8E}"/>
              </a:ext>
            </a:extLst>
          </p:cNvPr>
          <p:cNvSpPr/>
          <p:nvPr/>
        </p:nvSpPr>
        <p:spPr>
          <a:xfrm>
            <a:off x="722376" y="3869436"/>
            <a:ext cx="109728" cy="109728"/>
          </a:xfrm>
          <a:prstGeom prst="ellipse">
            <a:avLst/>
          </a:prstGeom>
          <a:solidFill>
            <a:srgbClr val="67E8F9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579" name="Arrow: Right 84578">
            <a:extLst>
              <a:ext uri="{FF2B5EF4-FFF2-40B4-BE49-F238E27FC236}">
                <a16:creationId xmlns:a16="http://schemas.microsoft.com/office/drawing/2014/main" id="{6C1A3B72-5913-26B8-05DF-604F0E3B1088}"/>
              </a:ext>
            </a:extLst>
          </p:cNvPr>
          <p:cNvSpPr/>
          <p:nvPr/>
        </p:nvSpPr>
        <p:spPr>
          <a:xfrm>
            <a:off x="3931920" y="3169920"/>
            <a:ext cx="502920" cy="201168"/>
          </a:xfrm>
          <a:prstGeom prst="rightArrow">
            <a:avLst/>
          </a:prstGeom>
          <a:solidFill>
            <a:srgbClr val="CBD5E1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621" name="Rectangle 84620">
            <a:extLst>
              <a:ext uri="{FF2B5EF4-FFF2-40B4-BE49-F238E27FC236}">
                <a16:creationId xmlns:a16="http://schemas.microsoft.com/office/drawing/2014/main" id="{884A291B-80AC-1121-1517-B6E93084D7A8}"/>
              </a:ext>
            </a:extLst>
          </p:cNvPr>
          <p:cNvSpPr/>
          <p:nvPr/>
        </p:nvSpPr>
        <p:spPr>
          <a:xfrm>
            <a:off x="4572000" y="2498795"/>
            <a:ext cx="301752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664" name="Rectangle 84663">
            <a:extLst>
              <a:ext uri="{FF2B5EF4-FFF2-40B4-BE49-F238E27FC236}">
                <a16:creationId xmlns:a16="http://schemas.microsoft.com/office/drawing/2014/main" id="{C6FC5CA4-6270-00E3-FCA0-DA11946359CB}"/>
              </a:ext>
            </a:extLst>
          </p:cNvPr>
          <p:cNvSpPr/>
          <p:nvPr/>
        </p:nvSpPr>
        <p:spPr>
          <a:xfrm>
            <a:off x="4572000" y="2498795"/>
            <a:ext cx="64008" cy="1554480"/>
          </a:xfrm>
          <a:prstGeom prst="rect">
            <a:avLst/>
          </a:prstGeom>
          <a:solidFill>
            <a:srgbClr val="FDBA7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708" name="Arrow: Right 84707">
            <a:extLst>
              <a:ext uri="{FF2B5EF4-FFF2-40B4-BE49-F238E27FC236}">
                <a16:creationId xmlns:a16="http://schemas.microsoft.com/office/drawing/2014/main" id="{5AB61C31-0A5A-EDF6-9804-88312AFC8D26}"/>
              </a:ext>
            </a:extLst>
          </p:cNvPr>
          <p:cNvSpPr/>
          <p:nvPr/>
        </p:nvSpPr>
        <p:spPr>
          <a:xfrm>
            <a:off x="7699248" y="2734056"/>
            <a:ext cx="502920" cy="201168"/>
          </a:xfrm>
          <a:prstGeom prst="rightArrow">
            <a:avLst/>
          </a:prstGeom>
          <a:solidFill>
            <a:srgbClr val="CBD5E1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753" name="Arrow: Right 84752">
            <a:extLst>
              <a:ext uri="{FF2B5EF4-FFF2-40B4-BE49-F238E27FC236}">
                <a16:creationId xmlns:a16="http://schemas.microsoft.com/office/drawing/2014/main" id="{254B5564-AE15-CAF1-7FF7-C289CEBDD89B}"/>
              </a:ext>
            </a:extLst>
          </p:cNvPr>
          <p:cNvSpPr/>
          <p:nvPr/>
        </p:nvSpPr>
        <p:spPr>
          <a:xfrm>
            <a:off x="7699248" y="3617976"/>
            <a:ext cx="502920" cy="201168"/>
          </a:xfrm>
          <a:prstGeom prst="rightArrow">
            <a:avLst/>
          </a:prstGeom>
          <a:solidFill>
            <a:srgbClr val="CBD5E1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799" name="Rectangle 84798">
            <a:extLst>
              <a:ext uri="{FF2B5EF4-FFF2-40B4-BE49-F238E27FC236}">
                <a16:creationId xmlns:a16="http://schemas.microsoft.com/office/drawing/2014/main" id="{BA2147A5-7C81-F039-12CD-54824FA301BF}"/>
              </a:ext>
            </a:extLst>
          </p:cNvPr>
          <p:cNvSpPr/>
          <p:nvPr/>
        </p:nvSpPr>
        <p:spPr>
          <a:xfrm>
            <a:off x="8302752" y="2389288"/>
            <a:ext cx="329184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846" name="Rectangle 84845">
            <a:extLst>
              <a:ext uri="{FF2B5EF4-FFF2-40B4-BE49-F238E27FC236}">
                <a16:creationId xmlns:a16="http://schemas.microsoft.com/office/drawing/2014/main" id="{B30829AC-CF6D-93D7-BF38-A72EDF9A294F}"/>
              </a:ext>
            </a:extLst>
          </p:cNvPr>
          <p:cNvSpPr/>
          <p:nvPr/>
        </p:nvSpPr>
        <p:spPr>
          <a:xfrm>
            <a:off x="8302752" y="2379406"/>
            <a:ext cx="64008" cy="731520"/>
          </a:xfrm>
          <a:prstGeom prst="rect">
            <a:avLst/>
          </a:prstGeom>
          <a:solidFill>
            <a:srgbClr val="86EFAC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894" name="Rectangle 84893">
            <a:extLst>
              <a:ext uri="{FF2B5EF4-FFF2-40B4-BE49-F238E27FC236}">
                <a16:creationId xmlns:a16="http://schemas.microsoft.com/office/drawing/2014/main" id="{3D9B5177-41C9-CA37-1088-D3D5A95F3642}"/>
              </a:ext>
            </a:extLst>
          </p:cNvPr>
          <p:cNvSpPr/>
          <p:nvPr/>
        </p:nvSpPr>
        <p:spPr>
          <a:xfrm>
            <a:off x="8311896" y="3345180"/>
            <a:ext cx="329184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943" name="Rectangle 84942">
            <a:extLst>
              <a:ext uri="{FF2B5EF4-FFF2-40B4-BE49-F238E27FC236}">
                <a16:creationId xmlns:a16="http://schemas.microsoft.com/office/drawing/2014/main" id="{A621787D-0D9C-46F5-D00C-B82316E12598}"/>
              </a:ext>
            </a:extLst>
          </p:cNvPr>
          <p:cNvSpPr/>
          <p:nvPr/>
        </p:nvSpPr>
        <p:spPr>
          <a:xfrm>
            <a:off x="8302752" y="3389892"/>
            <a:ext cx="64008" cy="731520"/>
          </a:xfrm>
          <a:prstGeom prst="rect">
            <a:avLst/>
          </a:prstGeom>
          <a:solidFill>
            <a:srgbClr val="334155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993" name="Rectangle 84992">
            <a:extLst>
              <a:ext uri="{FF2B5EF4-FFF2-40B4-BE49-F238E27FC236}">
                <a16:creationId xmlns:a16="http://schemas.microsoft.com/office/drawing/2014/main" id="{EF5D279A-8754-12F0-A5F2-234A5B6CB072}"/>
              </a:ext>
            </a:extLst>
          </p:cNvPr>
          <p:cNvSpPr/>
          <p:nvPr/>
        </p:nvSpPr>
        <p:spPr>
          <a:xfrm>
            <a:off x="1143000" y="411480"/>
            <a:ext cx="859536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onsolas" panose="020B0609020204030204" pitchFamily="49" charset="0"/>
              </a:rPr>
              <a:t>PART 1 · INTRODUCTION · THE RECURRING CHALLENGE
 </a:t>
            </a:r>
            <a:endParaRPr lang="en-US"/>
          </a:p>
        </p:txBody>
      </p:sp>
      <p:sp>
        <p:nvSpPr>
          <p:cNvPr id="85096" name="Rectangle 85095">
            <a:extLst>
              <a:ext uri="{FF2B5EF4-FFF2-40B4-BE49-F238E27FC236}">
                <a16:creationId xmlns:a16="http://schemas.microsoft.com/office/drawing/2014/main" id="{83A4B058-3FBE-ABCD-9F7D-E2C3DA1EC1F3}"/>
              </a:ext>
            </a:extLst>
          </p:cNvPr>
          <p:cNvSpPr/>
          <p:nvPr/>
        </p:nvSpPr>
        <p:spPr>
          <a:xfrm>
            <a:off x="548640" y="822960"/>
            <a:ext cx="11091672" cy="1066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32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How could a small chip detect an ambulance</a:t>
            </a:r>
          </a:p>
          <a:p>
            <a:pPr>
              <a:buNone/>
            </a:pPr>
            <a:r>
              <a:rPr lang="en-US" sz="32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and change a traffic signal?</a:t>
            </a:r>
            <a:endParaRPr lang="en-US"/>
          </a:p>
        </p:txBody>
      </p:sp>
      <p:sp>
        <p:nvSpPr>
          <p:cNvPr id="85203" name="Rectangle 85202">
            <a:extLst>
              <a:ext uri="{FF2B5EF4-FFF2-40B4-BE49-F238E27FC236}">
                <a16:creationId xmlns:a16="http://schemas.microsoft.com/office/drawing/2014/main" id="{638FEB6A-768C-8D78-D309-0171B6D7F823}"/>
              </a:ext>
            </a:extLst>
          </p:cNvPr>
          <p:cNvSpPr/>
          <p:nvPr/>
        </p:nvSpPr>
        <p:spPr>
          <a:xfrm>
            <a:off x="960120" y="2557272"/>
            <a:ext cx="2697480" cy="609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Sound · microphone</a:t>
            </a:r>
          </a:p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85258" name="Rectangle 85257">
            <a:extLst>
              <a:ext uri="{FF2B5EF4-FFF2-40B4-BE49-F238E27FC236}">
                <a16:creationId xmlns:a16="http://schemas.microsoft.com/office/drawing/2014/main" id="{CDB1F94B-50C9-1443-8C12-4321CAC7513D}"/>
              </a:ext>
            </a:extLst>
          </p:cNvPr>
          <p:cNvSpPr/>
          <p:nvPr/>
        </p:nvSpPr>
        <p:spPr>
          <a:xfrm>
            <a:off x="960120" y="3151632"/>
            <a:ext cx="2697480" cy="609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Light · LDR</a:t>
            </a:r>
          </a:p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85314" name="Rectangle 85313">
            <a:extLst>
              <a:ext uri="{FF2B5EF4-FFF2-40B4-BE49-F238E27FC236}">
                <a16:creationId xmlns:a16="http://schemas.microsoft.com/office/drawing/2014/main" id="{24B821FE-7E3C-A33A-C03B-88352D593BA8}"/>
              </a:ext>
            </a:extLst>
          </p:cNvPr>
          <p:cNvSpPr/>
          <p:nvPr/>
        </p:nvSpPr>
        <p:spPr>
          <a:xfrm>
            <a:off x="960120" y="3745992"/>
            <a:ext cx="2697480" cy="609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Button · simulation</a:t>
            </a:r>
          </a:p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85371" name="Rectangle 85370">
            <a:extLst>
              <a:ext uri="{FF2B5EF4-FFF2-40B4-BE49-F238E27FC236}">
                <a16:creationId xmlns:a16="http://schemas.microsoft.com/office/drawing/2014/main" id="{0AADCD58-DAEC-B50A-A896-C1EBF6F67136}"/>
              </a:ext>
            </a:extLst>
          </p:cNvPr>
          <p:cNvSpPr/>
          <p:nvPr/>
        </p:nvSpPr>
        <p:spPr>
          <a:xfrm>
            <a:off x="4636008" y="2470846"/>
            <a:ext cx="265176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 dirty="0">
                <a:solidFill>
                  <a:srgbClr val="FDBA74"/>
                </a:solidFill>
                <a:effectLst/>
                <a:latin typeface="Consolas" panose="020B0609020204030204" pitchFamily="49" charset="0"/>
              </a:rPr>
              <a:t>DECIDE</a:t>
            </a:r>
          </a:p>
          <a:p>
            <a:pPr>
              <a:buNone/>
            </a:pPr>
            <a:r>
              <a:rPr lang="en-US" sz="1400" dirty="0">
                <a:solidFill>
                  <a:srgbClr val="FDBA74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 dirty="0"/>
          </a:p>
        </p:txBody>
      </p:sp>
      <p:sp>
        <p:nvSpPr>
          <p:cNvPr id="85429" name="Rectangle 85428">
            <a:extLst>
              <a:ext uri="{FF2B5EF4-FFF2-40B4-BE49-F238E27FC236}">
                <a16:creationId xmlns:a16="http://schemas.microsoft.com/office/drawing/2014/main" id="{CCDCE4A6-D672-D290-E912-712E431B65EE}"/>
              </a:ext>
            </a:extLst>
          </p:cNvPr>
          <p:cNvSpPr/>
          <p:nvPr/>
        </p:nvSpPr>
        <p:spPr>
          <a:xfrm>
            <a:off x="4681728" y="3092958"/>
            <a:ext cx="2651760" cy="609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 dirty="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Enough evidence to act?</a:t>
            </a:r>
          </a:p>
          <a:p>
            <a:pPr>
              <a:buNone/>
            </a:pPr>
            <a:r>
              <a:rPr lang="en-US" sz="1600" dirty="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 dirty="0"/>
          </a:p>
        </p:txBody>
      </p:sp>
      <p:sp>
        <p:nvSpPr>
          <p:cNvPr id="85488" name="Rectangle 85487">
            <a:extLst>
              <a:ext uri="{FF2B5EF4-FFF2-40B4-BE49-F238E27FC236}">
                <a16:creationId xmlns:a16="http://schemas.microsoft.com/office/drawing/2014/main" id="{F4BC2D7B-3436-6232-E781-779BEA26FB21}"/>
              </a:ext>
            </a:extLst>
          </p:cNvPr>
          <p:cNvSpPr/>
          <p:nvPr/>
        </p:nvSpPr>
        <p:spPr>
          <a:xfrm>
            <a:off x="8412480" y="2333686"/>
            <a:ext cx="292608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 dirty="0">
                <a:solidFill>
                  <a:srgbClr val="86EFAC"/>
                </a:solidFill>
                <a:effectLst/>
                <a:latin typeface="Consolas" panose="020B0609020204030204" pitchFamily="49" charset="0"/>
              </a:rPr>
              <a:t>ACT</a:t>
            </a:r>
          </a:p>
          <a:p>
            <a:pPr>
              <a:buNone/>
            </a:pPr>
            <a:r>
              <a:rPr lang="en-US" sz="1400" dirty="0">
                <a:solidFill>
                  <a:srgbClr val="86EFAC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 dirty="0"/>
          </a:p>
        </p:txBody>
      </p:sp>
      <p:sp>
        <p:nvSpPr>
          <p:cNvPr id="85548" name="Rectangle 85547">
            <a:extLst>
              <a:ext uri="{FF2B5EF4-FFF2-40B4-BE49-F238E27FC236}">
                <a16:creationId xmlns:a16="http://schemas.microsoft.com/office/drawing/2014/main" id="{F92E1231-EDB7-1A8C-DF4D-799A4B3BA506}"/>
              </a:ext>
            </a:extLst>
          </p:cNvPr>
          <p:cNvSpPr/>
          <p:nvPr/>
        </p:nvSpPr>
        <p:spPr>
          <a:xfrm>
            <a:off x="8430768" y="2745166"/>
            <a:ext cx="2926080" cy="609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 dirty="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Change the signal</a:t>
            </a:r>
          </a:p>
          <a:p>
            <a:pPr>
              <a:buNone/>
            </a:pPr>
            <a:r>
              <a:rPr lang="en-US" sz="1600" dirty="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 dirty="0"/>
          </a:p>
        </p:txBody>
      </p:sp>
      <p:sp>
        <p:nvSpPr>
          <p:cNvPr id="85609" name="Rectangle 85608">
            <a:extLst>
              <a:ext uri="{FF2B5EF4-FFF2-40B4-BE49-F238E27FC236}">
                <a16:creationId xmlns:a16="http://schemas.microsoft.com/office/drawing/2014/main" id="{EC85E418-242C-E1E8-7817-13AA6E6F88DD}"/>
              </a:ext>
            </a:extLst>
          </p:cNvPr>
          <p:cNvSpPr/>
          <p:nvPr/>
        </p:nvSpPr>
        <p:spPr>
          <a:xfrm>
            <a:off x="8494776" y="3335642"/>
            <a:ext cx="292608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 dirty="0">
                <a:solidFill>
                  <a:srgbClr val="CBD5E1"/>
                </a:solidFill>
                <a:effectLst/>
                <a:latin typeface="Consolas" panose="020B0609020204030204" pitchFamily="49" charset="0"/>
              </a:rPr>
              <a:t>WAIT</a:t>
            </a:r>
          </a:p>
          <a:p>
            <a:pPr>
              <a:buNone/>
            </a:pPr>
            <a:r>
              <a:rPr lang="en-US" sz="1400" dirty="0">
                <a:solidFill>
                  <a:srgbClr val="CBD5E1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 dirty="0"/>
          </a:p>
        </p:txBody>
      </p:sp>
      <p:sp>
        <p:nvSpPr>
          <p:cNvPr id="85671" name="Rectangle 85670">
            <a:extLst>
              <a:ext uri="{FF2B5EF4-FFF2-40B4-BE49-F238E27FC236}">
                <a16:creationId xmlns:a16="http://schemas.microsoft.com/office/drawing/2014/main" id="{8978CC62-0ADA-9F61-6607-13BE1B45B7B3}"/>
              </a:ext>
            </a:extLst>
          </p:cNvPr>
          <p:cNvSpPr/>
          <p:nvPr/>
        </p:nvSpPr>
        <p:spPr>
          <a:xfrm>
            <a:off x="8503920" y="3708531"/>
            <a:ext cx="2926080" cy="609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Keep watching</a:t>
            </a:r>
          </a:p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85734" name="Rectangle 85733">
            <a:extLst>
              <a:ext uri="{FF2B5EF4-FFF2-40B4-BE49-F238E27FC236}">
                <a16:creationId xmlns:a16="http://schemas.microsoft.com/office/drawing/2014/main" id="{BBF05CA9-39E7-090A-E44D-3BB4A2255E39}"/>
              </a:ext>
            </a:extLst>
          </p:cNvPr>
          <p:cNvSpPr/>
          <p:nvPr/>
        </p:nvSpPr>
        <p:spPr>
          <a:xfrm>
            <a:off x="548640" y="4358640"/>
            <a:ext cx="548640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 dirty="0">
                <a:solidFill>
                  <a:srgbClr val="67E8F9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 dirty="0"/>
          </a:p>
        </p:txBody>
      </p:sp>
      <p:sp>
        <p:nvSpPr>
          <p:cNvPr id="85798" name="Rectangle 85797">
            <a:extLst>
              <a:ext uri="{FF2B5EF4-FFF2-40B4-BE49-F238E27FC236}">
                <a16:creationId xmlns:a16="http://schemas.microsoft.com/office/drawing/2014/main" id="{6AF3E263-6472-0381-5A78-DE0DC1334755}"/>
              </a:ext>
            </a:extLst>
          </p:cNvPr>
          <p:cNvSpPr/>
          <p:nvPr/>
        </p:nvSpPr>
        <p:spPr>
          <a:xfrm>
            <a:off x="525780" y="4905756"/>
            <a:ext cx="7315200" cy="6400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800" dirty="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What could fool a sound-only detector?</a:t>
            </a:r>
          </a:p>
          <a:p>
            <a:pPr>
              <a:buNone/>
            </a:pPr>
            <a:r>
              <a:rPr lang="en-US" sz="1800" dirty="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What evidence would you trust before acting?</a:t>
            </a:r>
            <a:endParaRPr lang="en-US" dirty="0"/>
          </a:p>
        </p:txBody>
      </p:sp>
      <p:sp>
        <p:nvSpPr>
          <p:cNvPr id="85929" name="Rectangle 85928">
            <a:extLst>
              <a:ext uri="{FF2B5EF4-FFF2-40B4-BE49-F238E27FC236}">
                <a16:creationId xmlns:a16="http://schemas.microsoft.com/office/drawing/2014/main" id="{F70BC60A-39C5-7307-F0FF-F7AD27B143D0}"/>
              </a:ext>
            </a:extLst>
          </p:cNvPr>
          <p:cNvSpPr/>
          <p:nvPr/>
        </p:nvSpPr>
        <p:spPr>
          <a:xfrm>
            <a:off x="534924" y="6080760"/>
            <a:ext cx="11091672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 dirty="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A loud sound is a clue, not an identity, the system must decide before it acts.</a:t>
            </a:r>
          </a:p>
          <a:p>
            <a:pPr>
              <a:buNone/>
            </a:pPr>
            <a:r>
              <a:rPr lang="en-US" sz="1400" dirty="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133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27" name="Rectangle 86026">
            <a:extLst>
              <a:ext uri="{FF2B5EF4-FFF2-40B4-BE49-F238E27FC236}">
                <a16:creationId xmlns:a16="http://schemas.microsoft.com/office/drawing/2014/main" id="{A634EF7A-B72B-2D82-E9FF-FCDFD8FF5197}"/>
              </a:ext>
            </a:extLst>
          </p:cNvPr>
          <p:cNvSpPr/>
          <p:nvPr/>
        </p:nvSpPr>
        <p:spPr>
          <a:xfrm>
            <a:off x="548640" y="621792"/>
            <a:ext cx="457200" cy="41148"/>
          </a:xfrm>
          <a:prstGeom prst="rect">
            <a:avLst/>
          </a:prstGeom>
          <a:solidFill>
            <a:srgbClr val="C4B5FD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126" name="Rectangle 86125">
            <a:extLst>
              <a:ext uri="{FF2B5EF4-FFF2-40B4-BE49-F238E27FC236}">
                <a16:creationId xmlns:a16="http://schemas.microsoft.com/office/drawing/2014/main" id="{614BCDC2-DA67-C1CB-0B4C-72C9EE8C2B6D}"/>
              </a:ext>
            </a:extLst>
          </p:cNvPr>
          <p:cNvSpPr/>
          <p:nvPr/>
        </p:nvSpPr>
        <p:spPr>
          <a:xfrm>
            <a:off x="548640" y="2353056"/>
            <a:ext cx="11091672" cy="18288"/>
          </a:xfrm>
          <a:prstGeom prst="rect">
            <a:avLst/>
          </a:prstGeom>
          <a:solidFill>
            <a:srgbClr val="334155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226" name="Oval 86225">
            <a:extLst>
              <a:ext uri="{FF2B5EF4-FFF2-40B4-BE49-F238E27FC236}">
                <a16:creationId xmlns:a16="http://schemas.microsoft.com/office/drawing/2014/main" id="{7C0130F2-DD74-E4D2-BB57-43E24AB90234}"/>
              </a:ext>
            </a:extLst>
          </p:cNvPr>
          <p:cNvSpPr/>
          <p:nvPr/>
        </p:nvSpPr>
        <p:spPr>
          <a:xfrm>
            <a:off x="630936" y="2279904"/>
            <a:ext cx="164592" cy="164592"/>
          </a:xfrm>
          <a:prstGeom prst="ellipse">
            <a:avLst/>
          </a:prstGeom>
          <a:solidFill>
            <a:srgbClr val="67E8F9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327" name="Arrow: Right 86326">
            <a:extLst>
              <a:ext uri="{FF2B5EF4-FFF2-40B4-BE49-F238E27FC236}">
                <a16:creationId xmlns:a16="http://schemas.microsoft.com/office/drawing/2014/main" id="{E8611C80-AB61-2610-6CB4-E9FB51E7F4FA}"/>
              </a:ext>
            </a:extLst>
          </p:cNvPr>
          <p:cNvSpPr/>
          <p:nvPr/>
        </p:nvSpPr>
        <p:spPr>
          <a:xfrm>
            <a:off x="2818638" y="2279904"/>
            <a:ext cx="292608" cy="164592"/>
          </a:xfrm>
          <a:prstGeom prst="rightArrow">
            <a:avLst/>
          </a:prstGeom>
          <a:solidFill>
            <a:srgbClr val="CBD5E1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429" name="Oval 86428">
            <a:extLst>
              <a:ext uri="{FF2B5EF4-FFF2-40B4-BE49-F238E27FC236}">
                <a16:creationId xmlns:a16="http://schemas.microsoft.com/office/drawing/2014/main" id="{F89367D2-E0DC-77D5-2B1D-92CBE607E1D8}"/>
              </a:ext>
            </a:extLst>
          </p:cNvPr>
          <p:cNvSpPr/>
          <p:nvPr/>
        </p:nvSpPr>
        <p:spPr>
          <a:xfrm>
            <a:off x="3403854" y="2279904"/>
            <a:ext cx="164592" cy="164592"/>
          </a:xfrm>
          <a:prstGeom prst="ellipse">
            <a:avLst/>
          </a:prstGeom>
          <a:solidFill>
            <a:srgbClr val="FDBA7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532" name="Arrow: Right 86531">
            <a:extLst>
              <a:ext uri="{FF2B5EF4-FFF2-40B4-BE49-F238E27FC236}">
                <a16:creationId xmlns:a16="http://schemas.microsoft.com/office/drawing/2014/main" id="{101EE05C-C102-97D2-EE19-E1B2C5DFF585}"/>
              </a:ext>
            </a:extLst>
          </p:cNvPr>
          <p:cNvSpPr/>
          <p:nvPr/>
        </p:nvSpPr>
        <p:spPr>
          <a:xfrm>
            <a:off x="5591556" y="2279904"/>
            <a:ext cx="292608" cy="164592"/>
          </a:xfrm>
          <a:prstGeom prst="rightArrow">
            <a:avLst/>
          </a:prstGeom>
          <a:solidFill>
            <a:srgbClr val="CBD5E1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636" name="Oval 86635">
            <a:extLst>
              <a:ext uri="{FF2B5EF4-FFF2-40B4-BE49-F238E27FC236}">
                <a16:creationId xmlns:a16="http://schemas.microsoft.com/office/drawing/2014/main" id="{ED444DA7-66D6-1CEB-FD2D-C99E24A60990}"/>
              </a:ext>
            </a:extLst>
          </p:cNvPr>
          <p:cNvSpPr/>
          <p:nvPr/>
        </p:nvSpPr>
        <p:spPr>
          <a:xfrm>
            <a:off x="6176772" y="2279904"/>
            <a:ext cx="164592" cy="164592"/>
          </a:xfrm>
          <a:prstGeom prst="ellipse">
            <a:avLst/>
          </a:prstGeom>
          <a:solidFill>
            <a:srgbClr val="86EFAC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741" name="Arrow: Right 86740">
            <a:extLst>
              <a:ext uri="{FF2B5EF4-FFF2-40B4-BE49-F238E27FC236}">
                <a16:creationId xmlns:a16="http://schemas.microsoft.com/office/drawing/2014/main" id="{14D4144B-9E2F-69F3-09E1-F0DA6325C397}"/>
              </a:ext>
            </a:extLst>
          </p:cNvPr>
          <p:cNvSpPr/>
          <p:nvPr/>
        </p:nvSpPr>
        <p:spPr>
          <a:xfrm>
            <a:off x="8364474" y="2279904"/>
            <a:ext cx="292608" cy="164592"/>
          </a:xfrm>
          <a:prstGeom prst="rightArrow">
            <a:avLst/>
          </a:prstGeom>
          <a:solidFill>
            <a:srgbClr val="CBD5E1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847" name="Oval 86846">
            <a:extLst>
              <a:ext uri="{FF2B5EF4-FFF2-40B4-BE49-F238E27FC236}">
                <a16:creationId xmlns:a16="http://schemas.microsoft.com/office/drawing/2014/main" id="{DA1C2141-4F38-D19F-C7DA-E9F13CA1D0E9}"/>
              </a:ext>
            </a:extLst>
          </p:cNvPr>
          <p:cNvSpPr/>
          <p:nvPr/>
        </p:nvSpPr>
        <p:spPr>
          <a:xfrm>
            <a:off x="8949690" y="2279904"/>
            <a:ext cx="164592" cy="164592"/>
          </a:xfrm>
          <a:prstGeom prst="ellipse">
            <a:avLst/>
          </a:prstGeom>
          <a:solidFill>
            <a:srgbClr val="C4B5FD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954" name="Rectangle 86953">
            <a:extLst>
              <a:ext uri="{FF2B5EF4-FFF2-40B4-BE49-F238E27FC236}">
                <a16:creationId xmlns:a16="http://schemas.microsoft.com/office/drawing/2014/main" id="{6E036EE2-7FBF-3AFE-E98D-5397B48AB1BA}"/>
              </a:ext>
            </a:extLst>
          </p:cNvPr>
          <p:cNvSpPr/>
          <p:nvPr/>
        </p:nvSpPr>
        <p:spPr>
          <a:xfrm>
            <a:off x="548640" y="3953256"/>
            <a:ext cx="11091672" cy="18288"/>
          </a:xfrm>
          <a:prstGeom prst="rect">
            <a:avLst/>
          </a:prstGeom>
          <a:solidFill>
            <a:srgbClr val="334155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062" name="Rectangle 87061">
            <a:extLst>
              <a:ext uri="{FF2B5EF4-FFF2-40B4-BE49-F238E27FC236}">
                <a16:creationId xmlns:a16="http://schemas.microsoft.com/office/drawing/2014/main" id="{E4374067-02B0-BC5A-0D85-00FC1B931D36}"/>
              </a:ext>
            </a:extLst>
          </p:cNvPr>
          <p:cNvSpPr/>
          <p:nvPr/>
        </p:nvSpPr>
        <p:spPr>
          <a:xfrm>
            <a:off x="1143000" y="411480"/>
            <a:ext cx="859536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onsolas" panose="020B0609020204030204" pitchFamily="49" charset="0"/>
              </a:rPr>
              <a:t>PART 1 · INTRODUCTION · YOUR LEARNING JOURNEY
 </a:t>
            </a:r>
            <a:endParaRPr lang="en-US"/>
          </a:p>
        </p:txBody>
      </p:sp>
      <p:sp>
        <p:nvSpPr>
          <p:cNvPr id="87281" name="Rectangle 87280">
            <a:extLst>
              <a:ext uri="{FF2B5EF4-FFF2-40B4-BE49-F238E27FC236}">
                <a16:creationId xmlns:a16="http://schemas.microsoft.com/office/drawing/2014/main" id="{AF51E8A9-C41F-7AEA-E021-575D7F7F8561}"/>
              </a:ext>
            </a:extLst>
          </p:cNvPr>
          <p:cNvSpPr/>
          <p:nvPr/>
        </p:nvSpPr>
        <p:spPr>
          <a:xfrm>
            <a:off x="521208" y="1008888"/>
            <a:ext cx="11091672" cy="853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3200" dirty="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One story for every project : sense, decide, act, communicate.</a:t>
            </a:r>
          </a:p>
          <a:p>
            <a:pPr>
              <a:buNone/>
            </a:pPr>
            <a:r>
              <a:rPr lang="en-US" sz="3200" dirty="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 dirty="0"/>
          </a:p>
        </p:txBody>
      </p:sp>
      <p:sp>
        <p:nvSpPr>
          <p:cNvPr id="87392" name="Rectangle 87391">
            <a:extLst>
              <a:ext uri="{FF2B5EF4-FFF2-40B4-BE49-F238E27FC236}">
                <a16:creationId xmlns:a16="http://schemas.microsoft.com/office/drawing/2014/main" id="{7E13DE3E-2DDD-C09C-602B-F6F4A376027C}"/>
              </a:ext>
            </a:extLst>
          </p:cNvPr>
          <p:cNvSpPr/>
          <p:nvPr/>
        </p:nvSpPr>
        <p:spPr>
          <a:xfrm>
            <a:off x="594360" y="1630680"/>
            <a:ext cx="2498598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67E8F9"/>
                </a:solidFill>
                <a:effectLst/>
                <a:latin typeface="Consolas" panose="020B0609020204030204" pitchFamily="49" charset="0"/>
              </a:rPr>
              <a:t>01</a:t>
            </a:r>
          </a:p>
          <a:p>
            <a:pPr>
              <a:buNone/>
            </a:pPr>
            <a:r>
              <a:rPr lang="en-US" sz="1400">
                <a:solidFill>
                  <a:srgbClr val="67E8F9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87504" name="Rectangle 87503">
            <a:extLst>
              <a:ext uri="{FF2B5EF4-FFF2-40B4-BE49-F238E27FC236}">
                <a16:creationId xmlns:a16="http://schemas.microsoft.com/office/drawing/2014/main" id="{76071091-CB97-D7C0-5EA7-6C2092FA6699}"/>
              </a:ext>
            </a:extLst>
          </p:cNvPr>
          <p:cNvSpPr/>
          <p:nvPr/>
        </p:nvSpPr>
        <p:spPr>
          <a:xfrm>
            <a:off x="594360" y="2545080"/>
            <a:ext cx="2498598" cy="762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Sense</a:t>
            </a:r>
          </a:p>
          <a:p>
            <a:pPr>
              <a:buNone/>
            </a:pPr>
            <a:r>
              <a:rPr lang="en-US" sz="2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87617" name="Rectangle 87616">
            <a:extLst>
              <a:ext uri="{FF2B5EF4-FFF2-40B4-BE49-F238E27FC236}">
                <a16:creationId xmlns:a16="http://schemas.microsoft.com/office/drawing/2014/main" id="{3A8E1227-7311-DA22-53CB-183D08FCFBF6}"/>
              </a:ext>
            </a:extLst>
          </p:cNvPr>
          <p:cNvSpPr/>
          <p:nvPr/>
        </p:nvSpPr>
        <p:spPr>
          <a:xfrm>
            <a:off x="594360" y="3048000"/>
            <a:ext cx="2498598" cy="792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Read an input: button, LDR, microphone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87731" name="Rectangle 87730">
            <a:extLst>
              <a:ext uri="{FF2B5EF4-FFF2-40B4-BE49-F238E27FC236}">
                <a16:creationId xmlns:a16="http://schemas.microsoft.com/office/drawing/2014/main" id="{B44CB7B1-36C8-0562-FFF1-9384C1D729C6}"/>
              </a:ext>
            </a:extLst>
          </p:cNvPr>
          <p:cNvSpPr/>
          <p:nvPr/>
        </p:nvSpPr>
        <p:spPr>
          <a:xfrm>
            <a:off x="3367278" y="1630680"/>
            <a:ext cx="2498598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DBA74"/>
                </a:solidFill>
                <a:effectLst/>
                <a:latin typeface="Consolas" panose="020B0609020204030204" pitchFamily="49" charset="0"/>
              </a:rPr>
              <a:t>02</a:t>
            </a:r>
          </a:p>
          <a:p>
            <a:pPr>
              <a:buNone/>
            </a:pPr>
            <a:r>
              <a:rPr lang="en-US" sz="1400">
                <a:solidFill>
                  <a:srgbClr val="FDBA74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87846" name="Rectangle 87845">
            <a:extLst>
              <a:ext uri="{FF2B5EF4-FFF2-40B4-BE49-F238E27FC236}">
                <a16:creationId xmlns:a16="http://schemas.microsoft.com/office/drawing/2014/main" id="{74A9333B-4D8A-9230-E08E-08B4F49D4FCF}"/>
              </a:ext>
            </a:extLst>
          </p:cNvPr>
          <p:cNvSpPr/>
          <p:nvPr/>
        </p:nvSpPr>
        <p:spPr>
          <a:xfrm>
            <a:off x="3367278" y="2545080"/>
            <a:ext cx="2498598" cy="762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Decide</a:t>
            </a:r>
          </a:p>
          <a:p>
            <a:pPr>
              <a:buNone/>
            </a:pPr>
            <a:r>
              <a:rPr lang="en-US" sz="2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87962" name="Rectangle 87961">
            <a:extLst>
              <a:ext uri="{FF2B5EF4-FFF2-40B4-BE49-F238E27FC236}">
                <a16:creationId xmlns:a16="http://schemas.microsoft.com/office/drawing/2014/main" id="{B567E949-4281-1C02-A794-2ABB0625BBF2}"/>
              </a:ext>
            </a:extLst>
          </p:cNvPr>
          <p:cNvSpPr/>
          <p:nvPr/>
        </p:nvSpPr>
        <p:spPr>
          <a:xfrm>
            <a:off x="3367278" y="3048000"/>
            <a:ext cx="2498598" cy="792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Apply a rule: a threshold or condition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88079" name="Rectangle 88078">
            <a:extLst>
              <a:ext uri="{FF2B5EF4-FFF2-40B4-BE49-F238E27FC236}">
                <a16:creationId xmlns:a16="http://schemas.microsoft.com/office/drawing/2014/main" id="{D2C3A1FC-545B-A461-3743-0B8B9D3C2241}"/>
              </a:ext>
            </a:extLst>
          </p:cNvPr>
          <p:cNvSpPr/>
          <p:nvPr/>
        </p:nvSpPr>
        <p:spPr>
          <a:xfrm>
            <a:off x="6140196" y="1630680"/>
            <a:ext cx="2498598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86EFAC"/>
                </a:solidFill>
                <a:effectLst/>
                <a:latin typeface="Consolas" panose="020B0609020204030204" pitchFamily="49" charset="0"/>
              </a:rPr>
              <a:t>03</a:t>
            </a:r>
          </a:p>
          <a:p>
            <a:pPr>
              <a:buNone/>
            </a:pPr>
            <a:r>
              <a:rPr lang="en-US" sz="1400">
                <a:solidFill>
                  <a:srgbClr val="86EFAC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88197" name="Rectangle 88196">
            <a:extLst>
              <a:ext uri="{FF2B5EF4-FFF2-40B4-BE49-F238E27FC236}">
                <a16:creationId xmlns:a16="http://schemas.microsoft.com/office/drawing/2014/main" id="{4E4850ED-3289-592A-903A-18CD29DC347D}"/>
              </a:ext>
            </a:extLst>
          </p:cNvPr>
          <p:cNvSpPr/>
          <p:nvPr/>
        </p:nvSpPr>
        <p:spPr>
          <a:xfrm>
            <a:off x="6140196" y="2545080"/>
            <a:ext cx="2498598" cy="762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Act</a:t>
            </a:r>
          </a:p>
          <a:p>
            <a:pPr>
              <a:buNone/>
            </a:pPr>
            <a:r>
              <a:rPr lang="en-US" sz="2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88316" name="Rectangle 88315">
            <a:extLst>
              <a:ext uri="{FF2B5EF4-FFF2-40B4-BE49-F238E27FC236}">
                <a16:creationId xmlns:a16="http://schemas.microsoft.com/office/drawing/2014/main" id="{C2170EB1-AC2C-607B-1D1B-AFB5AA5D0052}"/>
              </a:ext>
            </a:extLst>
          </p:cNvPr>
          <p:cNvSpPr/>
          <p:nvPr/>
        </p:nvSpPr>
        <p:spPr>
          <a:xfrm>
            <a:off x="6140196" y="3048000"/>
            <a:ext cx="2498598" cy="792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Drive an output: LED, buzzer, servo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88436" name="Rectangle 88435">
            <a:extLst>
              <a:ext uri="{FF2B5EF4-FFF2-40B4-BE49-F238E27FC236}">
                <a16:creationId xmlns:a16="http://schemas.microsoft.com/office/drawing/2014/main" id="{CC93B049-D879-428B-BF6D-2EA36DD68539}"/>
              </a:ext>
            </a:extLst>
          </p:cNvPr>
          <p:cNvSpPr/>
          <p:nvPr/>
        </p:nvSpPr>
        <p:spPr>
          <a:xfrm>
            <a:off x="8913114" y="1630680"/>
            <a:ext cx="2498598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4B5FD"/>
                </a:solidFill>
                <a:effectLst/>
                <a:latin typeface="Consolas" panose="020B0609020204030204" pitchFamily="49" charset="0"/>
              </a:rPr>
              <a:t>04</a:t>
            </a:r>
          </a:p>
          <a:p>
            <a:pPr>
              <a:buNone/>
            </a:pPr>
            <a:r>
              <a:rPr lang="en-US" sz="1400">
                <a:solidFill>
                  <a:srgbClr val="C4B5FD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88557" name="Rectangle 88556">
            <a:extLst>
              <a:ext uri="{FF2B5EF4-FFF2-40B4-BE49-F238E27FC236}">
                <a16:creationId xmlns:a16="http://schemas.microsoft.com/office/drawing/2014/main" id="{4208B08D-E0F5-C100-BE5C-8D1405D83874}"/>
              </a:ext>
            </a:extLst>
          </p:cNvPr>
          <p:cNvSpPr/>
          <p:nvPr/>
        </p:nvSpPr>
        <p:spPr>
          <a:xfrm>
            <a:off x="8913114" y="2545080"/>
            <a:ext cx="2498598" cy="762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Communicate</a:t>
            </a:r>
          </a:p>
          <a:p>
            <a:pPr>
              <a:buNone/>
            </a:pPr>
            <a:r>
              <a:rPr lang="en-US" sz="2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88679" name="Rectangle 88678">
            <a:extLst>
              <a:ext uri="{FF2B5EF4-FFF2-40B4-BE49-F238E27FC236}">
                <a16:creationId xmlns:a16="http://schemas.microsoft.com/office/drawing/2014/main" id="{8479718A-96DB-0F9B-DA86-E8E8186F2FF5}"/>
              </a:ext>
            </a:extLst>
          </p:cNvPr>
          <p:cNvSpPr/>
          <p:nvPr/>
        </p:nvSpPr>
        <p:spPr>
          <a:xfrm>
            <a:off x="8913114" y="3048000"/>
            <a:ext cx="2498598" cy="792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Share a useful status: display, Wi-Fi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88802" name="Rectangle 88801">
            <a:extLst>
              <a:ext uri="{FF2B5EF4-FFF2-40B4-BE49-F238E27FC236}">
                <a16:creationId xmlns:a16="http://schemas.microsoft.com/office/drawing/2014/main" id="{3DEC6E01-4F37-80B7-A7E8-4DF7B7ECA99A}"/>
              </a:ext>
            </a:extLst>
          </p:cNvPr>
          <p:cNvSpPr/>
          <p:nvPr/>
        </p:nvSpPr>
        <p:spPr>
          <a:xfrm>
            <a:off x="548640" y="4099560"/>
            <a:ext cx="274320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onsolas" panose="020B0609020204030204" pitchFamily="49" charset="0"/>
              </a:rPr>
              <a:t>TRAFFIC SIGNAL MODEL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88926" name="Rectangle 88925">
            <a:extLst>
              <a:ext uri="{FF2B5EF4-FFF2-40B4-BE49-F238E27FC236}">
                <a16:creationId xmlns:a16="http://schemas.microsoft.com/office/drawing/2014/main" id="{F168EB1C-1D43-B7E8-2739-87A6F5764861}"/>
              </a:ext>
            </a:extLst>
          </p:cNvPr>
          <p:cNvSpPr/>
          <p:nvPr/>
        </p:nvSpPr>
        <p:spPr>
          <a:xfrm>
            <a:off x="3291840" y="4099560"/>
            <a:ext cx="8321040" cy="609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 dirty="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Button (simulated ambulance) → Rule → LED pattern changes → Status shared</a:t>
            </a:r>
          </a:p>
          <a:p>
            <a:pPr>
              <a:buNone/>
            </a:pPr>
            <a:r>
              <a:rPr lang="en-US" sz="1600" dirty="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 dirty="0"/>
          </a:p>
        </p:txBody>
      </p:sp>
      <p:sp>
        <p:nvSpPr>
          <p:cNvPr id="89051" name="Rectangle 89050">
            <a:extLst>
              <a:ext uri="{FF2B5EF4-FFF2-40B4-BE49-F238E27FC236}">
                <a16:creationId xmlns:a16="http://schemas.microsoft.com/office/drawing/2014/main" id="{E99C32F7-E8B4-826E-3C66-2435DFDFA4FB}"/>
              </a:ext>
            </a:extLst>
          </p:cNvPr>
          <p:cNvSpPr/>
          <p:nvPr/>
        </p:nvSpPr>
        <p:spPr>
          <a:xfrm>
            <a:off x="548640" y="4511040"/>
            <a:ext cx="274320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onsolas" panose="020B0609020204030204" pitchFamily="49" charset="0"/>
              </a:rPr>
              <a:t>SMART ALARM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89177" name="Rectangle 89176">
            <a:extLst>
              <a:ext uri="{FF2B5EF4-FFF2-40B4-BE49-F238E27FC236}">
                <a16:creationId xmlns:a16="http://schemas.microsoft.com/office/drawing/2014/main" id="{5B17BB31-7E55-C3E4-6435-535609EC80EE}"/>
              </a:ext>
            </a:extLst>
          </p:cNvPr>
          <p:cNvSpPr/>
          <p:nvPr/>
        </p:nvSpPr>
        <p:spPr>
          <a:xfrm>
            <a:off x="3291840" y="4511040"/>
            <a:ext cx="8321040" cy="609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 dirty="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Potentiometer threshold → Rule → Buzzer sounds → Reading shown on a display</a:t>
            </a:r>
          </a:p>
          <a:p>
            <a:pPr>
              <a:buNone/>
            </a:pPr>
            <a:r>
              <a:rPr lang="en-US" sz="1600" dirty="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520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31" name="Rectangle 89330">
            <a:extLst>
              <a:ext uri="{FF2B5EF4-FFF2-40B4-BE49-F238E27FC236}">
                <a16:creationId xmlns:a16="http://schemas.microsoft.com/office/drawing/2014/main" id="{27D812D8-A60F-1FDB-5C8A-0AF19DD5193D}"/>
              </a:ext>
            </a:extLst>
          </p:cNvPr>
          <p:cNvSpPr/>
          <p:nvPr/>
        </p:nvSpPr>
        <p:spPr>
          <a:xfrm>
            <a:off x="548640" y="621792"/>
            <a:ext cx="457200" cy="41148"/>
          </a:xfrm>
          <a:prstGeom prst="rect">
            <a:avLst/>
          </a:prstGeom>
          <a:solidFill>
            <a:srgbClr val="FDBA7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359" name="Rectangle 89358">
            <a:extLst>
              <a:ext uri="{FF2B5EF4-FFF2-40B4-BE49-F238E27FC236}">
                <a16:creationId xmlns:a16="http://schemas.microsoft.com/office/drawing/2014/main" id="{D1B2E91F-2B64-7693-6384-D538DC3EFF9A}"/>
              </a:ext>
            </a:extLst>
          </p:cNvPr>
          <p:cNvSpPr/>
          <p:nvPr/>
        </p:nvSpPr>
        <p:spPr>
          <a:xfrm>
            <a:off x="5980176" y="2164080"/>
            <a:ext cx="18288" cy="3246120"/>
          </a:xfrm>
          <a:prstGeom prst="rect">
            <a:avLst/>
          </a:prstGeom>
          <a:solidFill>
            <a:srgbClr val="334155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388" name="Rectangle 89387">
            <a:extLst>
              <a:ext uri="{FF2B5EF4-FFF2-40B4-BE49-F238E27FC236}">
                <a16:creationId xmlns:a16="http://schemas.microsoft.com/office/drawing/2014/main" id="{02C05DD9-6735-DDCE-2A1A-3CCA65F9D7D4}"/>
              </a:ext>
            </a:extLst>
          </p:cNvPr>
          <p:cNvSpPr/>
          <p:nvPr/>
        </p:nvSpPr>
        <p:spPr>
          <a:xfrm>
            <a:off x="548640" y="3736848"/>
            <a:ext cx="5120640" cy="18288"/>
          </a:xfrm>
          <a:prstGeom prst="rect">
            <a:avLst/>
          </a:prstGeom>
          <a:solidFill>
            <a:srgbClr val="334155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418" name="Rectangle 89417">
            <a:extLst>
              <a:ext uri="{FF2B5EF4-FFF2-40B4-BE49-F238E27FC236}">
                <a16:creationId xmlns:a16="http://schemas.microsoft.com/office/drawing/2014/main" id="{18061308-9E2E-41E5-8511-27133F1E750D}"/>
              </a:ext>
            </a:extLst>
          </p:cNvPr>
          <p:cNvSpPr/>
          <p:nvPr/>
        </p:nvSpPr>
        <p:spPr>
          <a:xfrm>
            <a:off x="548640" y="4514088"/>
            <a:ext cx="5120640" cy="18288"/>
          </a:xfrm>
          <a:prstGeom prst="rect">
            <a:avLst/>
          </a:prstGeom>
          <a:solidFill>
            <a:srgbClr val="334155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449" name="Rectangle 89448">
            <a:extLst>
              <a:ext uri="{FF2B5EF4-FFF2-40B4-BE49-F238E27FC236}">
                <a16:creationId xmlns:a16="http://schemas.microsoft.com/office/drawing/2014/main" id="{C448DEEC-C73F-92D7-3B60-F0249994776A}"/>
              </a:ext>
            </a:extLst>
          </p:cNvPr>
          <p:cNvSpPr/>
          <p:nvPr/>
        </p:nvSpPr>
        <p:spPr>
          <a:xfrm>
            <a:off x="6309360" y="3736848"/>
            <a:ext cx="5330952" cy="18288"/>
          </a:xfrm>
          <a:prstGeom prst="rect">
            <a:avLst/>
          </a:prstGeom>
          <a:solidFill>
            <a:srgbClr val="334155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481" name="Rectangle 89480">
            <a:extLst>
              <a:ext uri="{FF2B5EF4-FFF2-40B4-BE49-F238E27FC236}">
                <a16:creationId xmlns:a16="http://schemas.microsoft.com/office/drawing/2014/main" id="{FB6E5BD4-958F-ED66-31BA-A0D0CC062A04}"/>
              </a:ext>
            </a:extLst>
          </p:cNvPr>
          <p:cNvSpPr/>
          <p:nvPr/>
        </p:nvSpPr>
        <p:spPr>
          <a:xfrm>
            <a:off x="6309360" y="4514088"/>
            <a:ext cx="5330952" cy="18288"/>
          </a:xfrm>
          <a:prstGeom prst="rect">
            <a:avLst/>
          </a:prstGeom>
          <a:solidFill>
            <a:srgbClr val="334155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514" name="Rectangle 89513">
            <a:extLst>
              <a:ext uri="{FF2B5EF4-FFF2-40B4-BE49-F238E27FC236}">
                <a16:creationId xmlns:a16="http://schemas.microsoft.com/office/drawing/2014/main" id="{B33585A1-1C2D-C914-4CC7-67069A52B63C}"/>
              </a:ext>
            </a:extLst>
          </p:cNvPr>
          <p:cNvSpPr/>
          <p:nvPr/>
        </p:nvSpPr>
        <p:spPr>
          <a:xfrm>
            <a:off x="1143000" y="411480"/>
            <a:ext cx="859536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onsolas" panose="020B0609020204030204" pitchFamily="49" charset="0"/>
              </a:rPr>
              <a:t>PART 1 · INTRODUCTION · HOW CAN A SMALL DEVICE DO SO MUCH?
 </a:t>
            </a:r>
            <a:endParaRPr lang="en-US"/>
          </a:p>
        </p:txBody>
      </p:sp>
      <p:sp>
        <p:nvSpPr>
          <p:cNvPr id="89583" name="Rectangle 89582">
            <a:extLst>
              <a:ext uri="{FF2B5EF4-FFF2-40B4-BE49-F238E27FC236}">
                <a16:creationId xmlns:a16="http://schemas.microsoft.com/office/drawing/2014/main" id="{12E7919D-655F-3605-DEBD-7BB1073D2837}"/>
              </a:ext>
            </a:extLst>
          </p:cNvPr>
          <p:cNvSpPr/>
          <p:nvPr/>
        </p:nvSpPr>
        <p:spPr>
          <a:xfrm>
            <a:off x="548640" y="822960"/>
            <a:ext cx="11091672" cy="1066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3200" dirty="0">
                <a:solidFill>
                  <a:srgbClr val="F8FAFC"/>
                </a:solidFill>
                <a:latin typeface="Calibri" panose="020F0502020204030204" pitchFamily="34" charset="0"/>
              </a:rPr>
              <a:t>Microcontrollers: Built for One Task, Computers for Many</a:t>
            </a:r>
          </a:p>
        </p:txBody>
      </p:sp>
      <p:sp>
        <p:nvSpPr>
          <p:cNvPr id="89619" name="Rectangle 89618">
            <a:extLst>
              <a:ext uri="{FF2B5EF4-FFF2-40B4-BE49-F238E27FC236}">
                <a16:creationId xmlns:a16="http://schemas.microsoft.com/office/drawing/2014/main" id="{A2DACAB4-CC81-DF31-4D06-DCEB28479BB1}"/>
              </a:ext>
            </a:extLst>
          </p:cNvPr>
          <p:cNvSpPr/>
          <p:nvPr/>
        </p:nvSpPr>
        <p:spPr>
          <a:xfrm>
            <a:off x="548640" y="2118360"/>
            <a:ext cx="512064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DBA74"/>
                </a:solidFill>
                <a:effectLst/>
                <a:latin typeface="Consolas" panose="020B0609020204030204" pitchFamily="49" charset="0"/>
              </a:rPr>
              <a:t>MICROCONTROLLER · ESP32</a:t>
            </a:r>
          </a:p>
          <a:p>
            <a:pPr>
              <a:buNone/>
            </a:pPr>
            <a:r>
              <a:rPr lang="en-US" sz="1400">
                <a:solidFill>
                  <a:srgbClr val="FDBA74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89656" name="Rectangle 89655">
            <a:extLst>
              <a:ext uri="{FF2B5EF4-FFF2-40B4-BE49-F238E27FC236}">
                <a16:creationId xmlns:a16="http://schemas.microsoft.com/office/drawing/2014/main" id="{0F8C7C1D-61CA-AB13-81BD-216E69C0F364}"/>
              </a:ext>
            </a:extLst>
          </p:cNvPr>
          <p:cNvSpPr/>
          <p:nvPr/>
        </p:nvSpPr>
        <p:spPr>
          <a:xfrm>
            <a:off x="548640" y="2392680"/>
            <a:ext cx="5120640" cy="7010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2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The dedicated lab assistant</a:t>
            </a:r>
          </a:p>
          <a:p>
            <a:pPr>
              <a:buNone/>
            </a:pPr>
            <a:r>
              <a:rPr lang="en-US" sz="22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89694" name="Rectangle 89693">
            <a:extLst>
              <a:ext uri="{FF2B5EF4-FFF2-40B4-BE49-F238E27FC236}">
                <a16:creationId xmlns:a16="http://schemas.microsoft.com/office/drawing/2014/main" id="{02D67011-A95D-82DA-507A-D237A9D33FEF}"/>
              </a:ext>
            </a:extLst>
          </p:cNvPr>
          <p:cNvSpPr/>
          <p:nvPr/>
        </p:nvSpPr>
        <p:spPr>
          <a:xfrm>
            <a:off x="548640" y="2987040"/>
            <a:ext cx="512064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onsolas" panose="020B0609020204030204" pitchFamily="49" charset="0"/>
              </a:rPr>
              <a:t>JOB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89733" name="Rectangle 89732">
            <a:extLst>
              <a:ext uri="{FF2B5EF4-FFF2-40B4-BE49-F238E27FC236}">
                <a16:creationId xmlns:a16="http://schemas.microsoft.com/office/drawing/2014/main" id="{CABB0D42-5652-565F-74D8-03B366A5904E}"/>
              </a:ext>
            </a:extLst>
          </p:cNvPr>
          <p:cNvSpPr/>
          <p:nvPr/>
        </p:nvSpPr>
        <p:spPr>
          <a:xfrm>
            <a:off x="548640" y="3233928"/>
            <a:ext cx="5120640" cy="609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Runs one focused program, all the time</a:t>
            </a:r>
          </a:p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89773" name="Rectangle 89772">
            <a:extLst>
              <a:ext uri="{FF2B5EF4-FFF2-40B4-BE49-F238E27FC236}">
                <a16:creationId xmlns:a16="http://schemas.microsoft.com/office/drawing/2014/main" id="{E3049923-D98F-93FB-45D6-CC4FEC76ED08}"/>
              </a:ext>
            </a:extLst>
          </p:cNvPr>
          <p:cNvSpPr/>
          <p:nvPr/>
        </p:nvSpPr>
        <p:spPr>
          <a:xfrm>
            <a:off x="548640" y="3764280"/>
            <a:ext cx="512064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onsolas" panose="020B0609020204030204" pitchFamily="49" charset="0"/>
              </a:rPr>
              <a:t>TALKS TO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89814" name="Rectangle 89813">
            <a:extLst>
              <a:ext uri="{FF2B5EF4-FFF2-40B4-BE49-F238E27FC236}">
                <a16:creationId xmlns:a16="http://schemas.microsoft.com/office/drawing/2014/main" id="{62176130-6723-7821-42B0-76804F5ABDE9}"/>
              </a:ext>
            </a:extLst>
          </p:cNvPr>
          <p:cNvSpPr/>
          <p:nvPr/>
        </p:nvSpPr>
        <p:spPr>
          <a:xfrm>
            <a:off x="548640" y="4011168"/>
            <a:ext cx="5120640" cy="609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Sensors and actuators, through its pins</a:t>
            </a:r>
          </a:p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89856" name="Rectangle 89855">
            <a:extLst>
              <a:ext uri="{FF2B5EF4-FFF2-40B4-BE49-F238E27FC236}">
                <a16:creationId xmlns:a16="http://schemas.microsoft.com/office/drawing/2014/main" id="{F00BED5B-8F24-08F9-D741-C63BFBA47BDA}"/>
              </a:ext>
            </a:extLst>
          </p:cNvPr>
          <p:cNvSpPr/>
          <p:nvPr/>
        </p:nvSpPr>
        <p:spPr>
          <a:xfrm>
            <a:off x="548640" y="4541520"/>
            <a:ext cx="512064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onsolas" panose="020B0609020204030204" pitchFamily="49" charset="0"/>
              </a:rPr>
              <a:t>LIVES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89899" name="Rectangle 89898">
            <a:extLst>
              <a:ext uri="{FF2B5EF4-FFF2-40B4-BE49-F238E27FC236}">
                <a16:creationId xmlns:a16="http://schemas.microsoft.com/office/drawing/2014/main" id="{85BBEC80-3395-CFB9-1DE7-A70F39E07D7A}"/>
              </a:ext>
            </a:extLst>
          </p:cNvPr>
          <p:cNvSpPr/>
          <p:nvPr/>
        </p:nvSpPr>
        <p:spPr>
          <a:xfrm>
            <a:off x="548640" y="4788408"/>
            <a:ext cx="5120640" cy="609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Inside a doorbell, a washer, a traffic controller</a:t>
            </a:r>
          </a:p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89943" name="Rectangle 89942">
            <a:extLst>
              <a:ext uri="{FF2B5EF4-FFF2-40B4-BE49-F238E27FC236}">
                <a16:creationId xmlns:a16="http://schemas.microsoft.com/office/drawing/2014/main" id="{F17C8396-17FC-1BDE-2B75-F48A851E56DB}"/>
              </a:ext>
            </a:extLst>
          </p:cNvPr>
          <p:cNvSpPr/>
          <p:nvPr/>
        </p:nvSpPr>
        <p:spPr>
          <a:xfrm>
            <a:off x="6309360" y="2118360"/>
            <a:ext cx="5330952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onsolas" panose="020B0609020204030204" pitchFamily="49" charset="0"/>
              </a:rPr>
              <a:t>GENERAL-PURPOSE COMPUTER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89988" name="Rectangle 89987">
            <a:extLst>
              <a:ext uri="{FF2B5EF4-FFF2-40B4-BE49-F238E27FC236}">
                <a16:creationId xmlns:a16="http://schemas.microsoft.com/office/drawing/2014/main" id="{AA8DCA3A-FB90-3DCC-E10C-4B44F44B3CBE}"/>
              </a:ext>
            </a:extLst>
          </p:cNvPr>
          <p:cNvSpPr/>
          <p:nvPr/>
        </p:nvSpPr>
        <p:spPr>
          <a:xfrm>
            <a:off x="6309360" y="2392680"/>
            <a:ext cx="5330952" cy="7010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2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The whole student workspace</a:t>
            </a:r>
          </a:p>
          <a:p>
            <a:pPr>
              <a:buNone/>
            </a:pPr>
            <a:r>
              <a:rPr lang="en-US" sz="22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90034" name="Rectangle 90033">
            <a:extLst>
              <a:ext uri="{FF2B5EF4-FFF2-40B4-BE49-F238E27FC236}">
                <a16:creationId xmlns:a16="http://schemas.microsoft.com/office/drawing/2014/main" id="{DA40C801-38C2-D9DE-5AFF-02721E4125A7}"/>
              </a:ext>
            </a:extLst>
          </p:cNvPr>
          <p:cNvSpPr/>
          <p:nvPr/>
        </p:nvSpPr>
        <p:spPr>
          <a:xfrm>
            <a:off x="6309360" y="2987040"/>
            <a:ext cx="5330952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onsolas" panose="020B0609020204030204" pitchFamily="49" charset="0"/>
              </a:rPr>
              <a:t>JOB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90081" name="Rectangle 90080">
            <a:extLst>
              <a:ext uri="{FF2B5EF4-FFF2-40B4-BE49-F238E27FC236}">
                <a16:creationId xmlns:a16="http://schemas.microsoft.com/office/drawing/2014/main" id="{944DD941-F238-A6D2-7FB1-F0E8C06F5059}"/>
              </a:ext>
            </a:extLst>
          </p:cNvPr>
          <p:cNvSpPr/>
          <p:nvPr/>
        </p:nvSpPr>
        <p:spPr>
          <a:xfrm>
            <a:off x="6309360" y="3233928"/>
            <a:ext cx="5330952" cy="609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Runs many applications for a person</a:t>
            </a:r>
          </a:p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90129" name="Rectangle 90128">
            <a:extLst>
              <a:ext uri="{FF2B5EF4-FFF2-40B4-BE49-F238E27FC236}">
                <a16:creationId xmlns:a16="http://schemas.microsoft.com/office/drawing/2014/main" id="{2A4BD5D2-5323-5888-3D58-59C5C98A9091}"/>
              </a:ext>
            </a:extLst>
          </p:cNvPr>
          <p:cNvSpPr/>
          <p:nvPr/>
        </p:nvSpPr>
        <p:spPr>
          <a:xfrm>
            <a:off x="6309360" y="3764280"/>
            <a:ext cx="5330952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onsolas" panose="020B0609020204030204" pitchFamily="49" charset="0"/>
              </a:rPr>
              <a:t>TALKS TO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90178" name="Rectangle 90177">
            <a:extLst>
              <a:ext uri="{FF2B5EF4-FFF2-40B4-BE49-F238E27FC236}">
                <a16:creationId xmlns:a16="http://schemas.microsoft.com/office/drawing/2014/main" id="{C67ED6B8-CCD1-192F-26A0-34F80F3CDE34}"/>
              </a:ext>
            </a:extLst>
          </p:cNvPr>
          <p:cNvSpPr/>
          <p:nvPr/>
        </p:nvSpPr>
        <p:spPr>
          <a:xfrm>
            <a:off x="6309360" y="4011168"/>
            <a:ext cx="5330952" cy="609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Screens, keyboards, networks, storage</a:t>
            </a:r>
          </a:p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90228" name="Rectangle 90227">
            <a:extLst>
              <a:ext uri="{FF2B5EF4-FFF2-40B4-BE49-F238E27FC236}">
                <a16:creationId xmlns:a16="http://schemas.microsoft.com/office/drawing/2014/main" id="{FEC1B270-8FA2-E004-7D6D-596EFBD78686}"/>
              </a:ext>
            </a:extLst>
          </p:cNvPr>
          <p:cNvSpPr/>
          <p:nvPr/>
        </p:nvSpPr>
        <p:spPr>
          <a:xfrm>
            <a:off x="6309360" y="4541520"/>
            <a:ext cx="5330952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onsolas" panose="020B0609020204030204" pitchFamily="49" charset="0"/>
              </a:rPr>
              <a:t>LIVES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90279" name="Rectangle 90278">
            <a:extLst>
              <a:ext uri="{FF2B5EF4-FFF2-40B4-BE49-F238E27FC236}">
                <a16:creationId xmlns:a16="http://schemas.microsoft.com/office/drawing/2014/main" id="{19C7E7A4-D9C6-CDF0-E919-361418280884}"/>
              </a:ext>
            </a:extLst>
          </p:cNvPr>
          <p:cNvSpPr/>
          <p:nvPr/>
        </p:nvSpPr>
        <p:spPr>
          <a:xfrm>
            <a:off x="6309360" y="4788408"/>
            <a:ext cx="5330952" cy="609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On a desk, in a data centre, in your bag</a:t>
            </a:r>
          </a:p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90331" name="Rectangle 90330">
            <a:extLst>
              <a:ext uri="{FF2B5EF4-FFF2-40B4-BE49-F238E27FC236}">
                <a16:creationId xmlns:a16="http://schemas.microsoft.com/office/drawing/2014/main" id="{6236D584-0BE3-C273-CE94-A2C963D5F5BA}"/>
              </a:ext>
            </a:extLst>
          </p:cNvPr>
          <p:cNvSpPr/>
          <p:nvPr/>
        </p:nvSpPr>
        <p:spPr>
          <a:xfrm>
            <a:off x="548640" y="5879592"/>
            <a:ext cx="11091672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 dirty="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Both compute. They differ in role, integration and resources.</a:t>
            </a:r>
          </a:p>
          <a:p>
            <a:pPr>
              <a:buNone/>
            </a:pPr>
            <a:r>
              <a:rPr lang="en-US" sz="1400" dirty="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97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29" name="Rectangle 90428">
            <a:extLst>
              <a:ext uri="{FF2B5EF4-FFF2-40B4-BE49-F238E27FC236}">
                <a16:creationId xmlns:a16="http://schemas.microsoft.com/office/drawing/2014/main" id="{02602479-4F02-42C0-00C8-87C2FA1A697D}"/>
              </a:ext>
            </a:extLst>
          </p:cNvPr>
          <p:cNvSpPr/>
          <p:nvPr/>
        </p:nvSpPr>
        <p:spPr>
          <a:xfrm>
            <a:off x="548640" y="621792"/>
            <a:ext cx="457200" cy="41148"/>
          </a:xfrm>
          <a:prstGeom prst="rect">
            <a:avLst/>
          </a:prstGeom>
          <a:solidFill>
            <a:srgbClr val="FDBA7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628" name="Rectangle: Rounded Corners 90627">
            <a:extLst>
              <a:ext uri="{FF2B5EF4-FFF2-40B4-BE49-F238E27FC236}">
                <a16:creationId xmlns:a16="http://schemas.microsoft.com/office/drawing/2014/main" id="{BA759AF8-D2F4-8FF7-C5B3-3D73C921033B}"/>
              </a:ext>
            </a:extLst>
          </p:cNvPr>
          <p:cNvSpPr/>
          <p:nvPr/>
        </p:nvSpPr>
        <p:spPr>
          <a:xfrm>
            <a:off x="5806440" y="2164080"/>
            <a:ext cx="5833872" cy="3017520"/>
          </a:xfrm>
          <a:prstGeom prst="roundRect">
            <a:avLst/>
          </a:prstGeom>
          <a:solidFill>
            <a:srgbClr val="0F172A"/>
          </a:solidFill>
          <a:ln w="15875">
            <a:solidFill>
              <a:srgbClr val="FDBA7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729" name="Rectangle 90728">
            <a:extLst>
              <a:ext uri="{FF2B5EF4-FFF2-40B4-BE49-F238E27FC236}">
                <a16:creationId xmlns:a16="http://schemas.microsoft.com/office/drawing/2014/main" id="{027699F3-BD69-163B-95E2-414582F85644}"/>
              </a:ext>
            </a:extLst>
          </p:cNvPr>
          <p:cNvSpPr/>
          <p:nvPr/>
        </p:nvSpPr>
        <p:spPr>
          <a:xfrm>
            <a:off x="5897880" y="2621280"/>
            <a:ext cx="18288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831" name="Oval 90830">
            <a:extLst>
              <a:ext uri="{FF2B5EF4-FFF2-40B4-BE49-F238E27FC236}">
                <a16:creationId xmlns:a16="http://schemas.microsoft.com/office/drawing/2014/main" id="{F826F2A0-D4DF-9C08-6107-ECDD0F64311F}"/>
              </a:ext>
            </a:extLst>
          </p:cNvPr>
          <p:cNvSpPr/>
          <p:nvPr/>
        </p:nvSpPr>
        <p:spPr>
          <a:xfrm>
            <a:off x="6025896" y="2840736"/>
            <a:ext cx="109728" cy="109728"/>
          </a:xfrm>
          <a:prstGeom prst="ellipse">
            <a:avLst/>
          </a:prstGeom>
          <a:solidFill>
            <a:srgbClr val="FDBA7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934" name="Rectangle 90933">
            <a:extLst>
              <a:ext uri="{FF2B5EF4-FFF2-40B4-BE49-F238E27FC236}">
                <a16:creationId xmlns:a16="http://schemas.microsoft.com/office/drawing/2014/main" id="{F80FC049-A474-F774-63DC-74AA7D6ACBA9}"/>
              </a:ext>
            </a:extLst>
          </p:cNvPr>
          <p:cNvSpPr/>
          <p:nvPr/>
        </p:nvSpPr>
        <p:spPr>
          <a:xfrm>
            <a:off x="7808976" y="2621280"/>
            <a:ext cx="18288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038" name="Oval 91037">
            <a:extLst>
              <a:ext uri="{FF2B5EF4-FFF2-40B4-BE49-F238E27FC236}">
                <a16:creationId xmlns:a16="http://schemas.microsoft.com/office/drawing/2014/main" id="{B8645F3A-AB93-7757-DC88-CBF3751E69CC}"/>
              </a:ext>
            </a:extLst>
          </p:cNvPr>
          <p:cNvSpPr/>
          <p:nvPr/>
        </p:nvSpPr>
        <p:spPr>
          <a:xfrm>
            <a:off x="7936992" y="2840736"/>
            <a:ext cx="109728" cy="109728"/>
          </a:xfrm>
          <a:prstGeom prst="ellipse">
            <a:avLst/>
          </a:prstGeom>
          <a:solidFill>
            <a:srgbClr val="FDBA7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143" name="Rectangle 91142">
            <a:extLst>
              <a:ext uri="{FF2B5EF4-FFF2-40B4-BE49-F238E27FC236}">
                <a16:creationId xmlns:a16="http://schemas.microsoft.com/office/drawing/2014/main" id="{2667F683-C64D-3A09-959E-77F73AB3F3A9}"/>
              </a:ext>
            </a:extLst>
          </p:cNvPr>
          <p:cNvSpPr/>
          <p:nvPr/>
        </p:nvSpPr>
        <p:spPr>
          <a:xfrm>
            <a:off x="9720072" y="2621280"/>
            <a:ext cx="18288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249" name="Oval 91248">
            <a:extLst>
              <a:ext uri="{FF2B5EF4-FFF2-40B4-BE49-F238E27FC236}">
                <a16:creationId xmlns:a16="http://schemas.microsoft.com/office/drawing/2014/main" id="{F73A641D-C2CC-B00A-7921-D2B40727E0F9}"/>
              </a:ext>
            </a:extLst>
          </p:cNvPr>
          <p:cNvSpPr/>
          <p:nvPr/>
        </p:nvSpPr>
        <p:spPr>
          <a:xfrm>
            <a:off x="9848088" y="2840736"/>
            <a:ext cx="109728" cy="109728"/>
          </a:xfrm>
          <a:prstGeom prst="ellipse">
            <a:avLst/>
          </a:prstGeom>
          <a:solidFill>
            <a:srgbClr val="FDBA7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356" name="Rectangle 91355">
            <a:extLst>
              <a:ext uri="{FF2B5EF4-FFF2-40B4-BE49-F238E27FC236}">
                <a16:creationId xmlns:a16="http://schemas.microsoft.com/office/drawing/2014/main" id="{07F9AAE9-150F-7071-6BA1-E8FBDF1FBF42}"/>
              </a:ext>
            </a:extLst>
          </p:cNvPr>
          <p:cNvSpPr/>
          <p:nvPr/>
        </p:nvSpPr>
        <p:spPr>
          <a:xfrm>
            <a:off x="5897880" y="3599688"/>
            <a:ext cx="18288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464" name="Oval 91463">
            <a:extLst>
              <a:ext uri="{FF2B5EF4-FFF2-40B4-BE49-F238E27FC236}">
                <a16:creationId xmlns:a16="http://schemas.microsoft.com/office/drawing/2014/main" id="{1B2B1C20-40AF-0C55-1550-763922F0C15A}"/>
              </a:ext>
            </a:extLst>
          </p:cNvPr>
          <p:cNvSpPr/>
          <p:nvPr/>
        </p:nvSpPr>
        <p:spPr>
          <a:xfrm>
            <a:off x="6025896" y="3819144"/>
            <a:ext cx="109728" cy="109728"/>
          </a:xfrm>
          <a:prstGeom prst="ellipse">
            <a:avLst/>
          </a:prstGeom>
          <a:solidFill>
            <a:srgbClr val="67E8F9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573" name="Rectangle 91572">
            <a:extLst>
              <a:ext uri="{FF2B5EF4-FFF2-40B4-BE49-F238E27FC236}">
                <a16:creationId xmlns:a16="http://schemas.microsoft.com/office/drawing/2014/main" id="{44DCACA6-7909-F4C6-7182-1CB9F068A510}"/>
              </a:ext>
            </a:extLst>
          </p:cNvPr>
          <p:cNvSpPr/>
          <p:nvPr/>
        </p:nvSpPr>
        <p:spPr>
          <a:xfrm>
            <a:off x="7808976" y="3599688"/>
            <a:ext cx="18288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683" name="Oval 91682">
            <a:extLst>
              <a:ext uri="{FF2B5EF4-FFF2-40B4-BE49-F238E27FC236}">
                <a16:creationId xmlns:a16="http://schemas.microsoft.com/office/drawing/2014/main" id="{0981975D-E8F9-69A6-2502-6FD7261DDE6D}"/>
              </a:ext>
            </a:extLst>
          </p:cNvPr>
          <p:cNvSpPr/>
          <p:nvPr/>
        </p:nvSpPr>
        <p:spPr>
          <a:xfrm>
            <a:off x="7936992" y="3819144"/>
            <a:ext cx="109728" cy="109728"/>
          </a:xfrm>
          <a:prstGeom prst="ellipse">
            <a:avLst/>
          </a:prstGeom>
          <a:solidFill>
            <a:srgbClr val="67E8F9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794" name="Rectangle 91793">
            <a:extLst>
              <a:ext uri="{FF2B5EF4-FFF2-40B4-BE49-F238E27FC236}">
                <a16:creationId xmlns:a16="http://schemas.microsoft.com/office/drawing/2014/main" id="{569E3687-DBBB-ED5F-B771-FD803D699CB0}"/>
              </a:ext>
            </a:extLst>
          </p:cNvPr>
          <p:cNvSpPr/>
          <p:nvPr/>
        </p:nvSpPr>
        <p:spPr>
          <a:xfrm>
            <a:off x="9720072" y="3599688"/>
            <a:ext cx="18288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906" name="Oval 91905">
            <a:extLst>
              <a:ext uri="{FF2B5EF4-FFF2-40B4-BE49-F238E27FC236}">
                <a16:creationId xmlns:a16="http://schemas.microsoft.com/office/drawing/2014/main" id="{AA2D3E41-3A74-C622-3BF8-DAC46632F068}"/>
              </a:ext>
            </a:extLst>
          </p:cNvPr>
          <p:cNvSpPr/>
          <p:nvPr/>
        </p:nvSpPr>
        <p:spPr>
          <a:xfrm>
            <a:off x="9848088" y="3819144"/>
            <a:ext cx="109728" cy="109728"/>
          </a:xfrm>
          <a:prstGeom prst="ellipse">
            <a:avLst/>
          </a:prstGeom>
          <a:solidFill>
            <a:srgbClr val="C4B5FD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019" name="Rectangle 92018">
            <a:extLst>
              <a:ext uri="{FF2B5EF4-FFF2-40B4-BE49-F238E27FC236}">
                <a16:creationId xmlns:a16="http://schemas.microsoft.com/office/drawing/2014/main" id="{BC2F3AD2-35E1-6777-7915-BC7D6FC2F0DA}"/>
              </a:ext>
            </a:extLst>
          </p:cNvPr>
          <p:cNvSpPr/>
          <p:nvPr/>
        </p:nvSpPr>
        <p:spPr>
          <a:xfrm>
            <a:off x="6126480" y="5071872"/>
            <a:ext cx="73152" cy="274320"/>
          </a:xfrm>
          <a:prstGeom prst="rect">
            <a:avLst/>
          </a:prstGeom>
          <a:solidFill>
            <a:srgbClr val="CBD5E1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133" name="Rectangle 92132">
            <a:extLst>
              <a:ext uri="{FF2B5EF4-FFF2-40B4-BE49-F238E27FC236}">
                <a16:creationId xmlns:a16="http://schemas.microsoft.com/office/drawing/2014/main" id="{30ECA4E8-87B1-2CA3-C729-3688D62DB7D0}"/>
              </a:ext>
            </a:extLst>
          </p:cNvPr>
          <p:cNvSpPr/>
          <p:nvPr/>
        </p:nvSpPr>
        <p:spPr>
          <a:xfrm>
            <a:off x="6510528" y="5071872"/>
            <a:ext cx="73152" cy="274320"/>
          </a:xfrm>
          <a:prstGeom prst="rect">
            <a:avLst/>
          </a:prstGeom>
          <a:solidFill>
            <a:srgbClr val="CBD5E1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248" name="Rectangle 92247">
            <a:extLst>
              <a:ext uri="{FF2B5EF4-FFF2-40B4-BE49-F238E27FC236}">
                <a16:creationId xmlns:a16="http://schemas.microsoft.com/office/drawing/2014/main" id="{8978E7BA-D312-BBD4-BE07-E27971DAF593}"/>
              </a:ext>
            </a:extLst>
          </p:cNvPr>
          <p:cNvSpPr/>
          <p:nvPr/>
        </p:nvSpPr>
        <p:spPr>
          <a:xfrm>
            <a:off x="6894576" y="5071872"/>
            <a:ext cx="73152" cy="274320"/>
          </a:xfrm>
          <a:prstGeom prst="rect">
            <a:avLst/>
          </a:prstGeom>
          <a:solidFill>
            <a:srgbClr val="CBD5E1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364" name="Rectangle 92363">
            <a:extLst>
              <a:ext uri="{FF2B5EF4-FFF2-40B4-BE49-F238E27FC236}">
                <a16:creationId xmlns:a16="http://schemas.microsoft.com/office/drawing/2014/main" id="{D9933404-7D78-42CE-A2F1-1C5F76BCD561}"/>
              </a:ext>
            </a:extLst>
          </p:cNvPr>
          <p:cNvSpPr/>
          <p:nvPr/>
        </p:nvSpPr>
        <p:spPr>
          <a:xfrm>
            <a:off x="7278624" y="5071872"/>
            <a:ext cx="73152" cy="274320"/>
          </a:xfrm>
          <a:prstGeom prst="rect">
            <a:avLst/>
          </a:prstGeom>
          <a:solidFill>
            <a:srgbClr val="CBD5E1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481" name="Rectangle 92480">
            <a:extLst>
              <a:ext uri="{FF2B5EF4-FFF2-40B4-BE49-F238E27FC236}">
                <a16:creationId xmlns:a16="http://schemas.microsoft.com/office/drawing/2014/main" id="{E84F77D0-06A6-0930-7D21-5D1FA300B8EB}"/>
              </a:ext>
            </a:extLst>
          </p:cNvPr>
          <p:cNvSpPr/>
          <p:nvPr/>
        </p:nvSpPr>
        <p:spPr>
          <a:xfrm>
            <a:off x="7662672" y="5071872"/>
            <a:ext cx="73152" cy="274320"/>
          </a:xfrm>
          <a:prstGeom prst="rect">
            <a:avLst/>
          </a:prstGeom>
          <a:solidFill>
            <a:srgbClr val="CBD5E1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599" name="Rectangle 92598">
            <a:extLst>
              <a:ext uri="{FF2B5EF4-FFF2-40B4-BE49-F238E27FC236}">
                <a16:creationId xmlns:a16="http://schemas.microsoft.com/office/drawing/2014/main" id="{5D812831-7575-EE78-DFEA-959E69D314EB}"/>
              </a:ext>
            </a:extLst>
          </p:cNvPr>
          <p:cNvSpPr/>
          <p:nvPr/>
        </p:nvSpPr>
        <p:spPr>
          <a:xfrm>
            <a:off x="8046720" y="5071872"/>
            <a:ext cx="73152" cy="274320"/>
          </a:xfrm>
          <a:prstGeom prst="rect">
            <a:avLst/>
          </a:prstGeom>
          <a:solidFill>
            <a:srgbClr val="CBD5E1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718" name="Rectangle 92717">
            <a:extLst>
              <a:ext uri="{FF2B5EF4-FFF2-40B4-BE49-F238E27FC236}">
                <a16:creationId xmlns:a16="http://schemas.microsoft.com/office/drawing/2014/main" id="{25427B40-88DB-0CFE-19C6-B38BC2018356}"/>
              </a:ext>
            </a:extLst>
          </p:cNvPr>
          <p:cNvSpPr/>
          <p:nvPr/>
        </p:nvSpPr>
        <p:spPr>
          <a:xfrm>
            <a:off x="8430768" y="5071872"/>
            <a:ext cx="73152" cy="274320"/>
          </a:xfrm>
          <a:prstGeom prst="rect">
            <a:avLst/>
          </a:prstGeom>
          <a:solidFill>
            <a:srgbClr val="CBD5E1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838" name="Rectangle 92837">
            <a:extLst>
              <a:ext uri="{FF2B5EF4-FFF2-40B4-BE49-F238E27FC236}">
                <a16:creationId xmlns:a16="http://schemas.microsoft.com/office/drawing/2014/main" id="{E1A363D3-2C3E-DDEA-F46F-43971E2C4724}"/>
              </a:ext>
            </a:extLst>
          </p:cNvPr>
          <p:cNvSpPr/>
          <p:nvPr/>
        </p:nvSpPr>
        <p:spPr>
          <a:xfrm>
            <a:off x="8814816" y="5071872"/>
            <a:ext cx="73152" cy="274320"/>
          </a:xfrm>
          <a:prstGeom prst="rect">
            <a:avLst/>
          </a:prstGeom>
          <a:solidFill>
            <a:srgbClr val="CBD5E1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959" name="Rectangle 92958">
            <a:extLst>
              <a:ext uri="{FF2B5EF4-FFF2-40B4-BE49-F238E27FC236}">
                <a16:creationId xmlns:a16="http://schemas.microsoft.com/office/drawing/2014/main" id="{23315457-8B4F-ADBB-1308-B2C0776C4040}"/>
              </a:ext>
            </a:extLst>
          </p:cNvPr>
          <p:cNvSpPr/>
          <p:nvPr/>
        </p:nvSpPr>
        <p:spPr>
          <a:xfrm>
            <a:off x="9198864" y="5071872"/>
            <a:ext cx="73152" cy="274320"/>
          </a:xfrm>
          <a:prstGeom prst="rect">
            <a:avLst/>
          </a:prstGeom>
          <a:solidFill>
            <a:srgbClr val="CBD5E1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081" name="Rectangle 93080">
            <a:extLst>
              <a:ext uri="{FF2B5EF4-FFF2-40B4-BE49-F238E27FC236}">
                <a16:creationId xmlns:a16="http://schemas.microsoft.com/office/drawing/2014/main" id="{FFE3A3B6-C323-E698-3446-B0DE7A91F362}"/>
              </a:ext>
            </a:extLst>
          </p:cNvPr>
          <p:cNvSpPr/>
          <p:nvPr/>
        </p:nvSpPr>
        <p:spPr>
          <a:xfrm>
            <a:off x="9582912" y="5071872"/>
            <a:ext cx="73152" cy="274320"/>
          </a:xfrm>
          <a:prstGeom prst="rect">
            <a:avLst/>
          </a:prstGeom>
          <a:solidFill>
            <a:srgbClr val="CBD5E1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204" name="Rectangle 93203">
            <a:extLst>
              <a:ext uri="{FF2B5EF4-FFF2-40B4-BE49-F238E27FC236}">
                <a16:creationId xmlns:a16="http://schemas.microsoft.com/office/drawing/2014/main" id="{B74CED50-14DB-2E1F-CC4F-42483A0631D7}"/>
              </a:ext>
            </a:extLst>
          </p:cNvPr>
          <p:cNvSpPr/>
          <p:nvPr/>
        </p:nvSpPr>
        <p:spPr>
          <a:xfrm>
            <a:off x="9966960" y="5071872"/>
            <a:ext cx="73152" cy="274320"/>
          </a:xfrm>
          <a:prstGeom prst="rect">
            <a:avLst/>
          </a:prstGeom>
          <a:solidFill>
            <a:srgbClr val="CBD5E1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328" name="Rectangle 93327">
            <a:extLst>
              <a:ext uri="{FF2B5EF4-FFF2-40B4-BE49-F238E27FC236}">
                <a16:creationId xmlns:a16="http://schemas.microsoft.com/office/drawing/2014/main" id="{7BB58A37-C335-1391-B4A7-D24498E99D8D}"/>
              </a:ext>
            </a:extLst>
          </p:cNvPr>
          <p:cNvSpPr/>
          <p:nvPr/>
        </p:nvSpPr>
        <p:spPr>
          <a:xfrm>
            <a:off x="10351008" y="5071872"/>
            <a:ext cx="73152" cy="274320"/>
          </a:xfrm>
          <a:prstGeom prst="rect">
            <a:avLst/>
          </a:prstGeom>
          <a:solidFill>
            <a:srgbClr val="CBD5E1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453" name="Rectangle 93452">
            <a:extLst>
              <a:ext uri="{FF2B5EF4-FFF2-40B4-BE49-F238E27FC236}">
                <a16:creationId xmlns:a16="http://schemas.microsoft.com/office/drawing/2014/main" id="{271D2A00-9492-215F-9689-1FC52E7EE100}"/>
              </a:ext>
            </a:extLst>
          </p:cNvPr>
          <p:cNvSpPr/>
          <p:nvPr/>
        </p:nvSpPr>
        <p:spPr>
          <a:xfrm>
            <a:off x="10735056" y="5071872"/>
            <a:ext cx="73152" cy="274320"/>
          </a:xfrm>
          <a:prstGeom prst="rect">
            <a:avLst/>
          </a:prstGeom>
          <a:solidFill>
            <a:srgbClr val="CBD5E1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579" name="Rectangle 93578">
            <a:extLst>
              <a:ext uri="{FF2B5EF4-FFF2-40B4-BE49-F238E27FC236}">
                <a16:creationId xmlns:a16="http://schemas.microsoft.com/office/drawing/2014/main" id="{73B66A1D-31C7-12EC-6392-5B8A54AA80C2}"/>
              </a:ext>
            </a:extLst>
          </p:cNvPr>
          <p:cNvSpPr/>
          <p:nvPr/>
        </p:nvSpPr>
        <p:spPr>
          <a:xfrm>
            <a:off x="11119104" y="5071872"/>
            <a:ext cx="73152" cy="274320"/>
          </a:xfrm>
          <a:prstGeom prst="rect">
            <a:avLst/>
          </a:prstGeom>
          <a:solidFill>
            <a:srgbClr val="CBD5E1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706" name="Rectangle 93705">
            <a:extLst>
              <a:ext uri="{FF2B5EF4-FFF2-40B4-BE49-F238E27FC236}">
                <a16:creationId xmlns:a16="http://schemas.microsoft.com/office/drawing/2014/main" id="{072CCB1B-408C-CD41-2D57-ADBCD385EC7D}"/>
              </a:ext>
            </a:extLst>
          </p:cNvPr>
          <p:cNvSpPr/>
          <p:nvPr/>
        </p:nvSpPr>
        <p:spPr>
          <a:xfrm>
            <a:off x="1143000" y="411480"/>
            <a:ext cx="859536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onsolas" panose="020B0609020204030204" pitchFamily="49" charset="0"/>
              </a:rPr>
              <a:t>PART 2 · ESP32 · INSTRUCTIONS, MEMORY, I/O, PROTOCOLS, RADIOS
 </a:t>
            </a:r>
            <a:endParaRPr lang="en-US"/>
          </a:p>
        </p:txBody>
      </p:sp>
      <p:sp>
        <p:nvSpPr>
          <p:cNvPr id="93963" name="Rectangle 93962">
            <a:extLst>
              <a:ext uri="{FF2B5EF4-FFF2-40B4-BE49-F238E27FC236}">
                <a16:creationId xmlns:a16="http://schemas.microsoft.com/office/drawing/2014/main" id="{37CB364B-D726-2235-D7CE-037221C037D4}"/>
              </a:ext>
            </a:extLst>
          </p:cNvPr>
          <p:cNvSpPr/>
          <p:nvPr/>
        </p:nvSpPr>
        <p:spPr>
          <a:xfrm>
            <a:off x="548640" y="822960"/>
            <a:ext cx="11091672" cy="1066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3200" dirty="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The ESP32 is the brain: processor, memory,</a:t>
            </a:r>
          </a:p>
          <a:p>
            <a:pPr>
              <a:buNone/>
            </a:pPr>
            <a:r>
              <a:rPr lang="en-US" sz="3200" dirty="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pins, ADC and radios in one module.</a:t>
            </a:r>
            <a:endParaRPr lang="en-US" dirty="0"/>
          </a:p>
        </p:txBody>
      </p:sp>
      <p:sp>
        <p:nvSpPr>
          <p:cNvPr id="94489" name="Rectangle 94488">
            <a:extLst>
              <a:ext uri="{FF2B5EF4-FFF2-40B4-BE49-F238E27FC236}">
                <a16:creationId xmlns:a16="http://schemas.microsoft.com/office/drawing/2014/main" id="{F4106D7C-AD44-B4FA-FBA6-27D9843F61D5}"/>
              </a:ext>
            </a:extLst>
          </p:cNvPr>
          <p:cNvSpPr/>
          <p:nvPr/>
        </p:nvSpPr>
        <p:spPr>
          <a:xfrm>
            <a:off x="5989320" y="2228088"/>
            <a:ext cx="5468112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DBA74"/>
                </a:solidFill>
                <a:effectLst/>
                <a:latin typeface="Consolas" panose="020B0609020204030204" pitchFamily="49" charset="0"/>
              </a:rPr>
              <a:t>ESP32 MODULE · FUNCTIONAL VIEW</a:t>
            </a:r>
          </a:p>
          <a:p>
            <a:pPr>
              <a:buNone/>
            </a:pPr>
            <a:r>
              <a:rPr lang="en-US" sz="1400">
                <a:solidFill>
                  <a:srgbClr val="FDBA74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94623" name="Rectangle 94622">
            <a:extLst>
              <a:ext uri="{FF2B5EF4-FFF2-40B4-BE49-F238E27FC236}">
                <a16:creationId xmlns:a16="http://schemas.microsoft.com/office/drawing/2014/main" id="{04B36F68-9BCB-4DDB-8379-FA4BD2580979}"/>
              </a:ext>
            </a:extLst>
          </p:cNvPr>
          <p:cNvSpPr/>
          <p:nvPr/>
        </p:nvSpPr>
        <p:spPr>
          <a:xfrm>
            <a:off x="6245352" y="2703576"/>
            <a:ext cx="1371600" cy="518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CPU</a:t>
            </a:r>
          </a:p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1–2 cores*</a:t>
            </a:r>
            <a:endParaRPr lang="en-US"/>
          </a:p>
        </p:txBody>
      </p:sp>
      <p:sp>
        <p:nvSpPr>
          <p:cNvPr id="94758" name="Rectangle 94757">
            <a:extLst>
              <a:ext uri="{FF2B5EF4-FFF2-40B4-BE49-F238E27FC236}">
                <a16:creationId xmlns:a16="http://schemas.microsoft.com/office/drawing/2014/main" id="{17C255CA-1D5F-7FB9-AF4C-05512ED6219C}"/>
              </a:ext>
            </a:extLst>
          </p:cNvPr>
          <p:cNvSpPr/>
          <p:nvPr/>
        </p:nvSpPr>
        <p:spPr>
          <a:xfrm>
            <a:off x="8156448" y="2703576"/>
            <a:ext cx="1371600" cy="518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RAM</a:t>
            </a:r>
          </a:p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working data</a:t>
            </a:r>
            <a:endParaRPr lang="en-US"/>
          </a:p>
        </p:txBody>
      </p:sp>
      <p:sp>
        <p:nvSpPr>
          <p:cNvPr id="94894" name="Rectangle 94893">
            <a:extLst>
              <a:ext uri="{FF2B5EF4-FFF2-40B4-BE49-F238E27FC236}">
                <a16:creationId xmlns:a16="http://schemas.microsoft.com/office/drawing/2014/main" id="{9FCE9E42-4BEE-F248-3BEC-7BD293AD8FE3}"/>
              </a:ext>
            </a:extLst>
          </p:cNvPr>
          <p:cNvSpPr/>
          <p:nvPr/>
        </p:nvSpPr>
        <p:spPr>
          <a:xfrm>
            <a:off x="10067544" y="2703576"/>
            <a:ext cx="1371600" cy="518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FLASH</a:t>
            </a:r>
          </a:p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program store</a:t>
            </a:r>
            <a:endParaRPr lang="en-US"/>
          </a:p>
        </p:txBody>
      </p:sp>
      <p:sp>
        <p:nvSpPr>
          <p:cNvPr id="95031" name="Rectangle 95030">
            <a:extLst>
              <a:ext uri="{FF2B5EF4-FFF2-40B4-BE49-F238E27FC236}">
                <a16:creationId xmlns:a16="http://schemas.microsoft.com/office/drawing/2014/main" id="{36F65E2F-0AE7-1D07-4DF9-CB3007BC446C}"/>
              </a:ext>
            </a:extLst>
          </p:cNvPr>
          <p:cNvSpPr/>
          <p:nvPr/>
        </p:nvSpPr>
        <p:spPr>
          <a:xfrm>
            <a:off x="6245352" y="3681984"/>
            <a:ext cx="1371600" cy="518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GPIO</a:t>
            </a:r>
          </a:p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digital I/O</a:t>
            </a:r>
            <a:endParaRPr lang="en-US"/>
          </a:p>
        </p:txBody>
      </p:sp>
      <p:sp>
        <p:nvSpPr>
          <p:cNvPr id="95169" name="Rectangle 95168">
            <a:extLst>
              <a:ext uri="{FF2B5EF4-FFF2-40B4-BE49-F238E27FC236}">
                <a16:creationId xmlns:a16="http://schemas.microsoft.com/office/drawing/2014/main" id="{407AF4B5-B897-E4C4-F75E-70E3DB9F0638}"/>
              </a:ext>
            </a:extLst>
          </p:cNvPr>
          <p:cNvSpPr/>
          <p:nvPr/>
        </p:nvSpPr>
        <p:spPr>
          <a:xfrm>
            <a:off x="8156448" y="3681984"/>
            <a:ext cx="1371600" cy="518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ADC</a:t>
            </a:r>
          </a:p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analog input</a:t>
            </a:r>
            <a:endParaRPr lang="en-US"/>
          </a:p>
        </p:txBody>
      </p:sp>
      <p:sp>
        <p:nvSpPr>
          <p:cNvPr id="95308" name="Rectangle 95307">
            <a:extLst>
              <a:ext uri="{FF2B5EF4-FFF2-40B4-BE49-F238E27FC236}">
                <a16:creationId xmlns:a16="http://schemas.microsoft.com/office/drawing/2014/main" id="{CD0885FF-A30C-5C82-7BF0-F262E4E9C71A}"/>
              </a:ext>
            </a:extLst>
          </p:cNvPr>
          <p:cNvSpPr/>
          <p:nvPr/>
        </p:nvSpPr>
        <p:spPr>
          <a:xfrm>
            <a:off x="10067544" y="3681984"/>
            <a:ext cx="1371600" cy="518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 dirty="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RADIO</a:t>
            </a:r>
          </a:p>
          <a:p>
            <a:pPr>
              <a:buNone/>
            </a:pPr>
            <a:r>
              <a:rPr lang="en-US" sz="1400" dirty="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Wi-Fi · BT</a:t>
            </a:r>
            <a:endParaRPr lang="en-US" dirty="0"/>
          </a:p>
        </p:txBody>
      </p:sp>
      <p:sp>
        <p:nvSpPr>
          <p:cNvPr id="95448" name="Rectangle 95447">
            <a:extLst>
              <a:ext uri="{FF2B5EF4-FFF2-40B4-BE49-F238E27FC236}">
                <a16:creationId xmlns:a16="http://schemas.microsoft.com/office/drawing/2014/main" id="{863E5562-E923-2A8B-31F1-522B265E070F}"/>
              </a:ext>
            </a:extLst>
          </p:cNvPr>
          <p:cNvSpPr/>
          <p:nvPr/>
        </p:nvSpPr>
        <p:spPr>
          <a:xfrm>
            <a:off x="5806440" y="5410200"/>
            <a:ext cx="5833872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GPIO header pins — count and numbering vary by board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127914" name="Rectangle 127913">
            <a:extLst>
              <a:ext uri="{FF2B5EF4-FFF2-40B4-BE49-F238E27FC236}">
                <a16:creationId xmlns:a16="http://schemas.microsoft.com/office/drawing/2014/main" id="{18453F97-7BDF-6ECB-2E72-3A6B33C6BC36}"/>
              </a:ext>
            </a:extLst>
          </p:cNvPr>
          <p:cNvSpPr/>
          <p:nvPr/>
        </p:nvSpPr>
        <p:spPr>
          <a:xfrm>
            <a:off x="5989320" y="4507992"/>
            <a:ext cx="5468112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Pins also carry UART · I2C · SPI; radios add Wi-Fi and Bluetooth*
 </a:t>
            </a:r>
            <a:endParaRPr lang="en-US"/>
          </a:p>
        </p:txBody>
      </p:sp>
      <p:pic>
        <p:nvPicPr>
          <p:cNvPr id="2" name="Picture 1" descr="ESP32 Development Board with Wifi and Bluetooth - 30 PIN">
            <a:extLst>
              <a:ext uri="{FF2B5EF4-FFF2-40B4-BE49-F238E27FC236}">
                <a16:creationId xmlns:a16="http://schemas.microsoft.com/office/drawing/2014/main" id="{1A764FE5-D6DB-048D-1143-1DCF665FF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766" y="2127257"/>
            <a:ext cx="3984572" cy="363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290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18" name="Rectangle 95617">
            <a:extLst>
              <a:ext uri="{FF2B5EF4-FFF2-40B4-BE49-F238E27FC236}">
                <a16:creationId xmlns:a16="http://schemas.microsoft.com/office/drawing/2014/main" id="{93401801-0108-B4CC-F4BD-655A13818A74}"/>
              </a:ext>
            </a:extLst>
          </p:cNvPr>
          <p:cNvSpPr/>
          <p:nvPr/>
        </p:nvSpPr>
        <p:spPr>
          <a:xfrm>
            <a:off x="548640" y="621792"/>
            <a:ext cx="457200" cy="41148"/>
          </a:xfrm>
          <a:prstGeom prst="rect">
            <a:avLst/>
          </a:prstGeom>
          <a:solidFill>
            <a:srgbClr val="FDBA7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648" name="Rectangle 95647">
            <a:extLst>
              <a:ext uri="{FF2B5EF4-FFF2-40B4-BE49-F238E27FC236}">
                <a16:creationId xmlns:a16="http://schemas.microsoft.com/office/drawing/2014/main" id="{E0DBBC2F-CE50-A42C-0FAB-9A2A1DFBFA55}"/>
              </a:ext>
            </a:extLst>
          </p:cNvPr>
          <p:cNvSpPr/>
          <p:nvPr/>
        </p:nvSpPr>
        <p:spPr>
          <a:xfrm>
            <a:off x="548640" y="2164080"/>
            <a:ext cx="310896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679" name="Rectangle 95678">
            <a:extLst>
              <a:ext uri="{FF2B5EF4-FFF2-40B4-BE49-F238E27FC236}">
                <a16:creationId xmlns:a16="http://schemas.microsoft.com/office/drawing/2014/main" id="{375EFE1D-5E9B-E44D-18AA-1B46AA55E74D}"/>
              </a:ext>
            </a:extLst>
          </p:cNvPr>
          <p:cNvSpPr/>
          <p:nvPr/>
        </p:nvSpPr>
        <p:spPr>
          <a:xfrm>
            <a:off x="548640" y="2164080"/>
            <a:ext cx="64008" cy="1005840"/>
          </a:xfrm>
          <a:prstGeom prst="rect">
            <a:avLst/>
          </a:prstGeom>
          <a:solidFill>
            <a:srgbClr val="FDBA7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711" name="Arrow: Right 95710">
            <a:extLst>
              <a:ext uri="{FF2B5EF4-FFF2-40B4-BE49-F238E27FC236}">
                <a16:creationId xmlns:a16="http://schemas.microsoft.com/office/drawing/2014/main" id="{13F49972-B1AE-271D-474B-E53293129632}"/>
              </a:ext>
            </a:extLst>
          </p:cNvPr>
          <p:cNvSpPr/>
          <p:nvPr/>
        </p:nvSpPr>
        <p:spPr>
          <a:xfrm>
            <a:off x="3794760" y="2566416"/>
            <a:ext cx="457200" cy="201168"/>
          </a:xfrm>
          <a:prstGeom prst="rightArrow">
            <a:avLst/>
          </a:prstGeom>
          <a:solidFill>
            <a:srgbClr val="CBD5E1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744" name="Rectangle 95743">
            <a:extLst>
              <a:ext uri="{FF2B5EF4-FFF2-40B4-BE49-F238E27FC236}">
                <a16:creationId xmlns:a16="http://schemas.microsoft.com/office/drawing/2014/main" id="{AC0F1E81-BF7B-4874-714B-24E8219AEB15}"/>
              </a:ext>
            </a:extLst>
          </p:cNvPr>
          <p:cNvSpPr/>
          <p:nvPr/>
        </p:nvSpPr>
        <p:spPr>
          <a:xfrm>
            <a:off x="4526280" y="2164080"/>
            <a:ext cx="310896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778" name="Rectangle 95777">
            <a:extLst>
              <a:ext uri="{FF2B5EF4-FFF2-40B4-BE49-F238E27FC236}">
                <a16:creationId xmlns:a16="http://schemas.microsoft.com/office/drawing/2014/main" id="{BB583AD8-0ADE-6D5C-6524-9F22B0C05C3D}"/>
              </a:ext>
            </a:extLst>
          </p:cNvPr>
          <p:cNvSpPr/>
          <p:nvPr/>
        </p:nvSpPr>
        <p:spPr>
          <a:xfrm>
            <a:off x="4526280" y="2164080"/>
            <a:ext cx="64008" cy="1005840"/>
          </a:xfrm>
          <a:prstGeom prst="rect">
            <a:avLst/>
          </a:prstGeom>
          <a:solidFill>
            <a:srgbClr val="FDBA7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813" name="Arrow: Right 95812">
            <a:extLst>
              <a:ext uri="{FF2B5EF4-FFF2-40B4-BE49-F238E27FC236}">
                <a16:creationId xmlns:a16="http://schemas.microsoft.com/office/drawing/2014/main" id="{34B28C88-0A89-29A4-ABD1-EEFAAAB62922}"/>
              </a:ext>
            </a:extLst>
          </p:cNvPr>
          <p:cNvSpPr/>
          <p:nvPr/>
        </p:nvSpPr>
        <p:spPr>
          <a:xfrm>
            <a:off x="7772400" y="2566416"/>
            <a:ext cx="457200" cy="201168"/>
          </a:xfrm>
          <a:prstGeom prst="rightArrow">
            <a:avLst/>
          </a:prstGeom>
          <a:solidFill>
            <a:srgbClr val="CBD5E1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849" name="Rectangle 95848">
            <a:extLst>
              <a:ext uri="{FF2B5EF4-FFF2-40B4-BE49-F238E27FC236}">
                <a16:creationId xmlns:a16="http://schemas.microsoft.com/office/drawing/2014/main" id="{2D02EB8C-E14E-BD56-AB33-BB93343A5CE6}"/>
              </a:ext>
            </a:extLst>
          </p:cNvPr>
          <p:cNvSpPr/>
          <p:nvPr/>
        </p:nvSpPr>
        <p:spPr>
          <a:xfrm>
            <a:off x="8503920" y="2164080"/>
            <a:ext cx="310896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886" name="Rectangle 95885">
            <a:extLst>
              <a:ext uri="{FF2B5EF4-FFF2-40B4-BE49-F238E27FC236}">
                <a16:creationId xmlns:a16="http://schemas.microsoft.com/office/drawing/2014/main" id="{46589B2C-BAD7-2801-0D5E-A04ED303FC36}"/>
              </a:ext>
            </a:extLst>
          </p:cNvPr>
          <p:cNvSpPr/>
          <p:nvPr/>
        </p:nvSpPr>
        <p:spPr>
          <a:xfrm>
            <a:off x="8503920" y="2164080"/>
            <a:ext cx="64008" cy="1005840"/>
          </a:xfrm>
          <a:prstGeom prst="rect">
            <a:avLst/>
          </a:prstGeom>
          <a:solidFill>
            <a:srgbClr val="FDBA7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924" name="Rectangle 95923">
            <a:extLst>
              <a:ext uri="{FF2B5EF4-FFF2-40B4-BE49-F238E27FC236}">
                <a16:creationId xmlns:a16="http://schemas.microsoft.com/office/drawing/2014/main" id="{B66F3E13-BEC7-E468-3061-7BEB7EAC884C}"/>
              </a:ext>
            </a:extLst>
          </p:cNvPr>
          <p:cNvSpPr/>
          <p:nvPr/>
        </p:nvSpPr>
        <p:spPr>
          <a:xfrm>
            <a:off x="548640" y="3764280"/>
            <a:ext cx="539496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963" name="Rectangle 95962">
            <a:extLst>
              <a:ext uri="{FF2B5EF4-FFF2-40B4-BE49-F238E27FC236}">
                <a16:creationId xmlns:a16="http://schemas.microsoft.com/office/drawing/2014/main" id="{E6AFFA27-CC0C-30AC-30E4-69E80B0E3196}"/>
              </a:ext>
            </a:extLst>
          </p:cNvPr>
          <p:cNvSpPr/>
          <p:nvPr/>
        </p:nvSpPr>
        <p:spPr>
          <a:xfrm>
            <a:off x="6245352" y="3764280"/>
            <a:ext cx="539496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003" name="Rectangle 96002">
            <a:extLst>
              <a:ext uri="{FF2B5EF4-FFF2-40B4-BE49-F238E27FC236}">
                <a16:creationId xmlns:a16="http://schemas.microsoft.com/office/drawing/2014/main" id="{AE349E8E-B537-2468-6367-228782F06BB5}"/>
              </a:ext>
            </a:extLst>
          </p:cNvPr>
          <p:cNvSpPr/>
          <p:nvPr/>
        </p:nvSpPr>
        <p:spPr>
          <a:xfrm>
            <a:off x="1143000" y="411480"/>
            <a:ext cx="859536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onsolas" panose="020B0609020204030204" pitchFamily="49" charset="0"/>
              </a:rPr>
              <a:t>PART 2 · ESP32 · INSTRUCTIONS · RISC AND CISC
 </a:t>
            </a:r>
            <a:endParaRPr lang="en-US"/>
          </a:p>
        </p:txBody>
      </p:sp>
      <p:sp>
        <p:nvSpPr>
          <p:cNvPr id="96086" name="Rectangle 96085">
            <a:extLst>
              <a:ext uri="{FF2B5EF4-FFF2-40B4-BE49-F238E27FC236}">
                <a16:creationId xmlns:a16="http://schemas.microsoft.com/office/drawing/2014/main" id="{30511A4A-0B74-E655-2F57-9919EF58A156}"/>
              </a:ext>
            </a:extLst>
          </p:cNvPr>
          <p:cNvSpPr/>
          <p:nvPr/>
        </p:nvSpPr>
        <p:spPr>
          <a:xfrm>
            <a:off x="548640" y="822960"/>
            <a:ext cx="11091672" cy="1066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3200" dirty="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The CPU repeats a tiny cycle</a:t>
            </a:r>
          </a:p>
          <a:p>
            <a:pPr>
              <a:buNone/>
            </a:pPr>
            <a:r>
              <a:rPr lang="en-US" sz="3200" dirty="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fetch an instruction, decode it</a:t>
            </a:r>
            <a:r>
              <a:rPr lang="en-US" sz="3200" dirty="0">
                <a:solidFill>
                  <a:srgbClr val="F8FAFC"/>
                </a:solidFill>
                <a:latin typeface="Calibri" panose="020F0502020204030204" pitchFamily="34" charset="0"/>
              </a:rPr>
              <a:t> and </a:t>
            </a:r>
            <a:r>
              <a:rPr lang="en-US" sz="3200" dirty="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execute it.</a:t>
            </a:r>
            <a:endParaRPr lang="en-US" dirty="0"/>
          </a:p>
        </p:txBody>
      </p:sp>
      <p:sp>
        <p:nvSpPr>
          <p:cNvPr id="96129" name="Rectangle 96128">
            <a:extLst>
              <a:ext uri="{FF2B5EF4-FFF2-40B4-BE49-F238E27FC236}">
                <a16:creationId xmlns:a16="http://schemas.microsoft.com/office/drawing/2014/main" id="{C6D97C8C-8523-BAA8-D72E-DD192176C59D}"/>
              </a:ext>
            </a:extLst>
          </p:cNvPr>
          <p:cNvSpPr/>
          <p:nvPr/>
        </p:nvSpPr>
        <p:spPr>
          <a:xfrm>
            <a:off x="777240" y="2209800"/>
            <a:ext cx="274320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DBA74"/>
                </a:solidFill>
                <a:effectLst/>
                <a:latin typeface="Consolas" panose="020B0609020204030204" pitchFamily="49" charset="0"/>
              </a:rPr>
              <a:t>FETCH</a:t>
            </a:r>
          </a:p>
          <a:p>
            <a:pPr>
              <a:buNone/>
            </a:pPr>
            <a:r>
              <a:rPr lang="en-US" sz="1400">
                <a:solidFill>
                  <a:srgbClr val="FDBA74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96173" name="Rectangle 96172">
            <a:extLst>
              <a:ext uri="{FF2B5EF4-FFF2-40B4-BE49-F238E27FC236}">
                <a16:creationId xmlns:a16="http://schemas.microsoft.com/office/drawing/2014/main" id="{539C5819-EFEB-A75B-7F91-C0235173B5A7}"/>
              </a:ext>
            </a:extLst>
          </p:cNvPr>
          <p:cNvSpPr/>
          <p:nvPr/>
        </p:nvSpPr>
        <p:spPr>
          <a:xfrm>
            <a:off x="777240" y="2529840"/>
            <a:ext cx="2743200" cy="609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Get the next instruction</a:t>
            </a:r>
          </a:p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96218" name="Rectangle 96217">
            <a:extLst>
              <a:ext uri="{FF2B5EF4-FFF2-40B4-BE49-F238E27FC236}">
                <a16:creationId xmlns:a16="http://schemas.microsoft.com/office/drawing/2014/main" id="{2C018BD4-39C5-B5B4-A38F-E9E866615372}"/>
              </a:ext>
            </a:extLst>
          </p:cNvPr>
          <p:cNvSpPr/>
          <p:nvPr/>
        </p:nvSpPr>
        <p:spPr>
          <a:xfrm>
            <a:off x="4754880" y="2209800"/>
            <a:ext cx="274320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DBA74"/>
                </a:solidFill>
                <a:effectLst/>
                <a:latin typeface="Consolas" panose="020B0609020204030204" pitchFamily="49" charset="0"/>
              </a:rPr>
              <a:t>DECODE</a:t>
            </a:r>
          </a:p>
          <a:p>
            <a:pPr>
              <a:buNone/>
            </a:pPr>
            <a:r>
              <a:rPr lang="en-US" sz="1400">
                <a:solidFill>
                  <a:srgbClr val="FDBA74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96264" name="Rectangle 96263">
            <a:extLst>
              <a:ext uri="{FF2B5EF4-FFF2-40B4-BE49-F238E27FC236}">
                <a16:creationId xmlns:a16="http://schemas.microsoft.com/office/drawing/2014/main" id="{956E1F25-8D2A-3609-43FE-71B61145C890}"/>
              </a:ext>
            </a:extLst>
          </p:cNvPr>
          <p:cNvSpPr/>
          <p:nvPr/>
        </p:nvSpPr>
        <p:spPr>
          <a:xfrm>
            <a:off x="4754880" y="2529840"/>
            <a:ext cx="2743200" cy="609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Work out what it means</a:t>
            </a:r>
          </a:p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96311" name="Rectangle 96310">
            <a:extLst>
              <a:ext uri="{FF2B5EF4-FFF2-40B4-BE49-F238E27FC236}">
                <a16:creationId xmlns:a16="http://schemas.microsoft.com/office/drawing/2014/main" id="{64255A6B-422F-2D56-29E1-2FD4E9639946}"/>
              </a:ext>
            </a:extLst>
          </p:cNvPr>
          <p:cNvSpPr/>
          <p:nvPr/>
        </p:nvSpPr>
        <p:spPr>
          <a:xfrm>
            <a:off x="8732520" y="2209800"/>
            <a:ext cx="274320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DBA74"/>
                </a:solidFill>
                <a:effectLst/>
                <a:latin typeface="Consolas" panose="020B0609020204030204" pitchFamily="49" charset="0"/>
              </a:rPr>
              <a:t>EXECUTE</a:t>
            </a:r>
          </a:p>
          <a:p>
            <a:pPr>
              <a:buNone/>
            </a:pPr>
            <a:r>
              <a:rPr lang="en-US" sz="1400">
                <a:solidFill>
                  <a:srgbClr val="FDBA74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96359" name="Rectangle 96358">
            <a:extLst>
              <a:ext uri="{FF2B5EF4-FFF2-40B4-BE49-F238E27FC236}">
                <a16:creationId xmlns:a16="http://schemas.microsoft.com/office/drawing/2014/main" id="{2D24C4AE-72C6-DB84-1CA2-2D8C7831C3FC}"/>
              </a:ext>
            </a:extLst>
          </p:cNvPr>
          <p:cNvSpPr/>
          <p:nvPr/>
        </p:nvSpPr>
        <p:spPr>
          <a:xfrm>
            <a:off x="8732520" y="2529840"/>
            <a:ext cx="2743200" cy="853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Do it: read, compare, write</a:t>
            </a:r>
          </a:p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96458" name="Rectangle 96457">
            <a:extLst>
              <a:ext uri="{FF2B5EF4-FFF2-40B4-BE49-F238E27FC236}">
                <a16:creationId xmlns:a16="http://schemas.microsoft.com/office/drawing/2014/main" id="{F42554C2-8102-74C7-BB81-03A2EE676166}"/>
              </a:ext>
            </a:extLst>
          </p:cNvPr>
          <p:cNvSpPr/>
          <p:nvPr/>
        </p:nvSpPr>
        <p:spPr>
          <a:xfrm>
            <a:off x="731520" y="3828288"/>
            <a:ext cx="502920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 dirty="0">
                <a:solidFill>
                  <a:srgbClr val="CBD5E1"/>
                </a:solidFill>
                <a:effectLst/>
                <a:latin typeface="Consolas" panose="020B0609020204030204" pitchFamily="49" charset="0"/>
              </a:rPr>
              <a:t>RISC · SMALL SPECIALISED STEPS</a:t>
            </a:r>
          </a:p>
          <a:p>
            <a:pPr>
              <a:buNone/>
            </a:pPr>
            <a:r>
              <a:rPr lang="en-US" sz="1400" dirty="0">
                <a:solidFill>
                  <a:srgbClr val="CBD5E1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 dirty="0"/>
          </a:p>
        </p:txBody>
      </p:sp>
      <p:sp>
        <p:nvSpPr>
          <p:cNvPr id="96509" name="Rectangle 96508">
            <a:extLst>
              <a:ext uri="{FF2B5EF4-FFF2-40B4-BE49-F238E27FC236}">
                <a16:creationId xmlns:a16="http://schemas.microsoft.com/office/drawing/2014/main" id="{7E776674-8349-1282-9BCC-E781EA5AAEE6}"/>
              </a:ext>
            </a:extLst>
          </p:cNvPr>
          <p:cNvSpPr/>
          <p:nvPr/>
        </p:nvSpPr>
        <p:spPr>
          <a:xfrm>
            <a:off x="731520" y="4130040"/>
            <a:ext cx="5029200" cy="6400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endParaRPr lang="en-US" dirty="0"/>
          </a:p>
        </p:txBody>
      </p:sp>
      <p:sp>
        <p:nvSpPr>
          <p:cNvPr id="96561" name="Rectangle 96560">
            <a:extLst>
              <a:ext uri="{FF2B5EF4-FFF2-40B4-BE49-F238E27FC236}">
                <a16:creationId xmlns:a16="http://schemas.microsoft.com/office/drawing/2014/main" id="{6EC4E4B9-E258-1A54-CD70-CB990E80FAC3}"/>
              </a:ext>
            </a:extLst>
          </p:cNvPr>
          <p:cNvSpPr/>
          <p:nvPr/>
        </p:nvSpPr>
        <p:spPr>
          <a:xfrm>
            <a:off x="731520" y="4130040"/>
            <a:ext cx="5029200" cy="8839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 dirty="0">
                <a:solidFill>
                  <a:srgbClr val="CBD5E1"/>
                </a:solidFill>
                <a:latin typeface="Calibri" panose="020F0502020204030204" pitchFamily="34" charset="0"/>
              </a:rPr>
              <a:t>LOAD R1, GPIO      ; Read GPIO register</a:t>
            </a:r>
          </a:p>
          <a:p>
            <a:pPr>
              <a:buNone/>
            </a:pPr>
            <a:r>
              <a:rPr lang="en-US" sz="1600" dirty="0">
                <a:solidFill>
                  <a:srgbClr val="CBD5E1"/>
                </a:solidFill>
                <a:latin typeface="Calibri" panose="020F0502020204030204" pitchFamily="34" charset="0"/>
              </a:rPr>
              <a:t>OR   R1, R1, #0x20 ; Set bit 5</a:t>
            </a:r>
          </a:p>
          <a:p>
            <a:pPr>
              <a:buNone/>
            </a:pPr>
            <a:r>
              <a:rPr lang="en-US" sz="1600" dirty="0">
                <a:solidFill>
                  <a:srgbClr val="CBD5E1"/>
                </a:solidFill>
                <a:latin typeface="Calibri" panose="020F0502020204030204" pitchFamily="34" charset="0"/>
              </a:rPr>
              <a:t>STORE GPIO, R1     ; Write it back</a:t>
            </a:r>
            <a:r>
              <a:rPr lang="en-US" sz="1400" dirty="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 </a:t>
            </a:r>
            <a:endParaRPr lang="en-US" dirty="0"/>
          </a:p>
        </p:txBody>
      </p:sp>
      <p:sp>
        <p:nvSpPr>
          <p:cNvPr id="96614" name="Rectangle 96613">
            <a:extLst>
              <a:ext uri="{FF2B5EF4-FFF2-40B4-BE49-F238E27FC236}">
                <a16:creationId xmlns:a16="http://schemas.microsoft.com/office/drawing/2014/main" id="{087C81BE-0328-C8D2-61EA-2CD95341F5C8}"/>
              </a:ext>
            </a:extLst>
          </p:cNvPr>
          <p:cNvSpPr/>
          <p:nvPr/>
        </p:nvSpPr>
        <p:spPr>
          <a:xfrm>
            <a:off x="6428232" y="3828288"/>
            <a:ext cx="502920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 dirty="0">
                <a:solidFill>
                  <a:srgbClr val="CBD5E1"/>
                </a:solidFill>
                <a:effectLst/>
                <a:latin typeface="Consolas" panose="020B0609020204030204" pitchFamily="49" charset="0"/>
              </a:rPr>
              <a:t>CISC · COMPLEX COMBINED STEPS</a:t>
            </a:r>
          </a:p>
          <a:p>
            <a:pPr>
              <a:buNone/>
            </a:pPr>
            <a:r>
              <a:rPr lang="en-US" sz="1400" dirty="0">
                <a:solidFill>
                  <a:srgbClr val="CBD5E1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 dirty="0"/>
          </a:p>
        </p:txBody>
      </p:sp>
      <p:sp>
        <p:nvSpPr>
          <p:cNvPr id="96779" name="Rectangle 96778">
            <a:extLst>
              <a:ext uri="{FF2B5EF4-FFF2-40B4-BE49-F238E27FC236}">
                <a16:creationId xmlns:a16="http://schemas.microsoft.com/office/drawing/2014/main" id="{5A4A8E99-B8A6-EEE2-0828-63ADF71EE3D8}"/>
              </a:ext>
            </a:extLst>
          </p:cNvPr>
          <p:cNvSpPr/>
          <p:nvPr/>
        </p:nvSpPr>
        <p:spPr>
          <a:xfrm>
            <a:off x="548640" y="5879592"/>
            <a:ext cx="11091672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 dirty="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ESP32 variants use Xtensa or RISC-V cores. This is a way of thinking, not a speed ranking.</a:t>
            </a:r>
          </a:p>
          <a:p>
            <a:pPr>
              <a:buNone/>
            </a:pPr>
            <a:r>
              <a:rPr lang="en-US" sz="1400" dirty="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 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172EDA-2C3E-8944-D589-0D6B3E812248}"/>
              </a:ext>
            </a:extLst>
          </p:cNvPr>
          <p:cNvSpPr txBox="1"/>
          <p:nvPr/>
        </p:nvSpPr>
        <p:spPr>
          <a:xfrm>
            <a:off x="6428232" y="4294108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BD5E1"/>
                </a:solidFill>
                <a:latin typeface="Calibri" panose="020F0502020204030204" pitchFamily="34" charset="0"/>
              </a:rPr>
              <a:t>BSET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CBD5E1"/>
                </a:solidFill>
                <a:latin typeface="Calibri" panose="020F0502020204030204" pitchFamily="34" charset="0"/>
              </a:rPr>
              <a:t>GPIO, 5 ; Set GPIO bit 5</a:t>
            </a:r>
          </a:p>
        </p:txBody>
      </p:sp>
    </p:spTree>
    <p:extLst>
      <p:ext uri="{BB962C8B-B14F-4D97-AF65-F5344CB8AC3E}">
        <p14:creationId xmlns:p14="http://schemas.microsoft.com/office/powerpoint/2010/main" val="2736095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60" name="Rectangle 96859">
            <a:extLst>
              <a:ext uri="{FF2B5EF4-FFF2-40B4-BE49-F238E27FC236}">
                <a16:creationId xmlns:a16="http://schemas.microsoft.com/office/drawing/2014/main" id="{B5312214-973D-6CC2-E689-D4FAE8FDFEC2}"/>
              </a:ext>
            </a:extLst>
          </p:cNvPr>
          <p:cNvSpPr/>
          <p:nvPr/>
        </p:nvSpPr>
        <p:spPr>
          <a:xfrm>
            <a:off x="548640" y="621792"/>
            <a:ext cx="457200" cy="41148"/>
          </a:xfrm>
          <a:prstGeom prst="rect">
            <a:avLst/>
          </a:prstGeom>
          <a:solidFill>
            <a:srgbClr val="FDBA7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942" name="Rectangle 96941">
            <a:extLst>
              <a:ext uri="{FF2B5EF4-FFF2-40B4-BE49-F238E27FC236}">
                <a16:creationId xmlns:a16="http://schemas.microsoft.com/office/drawing/2014/main" id="{27755B88-61A9-828C-819E-4FF85B3D75A0}"/>
              </a:ext>
            </a:extLst>
          </p:cNvPr>
          <p:cNvSpPr/>
          <p:nvPr/>
        </p:nvSpPr>
        <p:spPr>
          <a:xfrm>
            <a:off x="8403336" y="1950720"/>
            <a:ext cx="18288" cy="2606040"/>
          </a:xfrm>
          <a:prstGeom prst="rect">
            <a:avLst/>
          </a:prstGeom>
          <a:solidFill>
            <a:srgbClr val="FDBA7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025" name="Rectangle 97024">
            <a:extLst>
              <a:ext uri="{FF2B5EF4-FFF2-40B4-BE49-F238E27FC236}">
                <a16:creationId xmlns:a16="http://schemas.microsoft.com/office/drawing/2014/main" id="{DA04F2E9-32E0-8BB3-2BC6-2F7079561AC9}"/>
              </a:ext>
            </a:extLst>
          </p:cNvPr>
          <p:cNvSpPr/>
          <p:nvPr/>
        </p:nvSpPr>
        <p:spPr>
          <a:xfrm>
            <a:off x="3566160" y="2252472"/>
            <a:ext cx="7315200" cy="274320"/>
          </a:xfrm>
          <a:prstGeom prst="rect">
            <a:avLst/>
          </a:prstGeom>
          <a:solidFill>
            <a:srgbClr val="FDBA7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109" name="Rectangle 97108">
            <a:extLst>
              <a:ext uri="{FF2B5EF4-FFF2-40B4-BE49-F238E27FC236}">
                <a16:creationId xmlns:a16="http://schemas.microsoft.com/office/drawing/2014/main" id="{32DEE300-5237-9479-252D-273A25F6067B}"/>
              </a:ext>
            </a:extLst>
          </p:cNvPr>
          <p:cNvSpPr/>
          <p:nvPr/>
        </p:nvSpPr>
        <p:spPr>
          <a:xfrm>
            <a:off x="3566160" y="3075432"/>
            <a:ext cx="4846320" cy="274320"/>
          </a:xfrm>
          <a:prstGeom prst="rect">
            <a:avLst/>
          </a:prstGeom>
          <a:solidFill>
            <a:srgbClr val="67E8F9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194" name="Rectangle 97193">
            <a:extLst>
              <a:ext uri="{FF2B5EF4-FFF2-40B4-BE49-F238E27FC236}">
                <a16:creationId xmlns:a16="http://schemas.microsoft.com/office/drawing/2014/main" id="{605F7A7A-9A70-4707-98F6-0AF02F1DEA6D}"/>
              </a:ext>
            </a:extLst>
          </p:cNvPr>
          <p:cNvSpPr/>
          <p:nvPr/>
        </p:nvSpPr>
        <p:spPr>
          <a:xfrm>
            <a:off x="3566160" y="3898392"/>
            <a:ext cx="7315200" cy="274320"/>
          </a:xfrm>
          <a:prstGeom prst="rect">
            <a:avLst/>
          </a:prstGeom>
          <a:solidFill>
            <a:srgbClr val="C4B5FD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280" name="Rectangle 97279">
            <a:extLst>
              <a:ext uri="{FF2B5EF4-FFF2-40B4-BE49-F238E27FC236}">
                <a16:creationId xmlns:a16="http://schemas.microsoft.com/office/drawing/2014/main" id="{DA13976B-7A76-548E-269B-94DF5169E5C5}"/>
              </a:ext>
            </a:extLst>
          </p:cNvPr>
          <p:cNvSpPr/>
          <p:nvPr/>
        </p:nvSpPr>
        <p:spPr>
          <a:xfrm>
            <a:off x="1143000" y="411480"/>
            <a:ext cx="859536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onsolas" panose="020B0609020204030204" pitchFamily="49" charset="0"/>
              </a:rPr>
              <a:t>PART 2 · ESP32 · TYPES OF MEMORY
 </a:t>
            </a:r>
            <a:endParaRPr lang="en-US"/>
          </a:p>
        </p:txBody>
      </p:sp>
      <p:sp>
        <p:nvSpPr>
          <p:cNvPr id="97455" name="Rectangle 97454">
            <a:extLst>
              <a:ext uri="{FF2B5EF4-FFF2-40B4-BE49-F238E27FC236}">
                <a16:creationId xmlns:a16="http://schemas.microsoft.com/office/drawing/2014/main" id="{03DED3A9-9DF9-B66E-B2B2-91A899075043}"/>
              </a:ext>
            </a:extLst>
          </p:cNvPr>
          <p:cNvSpPr/>
          <p:nvPr/>
        </p:nvSpPr>
        <p:spPr>
          <a:xfrm>
            <a:off x="548640" y="822960"/>
            <a:ext cx="11091672" cy="853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3200" dirty="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If power goes off, which memory keeps its contents?</a:t>
            </a:r>
          </a:p>
          <a:p>
            <a:pPr>
              <a:buNone/>
            </a:pPr>
            <a:r>
              <a:rPr lang="en-US" sz="3200" dirty="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 dirty="0"/>
          </a:p>
        </p:txBody>
      </p:sp>
      <p:sp>
        <p:nvSpPr>
          <p:cNvPr id="97544" name="Rectangle 97543">
            <a:extLst>
              <a:ext uri="{FF2B5EF4-FFF2-40B4-BE49-F238E27FC236}">
                <a16:creationId xmlns:a16="http://schemas.microsoft.com/office/drawing/2014/main" id="{A53BC31D-7A95-9D7A-C0D9-34A486FE4C26}"/>
              </a:ext>
            </a:extLst>
          </p:cNvPr>
          <p:cNvSpPr/>
          <p:nvPr/>
        </p:nvSpPr>
        <p:spPr>
          <a:xfrm>
            <a:off x="3566160" y="1630680"/>
            <a:ext cx="137160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power on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97634" name="Rectangle 97633">
            <a:extLst>
              <a:ext uri="{FF2B5EF4-FFF2-40B4-BE49-F238E27FC236}">
                <a16:creationId xmlns:a16="http://schemas.microsoft.com/office/drawing/2014/main" id="{EDAC98CA-BFD9-A2FC-8FC7-13D050A8E460}"/>
              </a:ext>
            </a:extLst>
          </p:cNvPr>
          <p:cNvSpPr/>
          <p:nvPr/>
        </p:nvSpPr>
        <p:spPr>
          <a:xfrm>
            <a:off x="7863840" y="1630680"/>
            <a:ext cx="109728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DBA74"/>
                </a:solidFill>
                <a:effectLst/>
                <a:latin typeface="Calibri" panose="020F0502020204030204" pitchFamily="34" charset="0"/>
              </a:rPr>
              <a:t>power off</a:t>
            </a:r>
            <a:endParaRPr lang="en-US"/>
          </a:p>
        </p:txBody>
      </p:sp>
      <p:sp>
        <p:nvSpPr>
          <p:cNvPr id="97725" name="Rectangle 97724">
            <a:extLst>
              <a:ext uri="{FF2B5EF4-FFF2-40B4-BE49-F238E27FC236}">
                <a16:creationId xmlns:a16="http://schemas.microsoft.com/office/drawing/2014/main" id="{801A21C1-4C49-E4FC-7C1C-9FB042228EFC}"/>
              </a:ext>
            </a:extLst>
          </p:cNvPr>
          <p:cNvSpPr/>
          <p:nvPr/>
        </p:nvSpPr>
        <p:spPr>
          <a:xfrm>
            <a:off x="10058400" y="1630680"/>
            <a:ext cx="82296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later</a:t>
            </a:r>
            <a:endParaRPr lang="en-US"/>
          </a:p>
        </p:txBody>
      </p:sp>
      <p:sp>
        <p:nvSpPr>
          <p:cNvPr id="97817" name="Rectangle 97816">
            <a:extLst>
              <a:ext uri="{FF2B5EF4-FFF2-40B4-BE49-F238E27FC236}">
                <a16:creationId xmlns:a16="http://schemas.microsoft.com/office/drawing/2014/main" id="{640056B9-E199-154E-1699-68497AD4F7B5}"/>
              </a:ext>
            </a:extLst>
          </p:cNvPr>
          <p:cNvSpPr/>
          <p:nvPr/>
        </p:nvSpPr>
        <p:spPr>
          <a:xfrm>
            <a:off x="548640" y="2042160"/>
            <a:ext cx="292608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DBA74"/>
                </a:solidFill>
                <a:effectLst/>
                <a:latin typeface="Consolas" panose="020B0609020204030204" pitchFamily="49" charset="0"/>
              </a:rPr>
              <a:t>FLASH · NOTEBOOK</a:t>
            </a:r>
          </a:p>
          <a:p>
            <a:pPr>
              <a:buNone/>
            </a:pPr>
            <a:r>
              <a:rPr lang="en-US" sz="1400">
                <a:solidFill>
                  <a:srgbClr val="FDBA74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97910" name="Rectangle 97909">
            <a:extLst>
              <a:ext uri="{FF2B5EF4-FFF2-40B4-BE49-F238E27FC236}">
                <a16:creationId xmlns:a16="http://schemas.microsoft.com/office/drawing/2014/main" id="{5D62B6D3-4463-91EE-9A85-266320FC8B1D}"/>
              </a:ext>
            </a:extLst>
          </p:cNvPr>
          <p:cNvSpPr/>
          <p:nvPr/>
        </p:nvSpPr>
        <p:spPr>
          <a:xfrm>
            <a:off x="548640" y="2289048"/>
            <a:ext cx="2926080" cy="609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Program code</a:t>
            </a:r>
          </a:p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98004" name="Rectangle 98003">
            <a:extLst>
              <a:ext uri="{FF2B5EF4-FFF2-40B4-BE49-F238E27FC236}">
                <a16:creationId xmlns:a16="http://schemas.microsoft.com/office/drawing/2014/main" id="{96EA2662-5CB8-864C-779E-5291C62299BF}"/>
              </a:ext>
            </a:extLst>
          </p:cNvPr>
          <p:cNvSpPr/>
          <p:nvPr/>
        </p:nvSpPr>
        <p:spPr>
          <a:xfrm>
            <a:off x="10972800" y="2225040"/>
            <a:ext cx="667512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86EFAC"/>
                </a:solidFill>
                <a:effectLst/>
                <a:latin typeface="Calibri" panose="020F0502020204030204" pitchFamily="34" charset="0"/>
              </a:rPr>
              <a:t>kept</a:t>
            </a:r>
          </a:p>
          <a:p>
            <a:pPr>
              <a:buNone/>
            </a:pPr>
            <a:r>
              <a:rPr lang="en-US" sz="1400">
                <a:solidFill>
                  <a:srgbClr val="86EFA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98099" name="Rectangle 98098">
            <a:extLst>
              <a:ext uri="{FF2B5EF4-FFF2-40B4-BE49-F238E27FC236}">
                <a16:creationId xmlns:a16="http://schemas.microsoft.com/office/drawing/2014/main" id="{2B70664C-46C7-247F-E1BB-6EADE43D7905}"/>
              </a:ext>
            </a:extLst>
          </p:cNvPr>
          <p:cNvSpPr/>
          <p:nvPr/>
        </p:nvSpPr>
        <p:spPr>
          <a:xfrm>
            <a:off x="548640" y="2865120"/>
            <a:ext cx="292608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67E8F9"/>
                </a:solidFill>
                <a:effectLst/>
                <a:latin typeface="Consolas" panose="020B0609020204030204" pitchFamily="49" charset="0"/>
              </a:rPr>
              <a:t>RAM · WORKTABLE</a:t>
            </a:r>
          </a:p>
          <a:p>
            <a:pPr>
              <a:buNone/>
            </a:pPr>
            <a:r>
              <a:rPr lang="en-US" sz="1400">
                <a:solidFill>
                  <a:srgbClr val="67E8F9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98195" name="Rectangle 98194">
            <a:extLst>
              <a:ext uri="{FF2B5EF4-FFF2-40B4-BE49-F238E27FC236}">
                <a16:creationId xmlns:a16="http://schemas.microsoft.com/office/drawing/2014/main" id="{274682AC-0D76-8693-A243-1DA2B3ECD652}"/>
              </a:ext>
            </a:extLst>
          </p:cNvPr>
          <p:cNvSpPr/>
          <p:nvPr/>
        </p:nvSpPr>
        <p:spPr>
          <a:xfrm>
            <a:off x="548640" y="3112008"/>
            <a:ext cx="2926080" cy="609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Live variables</a:t>
            </a:r>
          </a:p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98292" name="Rectangle 98291">
            <a:extLst>
              <a:ext uri="{FF2B5EF4-FFF2-40B4-BE49-F238E27FC236}">
                <a16:creationId xmlns:a16="http://schemas.microsoft.com/office/drawing/2014/main" id="{76532493-48D9-5B79-263A-A7B485344ED7}"/>
              </a:ext>
            </a:extLst>
          </p:cNvPr>
          <p:cNvSpPr/>
          <p:nvPr/>
        </p:nvSpPr>
        <p:spPr>
          <a:xfrm>
            <a:off x="10972800" y="3048000"/>
            <a:ext cx="667512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DBA74"/>
                </a:solidFill>
                <a:effectLst/>
                <a:latin typeface="Calibri" panose="020F0502020204030204" pitchFamily="34" charset="0"/>
              </a:rPr>
              <a:t>lost</a:t>
            </a:r>
          </a:p>
          <a:p>
            <a:pPr>
              <a:buNone/>
            </a:pPr>
            <a:r>
              <a:rPr lang="en-US" sz="1400">
                <a:solidFill>
                  <a:srgbClr val="FDBA74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98390" name="Rectangle 98389">
            <a:extLst>
              <a:ext uri="{FF2B5EF4-FFF2-40B4-BE49-F238E27FC236}">
                <a16:creationId xmlns:a16="http://schemas.microsoft.com/office/drawing/2014/main" id="{FC5F7F26-3B54-A262-7CE5-669CA0A35E9E}"/>
              </a:ext>
            </a:extLst>
          </p:cNvPr>
          <p:cNvSpPr/>
          <p:nvPr/>
        </p:nvSpPr>
        <p:spPr>
          <a:xfrm>
            <a:off x="548640" y="3688080"/>
            <a:ext cx="292608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4B5FD"/>
                </a:solidFill>
                <a:effectLst/>
                <a:latin typeface="Consolas" panose="020B0609020204030204" pitchFamily="49" charset="0"/>
              </a:rPr>
              <a:t>NVS · LOCKER</a:t>
            </a:r>
          </a:p>
          <a:p>
            <a:pPr>
              <a:buNone/>
            </a:pPr>
            <a:r>
              <a:rPr lang="en-US" sz="1400">
                <a:solidFill>
                  <a:srgbClr val="C4B5FD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98489" name="Rectangle 98488">
            <a:extLst>
              <a:ext uri="{FF2B5EF4-FFF2-40B4-BE49-F238E27FC236}">
                <a16:creationId xmlns:a16="http://schemas.microsoft.com/office/drawing/2014/main" id="{BDBBFA5C-DA21-EED2-E627-86FEDB98A2FF}"/>
              </a:ext>
            </a:extLst>
          </p:cNvPr>
          <p:cNvSpPr/>
          <p:nvPr/>
        </p:nvSpPr>
        <p:spPr>
          <a:xfrm>
            <a:off x="548640" y="3934968"/>
            <a:ext cx="2926080" cy="609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Saved settings (in flash)</a:t>
            </a:r>
          </a:p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98589" name="Rectangle 98588">
            <a:extLst>
              <a:ext uri="{FF2B5EF4-FFF2-40B4-BE49-F238E27FC236}">
                <a16:creationId xmlns:a16="http://schemas.microsoft.com/office/drawing/2014/main" id="{E2F8C869-4982-E595-E37C-6F45034E1C77}"/>
              </a:ext>
            </a:extLst>
          </p:cNvPr>
          <p:cNvSpPr/>
          <p:nvPr/>
        </p:nvSpPr>
        <p:spPr>
          <a:xfrm>
            <a:off x="10972800" y="3870960"/>
            <a:ext cx="667512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86EFAC"/>
                </a:solidFill>
                <a:effectLst/>
                <a:latin typeface="Calibri" panose="020F0502020204030204" pitchFamily="34" charset="0"/>
              </a:rPr>
              <a:t>kept</a:t>
            </a:r>
          </a:p>
          <a:p>
            <a:pPr>
              <a:buNone/>
            </a:pPr>
            <a:r>
              <a:rPr lang="en-US" sz="1400">
                <a:solidFill>
                  <a:srgbClr val="86EFA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98690" name="Rectangle 98689">
            <a:extLst>
              <a:ext uri="{FF2B5EF4-FFF2-40B4-BE49-F238E27FC236}">
                <a16:creationId xmlns:a16="http://schemas.microsoft.com/office/drawing/2014/main" id="{60839225-B0F0-59CC-F874-41B84ED636A6}"/>
              </a:ext>
            </a:extLst>
          </p:cNvPr>
          <p:cNvSpPr/>
          <p:nvPr/>
        </p:nvSpPr>
        <p:spPr>
          <a:xfrm>
            <a:off x="548640" y="4648200"/>
            <a:ext cx="548640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67E8F9"/>
                </a:solidFill>
                <a:effectLst/>
                <a:latin typeface="Consolas" panose="020B0609020204030204" pitchFamily="49" charset="0"/>
              </a:rPr>
              <a:t>PREDICT · SHOW OF HANDS</a:t>
            </a:r>
          </a:p>
          <a:p>
            <a:pPr>
              <a:buNone/>
            </a:pPr>
            <a:r>
              <a:rPr lang="en-US" sz="1400">
                <a:solidFill>
                  <a:srgbClr val="67E8F9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98792" name="Rectangle 98791">
            <a:extLst>
              <a:ext uri="{FF2B5EF4-FFF2-40B4-BE49-F238E27FC236}">
                <a16:creationId xmlns:a16="http://schemas.microsoft.com/office/drawing/2014/main" id="{3218E13D-2B42-8C25-71CD-F6FFEC6B1D93}"/>
              </a:ext>
            </a:extLst>
          </p:cNvPr>
          <p:cNvSpPr/>
          <p:nvPr/>
        </p:nvSpPr>
        <p:spPr>
          <a:xfrm>
            <a:off x="548640" y="4922520"/>
            <a:ext cx="11091672" cy="6400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800" dirty="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A counter in RAM or an alarm threshold saved to NVS, which survives?</a:t>
            </a:r>
          </a:p>
          <a:p>
            <a:pPr>
              <a:buNone/>
            </a:pPr>
            <a:r>
              <a:rPr lang="en-US" sz="1800" dirty="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 dirty="0"/>
          </a:p>
        </p:txBody>
      </p:sp>
      <p:sp>
        <p:nvSpPr>
          <p:cNvPr id="98895" name="Rectangle 98894">
            <a:extLst>
              <a:ext uri="{FF2B5EF4-FFF2-40B4-BE49-F238E27FC236}">
                <a16:creationId xmlns:a16="http://schemas.microsoft.com/office/drawing/2014/main" id="{0F2F32A1-AB33-6733-A8DA-50D53137B7CB}"/>
              </a:ext>
            </a:extLst>
          </p:cNvPr>
          <p:cNvSpPr/>
          <p:nvPr/>
        </p:nvSpPr>
        <p:spPr>
          <a:xfrm>
            <a:off x="548640" y="5879592"/>
            <a:ext cx="11091672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 dirty="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NVS lives in flash</a:t>
            </a:r>
            <a:r>
              <a:rPr lang="en-US" sz="1400" dirty="0">
                <a:solidFill>
                  <a:srgbClr val="CBD5E1"/>
                </a:solidFill>
                <a:latin typeface="Calibri" panose="020F0502020204030204" pitchFamily="34" charset="0"/>
              </a:rPr>
              <a:t>, </a:t>
            </a:r>
            <a:r>
              <a:rPr lang="en-US" sz="1400" dirty="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it survives resets but has limited write cycles and saves deliberately.</a:t>
            </a:r>
          </a:p>
          <a:p>
            <a:pPr>
              <a:buNone/>
            </a:pPr>
            <a:r>
              <a:rPr lang="en-US" sz="1400" dirty="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592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04" name="Rectangle 100103">
            <a:extLst>
              <a:ext uri="{FF2B5EF4-FFF2-40B4-BE49-F238E27FC236}">
                <a16:creationId xmlns:a16="http://schemas.microsoft.com/office/drawing/2014/main" id="{802CC94D-02E7-4FD1-F7C1-9ACF4C66A353}"/>
              </a:ext>
            </a:extLst>
          </p:cNvPr>
          <p:cNvSpPr/>
          <p:nvPr/>
        </p:nvSpPr>
        <p:spPr>
          <a:xfrm>
            <a:off x="548640" y="621792"/>
            <a:ext cx="457200" cy="41148"/>
          </a:xfrm>
          <a:prstGeom prst="rect">
            <a:avLst/>
          </a:prstGeom>
          <a:solidFill>
            <a:srgbClr val="67E8F9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207" name="Rectangle 100206">
            <a:extLst>
              <a:ext uri="{FF2B5EF4-FFF2-40B4-BE49-F238E27FC236}">
                <a16:creationId xmlns:a16="http://schemas.microsoft.com/office/drawing/2014/main" id="{95D8D3D0-26BE-2E0A-12F3-B0E100C40606}"/>
              </a:ext>
            </a:extLst>
          </p:cNvPr>
          <p:cNvSpPr/>
          <p:nvPr/>
        </p:nvSpPr>
        <p:spPr>
          <a:xfrm>
            <a:off x="1451610" y="2545080"/>
            <a:ext cx="22860" cy="548640"/>
          </a:xfrm>
          <a:prstGeom prst="rect">
            <a:avLst/>
          </a:prstGeom>
          <a:solidFill>
            <a:srgbClr val="F8FAFC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311" name="Oval 100310">
            <a:extLst>
              <a:ext uri="{FF2B5EF4-FFF2-40B4-BE49-F238E27FC236}">
                <a16:creationId xmlns:a16="http://schemas.microsoft.com/office/drawing/2014/main" id="{FD133115-060E-AB0E-E85F-FB44D6F56790}"/>
              </a:ext>
            </a:extLst>
          </p:cNvPr>
          <p:cNvSpPr/>
          <p:nvPr/>
        </p:nvSpPr>
        <p:spPr>
          <a:xfrm>
            <a:off x="1408176" y="3038856"/>
            <a:ext cx="109728" cy="109728"/>
          </a:xfrm>
          <a:prstGeom prst="ellipse">
            <a:avLst/>
          </a:prstGeom>
          <a:solidFill>
            <a:srgbClr val="67E8F9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416" name="Rectangle 100415">
            <a:extLst>
              <a:ext uri="{FF2B5EF4-FFF2-40B4-BE49-F238E27FC236}">
                <a16:creationId xmlns:a16="http://schemas.microsoft.com/office/drawing/2014/main" id="{AB831FD2-172F-592B-1D4D-688276B76DF5}"/>
              </a:ext>
            </a:extLst>
          </p:cNvPr>
          <p:cNvSpPr/>
          <p:nvPr/>
        </p:nvSpPr>
        <p:spPr>
          <a:xfrm>
            <a:off x="1463040" y="3082290"/>
            <a:ext cx="822960" cy="22860"/>
          </a:xfrm>
          <a:prstGeom prst="rect">
            <a:avLst/>
          </a:prstGeom>
          <a:solidFill>
            <a:srgbClr val="67E8F9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522" name="Rectangle 100521">
            <a:extLst>
              <a:ext uri="{FF2B5EF4-FFF2-40B4-BE49-F238E27FC236}">
                <a16:creationId xmlns:a16="http://schemas.microsoft.com/office/drawing/2014/main" id="{0E2B856C-8A5E-BBBA-4892-35E28CA09517}"/>
              </a:ext>
            </a:extLst>
          </p:cNvPr>
          <p:cNvSpPr/>
          <p:nvPr/>
        </p:nvSpPr>
        <p:spPr>
          <a:xfrm>
            <a:off x="5260086" y="2316480"/>
            <a:ext cx="22860" cy="228600"/>
          </a:xfrm>
          <a:prstGeom prst="rect">
            <a:avLst/>
          </a:prstGeom>
          <a:solidFill>
            <a:srgbClr val="F8FAFC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629" name="Rectangle 100628">
            <a:extLst>
              <a:ext uri="{FF2B5EF4-FFF2-40B4-BE49-F238E27FC236}">
                <a16:creationId xmlns:a16="http://schemas.microsoft.com/office/drawing/2014/main" id="{D2904FC9-B1EC-928C-98E9-5D04E403821C}"/>
              </a:ext>
            </a:extLst>
          </p:cNvPr>
          <p:cNvSpPr/>
          <p:nvPr/>
        </p:nvSpPr>
        <p:spPr>
          <a:xfrm>
            <a:off x="5143500" y="2545080"/>
            <a:ext cx="256032" cy="457200"/>
          </a:xfrm>
          <a:prstGeom prst="rect">
            <a:avLst/>
          </a:prstGeom>
          <a:solidFill>
            <a:srgbClr val="0F172A"/>
          </a:solidFill>
          <a:ln w="15875">
            <a:solidFill>
              <a:srgbClr val="FDBA7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737" name="Rectangle 100736">
            <a:extLst>
              <a:ext uri="{FF2B5EF4-FFF2-40B4-BE49-F238E27FC236}">
                <a16:creationId xmlns:a16="http://schemas.microsoft.com/office/drawing/2014/main" id="{385080DA-1AEF-73D1-1DC5-8BA1118D2972}"/>
              </a:ext>
            </a:extLst>
          </p:cNvPr>
          <p:cNvSpPr/>
          <p:nvPr/>
        </p:nvSpPr>
        <p:spPr>
          <a:xfrm>
            <a:off x="5260086" y="3002280"/>
            <a:ext cx="22860" cy="274320"/>
          </a:xfrm>
          <a:prstGeom prst="rect">
            <a:avLst/>
          </a:prstGeom>
          <a:solidFill>
            <a:srgbClr val="F8FAFC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846" name="Rectangle 100845">
            <a:extLst>
              <a:ext uri="{FF2B5EF4-FFF2-40B4-BE49-F238E27FC236}">
                <a16:creationId xmlns:a16="http://schemas.microsoft.com/office/drawing/2014/main" id="{6EDFCF39-9817-5170-5C63-CFF5596E0E24}"/>
              </a:ext>
            </a:extLst>
          </p:cNvPr>
          <p:cNvSpPr/>
          <p:nvPr/>
        </p:nvSpPr>
        <p:spPr>
          <a:xfrm>
            <a:off x="5260086" y="3276600"/>
            <a:ext cx="22860" cy="228600"/>
          </a:xfrm>
          <a:prstGeom prst="rect">
            <a:avLst/>
          </a:prstGeom>
          <a:solidFill>
            <a:srgbClr val="F8FAFC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956" name="Oval 100955">
            <a:extLst>
              <a:ext uri="{FF2B5EF4-FFF2-40B4-BE49-F238E27FC236}">
                <a16:creationId xmlns:a16="http://schemas.microsoft.com/office/drawing/2014/main" id="{1BEF89EF-7D03-C3AE-106B-E63AD5B97B58}"/>
              </a:ext>
            </a:extLst>
          </p:cNvPr>
          <p:cNvSpPr/>
          <p:nvPr/>
        </p:nvSpPr>
        <p:spPr>
          <a:xfrm>
            <a:off x="5234940" y="3468624"/>
            <a:ext cx="73152" cy="73152"/>
          </a:xfrm>
          <a:prstGeom prst="ellipse">
            <a:avLst/>
          </a:prstGeom>
          <a:solidFill>
            <a:srgbClr val="F8FAFC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067" name="Oval 101066">
            <a:extLst>
              <a:ext uri="{FF2B5EF4-FFF2-40B4-BE49-F238E27FC236}">
                <a16:creationId xmlns:a16="http://schemas.microsoft.com/office/drawing/2014/main" id="{94154C8C-900A-1228-8738-3CE49F20BDDB}"/>
              </a:ext>
            </a:extLst>
          </p:cNvPr>
          <p:cNvSpPr/>
          <p:nvPr/>
        </p:nvSpPr>
        <p:spPr>
          <a:xfrm>
            <a:off x="5234940" y="3925824"/>
            <a:ext cx="73152" cy="73152"/>
          </a:xfrm>
          <a:prstGeom prst="ellipse">
            <a:avLst/>
          </a:prstGeom>
          <a:solidFill>
            <a:srgbClr val="F8FAFC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179" name="Rectangle 101178">
            <a:extLst>
              <a:ext uri="{FF2B5EF4-FFF2-40B4-BE49-F238E27FC236}">
                <a16:creationId xmlns:a16="http://schemas.microsoft.com/office/drawing/2014/main" id="{A8647FC5-10AF-090E-1760-504DCAB4A865}"/>
              </a:ext>
            </a:extLst>
          </p:cNvPr>
          <p:cNvSpPr/>
          <p:nvPr/>
        </p:nvSpPr>
        <p:spPr>
          <a:xfrm rot="17928648">
            <a:off x="5163384" y="3768090"/>
            <a:ext cx="417431" cy="22860"/>
          </a:xfrm>
          <a:prstGeom prst="rect">
            <a:avLst/>
          </a:prstGeom>
          <a:solidFill>
            <a:srgbClr val="F8FAFC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292" name="Rectangle 101291">
            <a:extLst>
              <a:ext uri="{FF2B5EF4-FFF2-40B4-BE49-F238E27FC236}">
                <a16:creationId xmlns:a16="http://schemas.microsoft.com/office/drawing/2014/main" id="{BED6F62F-B373-8D18-129A-59B2CEFD7145}"/>
              </a:ext>
            </a:extLst>
          </p:cNvPr>
          <p:cNvSpPr/>
          <p:nvPr/>
        </p:nvSpPr>
        <p:spPr>
          <a:xfrm>
            <a:off x="5260086" y="3962400"/>
            <a:ext cx="22860" cy="228600"/>
          </a:xfrm>
          <a:prstGeom prst="rect">
            <a:avLst/>
          </a:prstGeom>
          <a:solidFill>
            <a:srgbClr val="F8FAFC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406" name="Oval 101405">
            <a:extLst>
              <a:ext uri="{FF2B5EF4-FFF2-40B4-BE49-F238E27FC236}">
                <a16:creationId xmlns:a16="http://schemas.microsoft.com/office/drawing/2014/main" id="{2903D814-D1C0-9228-F337-BDFBBD31CF2A}"/>
              </a:ext>
            </a:extLst>
          </p:cNvPr>
          <p:cNvSpPr/>
          <p:nvPr/>
        </p:nvSpPr>
        <p:spPr>
          <a:xfrm>
            <a:off x="5216652" y="3221736"/>
            <a:ext cx="109728" cy="109728"/>
          </a:xfrm>
          <a:prstGeom prst="ellipse">
            <a:avLst/>
          </a:prstGeom>
          <a:solidFill>
            <a:srgbClr val="67E8F9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521" name="Rectangle 101520">
            <a:extLst>
              <a:ext uri="{FF2B5EF4-FFF2-40B4-BE49-F238E27FC236}">
                <a16:creationId xmlns:a16="http://schemas.microsoft.com/office/drawing/2014/main" id="{F891BC23-C2BB-F203-2A2A-B5C8F2CF8DA1}"/>
              </a:ext>
            </a:extLst>
          </p:cNvPr>
          <p:cNvSpPr/>
          <p:nvPr/>
        </p:nvSpPr>
        <p:spPr>
          <a:xfrm>
            <a:off x="5271516" y="3265170"/>
            <a:ext cx="822960" cy="22860"/>
          </a:xfrm>
          <a:prstGeom prst="rect">
            <a:avLst/>
          </a:prstGeom>
          <a:solidFill>
            <a:srgbClr val="67E8F9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637" name="Rectangle 101636">
            <a:extLst>
              <a:ext uri="{FF2B5EF4-FFF2-40B4-BE49-F238E27FC236}">
                <a16:creationId xmlns:a16="http://schemas.microsoft.com/office/drawing/2014/main" id="{18149B79-EACD-451C-A43A-B07A8A18B71D}"/>
              </a:ext>
            </a:extLst>
          </p:cNvPr>
          <p:cNvSpPr/>
          <p:nvPr/>
        </p:nvSpPr>
        <p:spPr>
          <a:xfrm>
            <a:off x="9068562" y="2316480"/>
            <a:ext cx="22860" cy="228600"/>
          </a:xfrm>
          <a:prstGeom prst="rect">
            <a:avLst/>
          </a:prstGeom>
          <a:solidFill>
            <a:srgbClr val="F8FAFC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754" name="Oval 101753">
            <a:extLst>
              <a:ext uri="{FF2B5EF4-FFF2-40B4-BE49-F238E27FC236}">
                <a16:creationId xmlns:a16="http://schemas.microsoft.com/office/drawing/2014/main" id="{04D11310-2BBB-56E0-0015-48AEC67A2908}"/>
              </a:ext>
            </a:extLst>
          </p:cNvPr>
          <p:cNvSpPr/>
          <p:nvPr/>
        </p:nvSpPr>
        <p:spPr>
          <a:xfrm>
            <a:off x="9043416" y="2508504"/>
            <a:ext cx="73152" cy="73152"/>
          </a:xfrm>
          <a:prstGeom prst="ellipse">
            <a:avLst/>
          </a:prstGeom>
          <a:solidFill>
            <a:srgbClr val="F8FAFC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872" name="Oval 101871">
            <a:extLst>
              <a:ext uri="{FF2B5EF4-FFF2-40B4-BE49-F238E27FC236}">
                <a16:creationId xmlns:a16="http://schemas.microsoft.com/office/drawing/2014/main" id="{FCE8D347-8F04-D96D-378D-F25812CDAB9F}"/>
              </a:ext>
            </a:extLst>
          </p:cNvPr>
          <p:cNvSpPr/>
          <p:nvPr/>
        </p:nvSpPr>
        <p:spPr>
          <a:xfrm>
            <a:off x="9043416" y="2965704"/>
            <a:ext cx="73152" cy="73152"/>
          </a:xfrm>
          <a:prstGeom prst="ellipse">
            <a:avLst/>
          </a:prstGeom>
          <a:solidFill>
            <a:srgbClr val="F8FAFC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991" name="Rectangle 101990">
            <a:extLst>
              <a:ext uri="{FF2B5EF4-FFF2-40B4-BE49-F238E27FC236}">
                <a16:creationId xmlns:a16="http://schemas.microsoft.com/office/drawing/2014/main" id="{1D83FC2B-E8C1-4406-0002-4CEA78582470}"/>
              </a:ext>
            </a:extLst>
          </p:cNvPr>
          <p:cNvSpPr/>
          <p:nvPr/>
        </p:nvSpPr>
        <p:spPr>
          <a:xfrm rot="17928648">
            <a:off x="8971860" y="2807970"/>
            <a:ext cx="417431" cy="22860"/>
          </a:xfrm>
          <a:prstGeom prst="rect">
            <a:avLst/>
          </a:prstGeom>
          <a:solidFill>
            <a:srgbClr val="F8FAFC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111" name="Rectangle 102110">
            <a:extLst>
              <a:ext uri="{FF2B5EF4-FFF2-40B4-BE49-F238E27FC236}">
                <a16:creationId xmlns:a16="http://schemas.microsoft.com/office/drawing/2014/main" id="{B1E577ED-7792-6CC4-9FCD-3764FD80CCD9}"/>
              </a:ext>
            </a:extLst>
          </p:cNvPr>
          <p:cNvSpPr/>
          <p:nvPr/>
        </p:nvSpPr>
        <p:spPr>
          <a:xfrm>
            <a:off x="9068562" y="3002280"/>
            <a:ext cx="22860" cy="274320"/>
          </a:xfrm>
          <a:prstGeom prst="rect">
            <a:avLst/>
          </a:prstGeom>
          <a:solidFill>
            <a:srgbClr val="F8FAFC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232" name="Rectangle 102231">
            <a:extLst>
              <a:ext uri="{FF2B5EF4-FFF2-40B4-BE49-F238E27FC236}">
                <a16:creationId xmlns:a16="http://schemas.microsoft.com/office/drawing/2014/main" id="{60E0B32D-03DD-A935-E56C-3F0822349A84}"/>
              </a:ext>
            </a:extLst>
          </p:cNvPr>
          <p:cNvSpPr/>
          <p:nvPr/>
        </p:nvSpPr>
        <p:spPr>
          <a:xfrm>
            <a:off x="9068562" y="3276600"/>
            <a:ext cx="22860" cy="228600"/>
          </a:xfrm>
          <a:prstGeom prst="rect">
            <a:avLst/>
          </a:prstGeom>
          <a:solidFill>
            <a:srgbClr val="F8FAFC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354" name="Rectangle 102353">
            <a:extLst>
              <a:ext uri="{FF2B5EF4-FFF2-40B4-BE49-F238E27FC236}">
                <a16:creationId xmlns:a16="http://schemas.microsoft.com/office/drawing/2014/main" id="{314A7B64-36BF-8D38-7A32-C5FF58E9EE99}"/>
              </a:ext>
            </a:extLst>
          </p:cNvPr>
          <p:cNvSpPr/>
          <p:nvPr/>
        </p:nvSpPr>
        <p:spPr>
          <a:xfrm>
            <a:off x="8951976" y="3505200"/>
            <a:ext cx="256032" cy="457200"/>
          </a:xfrm>
          <a:prstGeom prst="rect">
            <a:avLst/>
          </a:prstGeom>
          <a:solidFill>
            <a:srgbClr val="0F172A"/>
          </a:solidFill>
          <a:ln w="15875">
            <a:solidFill>
              <a:srgbClr val="FDBA7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77" name="Rectangle 102476">
            <a:extLst>
              <a:ext uri="{FF2B5EF4-FFF2-40B4-BE49-F238E27FC236}">
                <a16:creationId xmlns:a16="http://schemas.microsoft.com/office/drawing/2014/main" id="{6125ACF5-0C90-17CE-B499-97DA9843B97F}"/>
              </a:ext>
            </a:extLst>
          </p:cNvPr>
          <p:cNvSpPr/>
          <p:nvPr/>
        </p:nvSpPr>
        <p:spPr>
          <a:xfrm>
            <a:off x="9068562" y="3962400"/>
            <a:ext cx="22860" cy="228600"/>
          </a:xfrm>
          <a:prstGeom prst="rect">
            <a:avLst/>
          </a:prstGeom>
          <a:solidFill>
            <a:srgbClr val="F8FAFC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601" name="Oval 102600">
            <a:extLst>
              <a:ext uri="{FF2B5EF4-FFF2-40B4-BE49-F238E27FC236}">
                <a16:creationId xmlns:a16="http://schemas.microsoft.com/office/drawing/2014/main" id="{E01B8A52-2CC7-6930-506C-CA9A5037BD4A}"/>
              </a:ext>
            </a:extLst>
          </p:cNvPr>
          <p:cNvSpPr/>
          <p:nvPr/>
        </p:nvSpPr>
        <p:spPr>
          <a:xfrm>
            <a:off x="9025128" y="3221736"/>
            <a:ext cx="109728" cy="109728"/>
          </a:xfrm>
          <a:prstGeom prst="ellipse">
            <a:avLst/>
          </a:prstGeom>
          <a:solidFill>
            <a:srgbClr val="67E8F9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726" name="Rectangle 102725">
            <a:extLst>
              <a:ext uri="{FF2B5EF4-FFF2-40B4-BE49-F238E27FC236}">
                <a16:creationId xmlns:a16="http://schemas.microsoft.com/office/drawing/2014/main" id="{28F21593-3CE0-90FC-ECEE-814152200284}"/>
              </a:ext>
            </a:extLst>
          </p:cNvPr>
          <p:cNvSpPr/>
          <p:nvPr/>
        </p:nvSpPr>
        <p:spPr>
          <a:xfrm>
            <a:off x="9079992" y="3265170"/>
            <a:ext cx="822960" cy="22860"/>
          </a:xfrm>
          <a:prstGeom prst="rect">
            <a:avLst/>
          </a:prstGeom>
          <a:solidFill>
            <a:srgbClr val="67E8F9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852" name="Rectangle 102851">
            <a:extLst>
              <a:ext uri="{FF2B5EF4-FFF2-40B4-BE49-F238E27FC236}">
                <a16:creationId xmlns:a16="http://schemas.microsoft.com/office/drawing/2014/main" id="{6E98C323-CFAF-093F-1B64-68933F81F264}"/>
              </a:ext>
            </a:extLst>
          </p:cNvPr>
          <p:cNvSpPr/>
          <p:nvPr/>
        </p:nvSpPr>
        <p:spPr>
          <a:xfrm>
            <a:off x="1143000" y="411480"/>
            <a:ext cx="859536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 dirty="0">
                <a:solidFill>
                  <a:srgbClr val="CBD5E1"/>
                </a:solidFill>
                <a:effectLst/>
                <a:latin typeface="Consolas" panose="020B0609020204030204" pitchFamily="49" charset="0"/>
              </a:rPr>
              <a:t>PART 3 · INPUT DEVICES · PUSH BUTTON AND PULL-UP RESISTORS
 </a:t>
            </a:r>
            <a:endParaRPr lang="en-US" dirty="0"/>
          </a:p>
        </p:txBody>
      </p:sp>
      <p:sp>
        <p:nvSpPr>
          <p:cNvPr id="103107" name="Rectangle 103106">
            <a:extLst>
              <a:ext uri="{FF2B5EF4-FFF2-40B4-BE49-F238E27FC236}">
                <a16:creationId xmlns:a16="http://schemas.microsoft.com/office/drawing/2014/main" id="{4AD3EBE2-3145-FF03-FF83-0A32CDEA16F6}"/>
              </a:ext>
            </a:extLst>
          </p:cNvPr>
          <p:cNvSpPr/>
          <p:nvPr/>
        </p:nvSpPr>
        <p:spPr>
          <a:xfrm>
            <a:off x="548640" y="822960"/>
            <a:ext cx="11091672" cy="853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3200" dirty="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What does a pin read when nothing is connected?</a:t>
            </a:r>
          </a:p>
          <a:p>
            <a:pPr>
              <a:buNone/>
            </a:pPr>
            <a:r>
              <a:rPr lang="en-US" sz="3200" dirty="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 dirty="0"/>
          </a:p>
        </p:txBody>
      </p:sp>
      <p:sp>
        <p:nvSpPr>
          <p:cNvPr id="103236" name="Rectangle 103235">
            <a:extLst>
              <a:ext uri="{FF2B5EF4-FFF2-40B4-BE49-F238E27FC236}">
                <a16:creationId xmlns:a16="http://schemas.microsoft.com/office/drawing/2014/main" id="{6AAF68A4-E395-90AF-E50F-DC4E6BAF9B55}"/>
              </a:ext>
            </a:extLst>
          </p:cNvPr>
          <p:cNvSpPr/>
          <p:nvPr/>
        </p:nvSpPr>
        <p:spPr>
          <a:xfrm>
            <a:off x="548640" y="1630680"/>
            <a:ext cx="347472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onsolas" panose="020B0609020204030204" pitchFamily="49" charset="0"/>
              </a:rPr>
              <a:t>FLOATING · NO RESISTOR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103366" name="Rectangle 103365">
            <a:extLst>
              <a:ext uri="{FF2B5EF4-FFF2-40B4-BE49-F238E27FC236}">
                <a16:creationId xmlns:a16="http://schemas.microsoft.com/office/drawing/2014/main" id="{37AC63A0-DBD6-7D09-9BDF-7FEE0FF3A648}"/>
              </a:ext>
            </a:extLst>
          </p:cNvPr>
          <p:cNvSpPr/>
          <p:nvPr/>
        </p:nvSpPr>
        <p:spPr>
          <a:xfrm>
            <a:off x="1280160" y="2042160"/>
            <a:ext cx="36576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?</a:t>
            </a:r>
            <a:endParaRPr lang="en-US"/>
          </a:p>
        </p:txBody>
      </p:sp>
      <p:sp>
        <p:nvSpPr>
          <p:cNvPr id="103497" name="Rectangle 103496">
            <a:extLst>
              <a:ext uri="{FF2B5EF4-FFF2-40B4-BE49-F238E27FC236}">
                <a16:creationId xmlns:a16="http://schemas.microsoft.com/office/drawing/2014/main" id="{13CE0599-F9A2-E4B0-15A3-DDCEFC506D1D}"/>
              </a:ext>
            </a:extLst>
          </p:cNvPr>
          <p:cNvSpPr/>
          <p:nvPr/>
        </p:nvSpPr>
        <p:spPr>
          <a:xfrm>
            <a:off x="2377440" y="2910840"/>
            <a:ext cx="1371600" cy="609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GPIO</a:t>
            </a:r>
          </a:p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103629" name="Rectangle 103628">
            <a:extLst>
              <a:ext uri="{FF2B5EF4-FFF2-40B4-BE49-F238E27FC236}">
                <a16:creationId xmlns:a16="http://schemas.microsoft.com/office/drawing/2014/main" id="{C75EA920-91A4-B874-3CC0-4EDC276E8652}"/>
              </a:ext>
            </a:extLst>
          </p:cNvPr>
          <p:cNvSpPr/>
          <p:nvPr/>
        </p:nvSpPr>
        <p:spPr>
          <a:xfrm>
            <a:off x="548640" y="3825240"/>
            <a:ext cx="3474720" cy="609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Reads: unpredictable</a:t>
            </a:r>
          </a:p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103762" name="Rectangle 103761">
            <a:extLst>
              <a:ext uri="{FF2B5EF4-FFF2-40B4-BE49-F238E27FC236}">
                <a16:creationId xmlns:a16="http://schemas.microsoft.com/office/drawing/2014/main" id="{D5A0E9D3-0010-686A-31BC-7FBED4B65CE2}"/>
              </a:ext>
            </a:extLst>
          </p:cNvPr>
          <p:cNvSpPr/>
          <p:nvPr/>
        </p:nvSpPr>
        <p:spPr>
          <a:xfrm>
            <a:off x="548640" y="4099560"/>
            <a:ext cx="347472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Noise decides the level.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103896" name="Rectangle 103895">
            <a:extLst>
              <a:ext uri="{FF2B5EF4-FFF2-40B4-BE49-F238E27FC236}">
                <a16:creationId xmlns:a16="http://schemas.microsoft.com/office/drawing/2014/main" id="{FF7FD30C-1B4F-6BA1-ED20-CAA6D20931A7}"/>
              </a:ext>
            </a:extLst>
          </p:cNvPr>
          <p:cNvSpPr/>
          <p:nvPr/>
        </p:nvSpPr>
        <p:spPr>
          <a:xfrm>
            <a:off x="4357116" y="1630680"/>
            <a:ext cx="347472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67E8F9"/>
                </a:solidFill>
                <a:effectLst/>
                <a:latin typeface="Consolas" panose="020B0609020204030204" pitchFamily="49" charset="0"/>
              </a:rPr>
              <a:t>PULL-UP</a:t>
            </a:r>
          </a:p>
          <a:p>
            <a:pPr>
              <a:buNone/>
            </a:pPr>
            <a:r>
              <a:rPr lang="en-US" sz="1400">
                <a:solidFill>
                  <a:srgbClr val="67E8F9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104031" name="Rectangle 104030">
            <a:extLst>
              <a:ext uri="{FF2B5EF4-FFF2-40B4-BE49-F238E27FC236}">
                <a16:creationId xmlns:a16="http://schemas.microsoft.com/office/drawing/2014/main" id="{824A2822-53E8-4496-9691-4848E4667303}"/>
              </a:ext>
            </a:extLst>
          </p:cNvPr>
          <p:cNvSpPr/>
          <p:nvPr/>
        </p:nvSpPr>
        <p:spPr>
          <a:xfrm>
            <a:off x="4722876" y="1996440"/>
            <a:ext cx="109728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3.3 V</a:t>
            </a:r>
            <a:endParaRPr lang="en-US"/>
          </a:p>
        </p:txBody>
      </p:sp>
      <p:sp>
        <p:nvSpPr>
          <p:cNvPr id="104167" name="Rectangle 104166">
            <a:extLst>
              <a:ext uri="{FF2B5EF4-FFF2-40B4-BE49-F238E27FC236}">
                <a16:creationId xmlns:a16="http://schemas.microsoft.com/office/drawing/2014/main" id="{45A4B621-D811-4362-9F34-891F01E3C955}"/>
              </a:ext>
            </a:extLst>
          </p:cNvPr>
          <p:cNvSpPr/>
          <p:nvPr/>
        </p:nvSpPr>
        <p:spPr>
          <a:xfrm>
            <a:off x="5472684" y="2590800"/>
            <a:ext cx="45720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R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104304" name="Rectangle 104303">
            <a:extLst>
              <a:ext uri="{FF2B5EF4-FFF2-40B4-BE49-F238E27FC236}">
                <a16:creationId xmlns:a16="http://schemas.microsoft.com/office/drawing/2014/main" id="{FF9CBE1E-28B3-F98E-D50F-C66E935548BF}"/>
              </a:ext>
            </a:extLst>
          </p:cNvPr>
          <p:cNvSpPr/>
          <p:nvPr/>
        </p:nvSpPr>
        <p:spPr>
          <a:xfrm>
            <a:off x="6185916" y="3093720"/>
            <a:ext cx="1371600" cy="609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GPIO</a:t>
            </a:r>
          </a:p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104442" name="Rectangle 104441">
            <a:extLst>
              <a:ext uri="{FF2B5EF4-FFF2-40B4-BE49-F238E27FC236}">
                <a16:creationId xmlns:a16="http://schemas.microsoft.com/office/drawing/2014/main" id="{EB0B05E8-E44E-3E52-007B-79B60A9D87E6}"/>
              </a:ext>
            </a:extLst>
          </p:cNvPr>
          <p:cNvSpPr/>
          <p:nvPr/>
        </p:nvSpPr>
        <p:spPr>
          <a:xfrm>
            <a:off x="6185916" y="3505200"/>
            <a:ext cx="1645920" cy="518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idle: HIGH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pressed: LOW</a:t>
            </a:r>
            <a:endParaRPr lang="en-US"/>
          </a:p>
        </p:txBody>
      </p:sp>
      <p:sp>
        <p:nvSpPr>
          <p:cNvPr id="104581" name="Rectangle 104580">
            <a:extLst>
              <a:ext uri="{FF2B5EF4-FFF2-40B4-BE49-F238E27FC236}">
                <a16:creationId xmlns:a16="http://schemas.microsoft.com/office/drawing/2014/main" id="{5B394FC5-3904-8CEC-E9F0-83F7A6633B08}"/>
              </a:ext>
            </a:extLst>
          </p:cNvPr>
          <p:cNvSpPr/>
          <p:nvPr/>
        </p:nvSpPr>
        <p:spPr>
          <a:xfrm>
            <a:off x="4722876" y="4191000"/>
            <a:ext cx="109728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GND</a:t>
            </a:r>
            <a:endParaRPr lang="en-US"/>
          </a:p>
        </p:txBody>
      </p:sp>
      <p:sp>
        <p:nvSpPr>
          <p:cNvPr id="104721" name="Rectangle 104720">
            <a:extLst>
              <a:ext uri="{FF2B5EF4-FFF2-40B4-BE49-F238E27FC236}">
                <a16:creationId xmlns:a16="http://schemas.microsoft.com/office/drawing/2014/main" id="{6B7B175B-690A-0F01-E0CD-6954CC8B4BE7}"/>
              </a:ext>
            </a:extLst>
          </p:cNvPr>
          <p:cNvSpPr/>
          <p:nvPr/>
        </p:nvSpPr>
        <p:spPr>
          <a:xfrm>
            <a:off x="8165592" y="1630680"/>
            <a:ext cx="347472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67E8F9"/>
                </a:solidFill>
                <a:effectLst/>
                <a:latin typeface="Consolas" panose="020B0609020204030204" pitchFamily="49" charset="0"/>
              </a:rPr>
              <a:t>PULL-DOWN</a:t>
            </a:r>
          </a:p>
          <a:p>
            <a:pPr>
              <a:buNone/>
            </a:pPr>
            <a:r>
              <a:rPr lang="en-US" sz="1400">
                <a:solidFill>
                  <a:srgbClr val="67E8F9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104862" name="Rectangle 104861">
            <a:extLst>
              <a:ext uri="{FF2B5EF4-FFF2-40B4-BE49-F238E27FC236}">
                <a16:creationId xmlns:a16="http://schemas.microsoft.com/office/drawing/2014/main" id="{0AD4C7F9-B652-A083-6917-7DF1B6669533}"/>
              </a:ext>
            </a:extLst>
          </p:cNvPr>
          <p:cNvSpPr/>
          <p:nvPr/>
        </p:nvSpPr>
        <p:spPr>
          <a:xfrm>
            <a:off x="8531352" y="1996440"/>
            <a:ext cx="109728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3.3 V</a:t>
            </a:r>
            <a:endParaRPr lang="en-US"/>
          </a:p>
        </p:txBody>
      </p:sp>
      <p:sp>
        <p:nvSpPr>
          <p:cNvPr id="105004" name="Rectangle 105003">
            <a:extLst>
              <a:ext uri="{FF2B5EF4-FFF2-40B4-BE49-F238E27FC236}">
                <a16:creationId xmlns:a16="http://schemas.microsoft.com/office/drawing/2014/main" id="{3795B5EA-C88F-43F8-2CE9-F43DEBFB5F4C}"/>
              </a:ext>
            </a:extLst>
          </p:cNvPr>
          <p:cNvSpPr/>
          <p:nvPr/>
        </p:nvSpPr>
        <p:spPr>
          <a:xfrm>
            <a:off x="9281160" y="3550920"/>
            <a:ext cx="45720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R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105147" name="Rectangle 105146">
            <a:extLst>
              <a:ext uri="{FF2B5EF4-FFF2-40B4-BE49-F238E27FC236}">
                <a16:creationId xmlns:a16="http://schemas.microsoft.com/office/drawing/2014/main" id="{4DCA2FE8-998B-1303-8703-6AFBC044AB17}"/>
              </a:ext>
            </a:extLst>
          </p:cNvPr>
          <p:cNvSpPr/>
          <p:nvPr/>
        </p:nvSpPr>
        <p:spPr>
          <a:xfrm>
            <a:off x="9994392" y="3093720"/>
            <a:ext cx="1371600" cy="609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GPIO</a:t>
            </a:r>
          </a:p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105291" name="Rectangle 105290">
            <a:extLst>
              <a:ext uri="{FF2B5EF4-FFF2-40B4-BE49-F238E27FC236}">
                <a16:creationId xmlns:a16="http://schemas.microsoft.com/office/drawing/2014/main" id="{B54288A8-C8D5-5118-916A-6AE2810E6DE6}"/>
              </a:ext>
            </a:extLst>
          </p:cNvPr>
          <p:cNvSpPr/>
          <p:nvPr/>
        </p:nvSpPr>
        <p:spPr>
          <a:xfrm>
            <a:off x="9994392" y="3505200"/>
            <a:ext cx="1645920" cy="518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idle: LOW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pressed: HIGH</a:t>
            </a:r>
            <a:endParaRPr lang="en-US"/>
          </a:p>
        </p:txBody>
      </p:sp>
      <p:sp>
        <p:nvSpPr>
          <p:cNvPr id="105436" name="Rectangle 105435">
            <a:extLst>
              <a:ext uri="{FF2B5EF4-FFF2-40B4-BE49-F238E27FC236}">
                <a16:creationId xmlns:a16="http://schemas.microsoft.com/office/drawing/2014/main" id="{82BE5972-FE4B-D7F4-6A0E-7FAE1AD182A4}"/>
              </a:ext>
            </a:extLst>
          </p:cNvPr>
          <p:cNvSpPr/>
          <p:nvPr/>
        </p:nvSpPr>
        <p:spPr>
          <a:xfrm>
            <a:off x="8531352" y="4191000"/>
            <a:ext cx="109728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GND</a:t>
            </a:r>
            <a:endParaRPr lang="en-US"/>
          </a:p>
        </p:txBody>
      </p:sp>
      <p:sp>
        <p:nvSpPr>
          <p:cNvPr id="105582" name="Rectangle 105581">
            <a:extLst>
              <a:ext uri="{FF2B5EF4-FFF2-40B4-BE49-F238E27FC236}">
                <a16:creationId xmlns:a16="http://schemas.microsoft.com/office/drawing/2014/main" id="{2EFD835E-B3BA-D25B-E483-606BDE9C558A}"/>
              </a:ext>
            </a:extLst>
          </p:cNvPr>
          <p:cNvSpPr/>
          <p:nvPr/>
        </p:nvSpPr>
        <p:spPr>
          <a:xfrm>
            <a:off x="548640" y="4898136"/>
            <a:ext cx="11091672" cy="609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dirty="0">
                <a:solidFill>
                  <a:srgbClr val="F8FAFC"/>
                </a:solidFill>
                <a:latin typeface="Calibri" panose="020F0502020204030204" pitchFamily="34" charset="0"/>
              </a:rPr>
              <a:t>A pull resistor keeps the pin at a steady default level when nothing is happening. But when you press the button, that action takes control and changes the pin’s state. </a:t>
            </a:r>
          </a:p>
        </p:txBody>
      </p:sp>
    </p:spTree>
    <p:extLst>
      <p:ext uri="{BB962C8B-B14F-4D97-AF65-F5344CB8AC3E}">
        <p14:creationId xmlns:p14="http://schemas.microsoft.com/office/powerpoint/2010/main" val="3961531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92" name="Rectangle 108191">
            <a:extLst>
              <a:ext uri="{FF2B5EF4-FFF2-40B4-BE49-F238E27FC236}">
                <a16:creationId xmlns:a16="http://schemas.microsoft.com/office/drawing/2014/main" id="{32365C65-AC44-2495-886F-03221A9F9E9D}"/>
              </a:ext>
            </a:extLst>
          </p:cNvPr>
          <p:cNvSpPr/>
          <p:nvPr/>
        </p:nvSpPr>
        <p:spPr>
          <a:xfrm>
            <a:off x="548640" y="621792"/>
            <a:ext cx="457200" cy="41148"/>
          </a:xfrm>
          <a:prstGeom prst="rect">
            <a:avLst/>
          </a:prstGeom>
          <a:solidFill>
            <a:srgbClr val="67E8F9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731" name="Rectangle 108730">
            <a:extLst>
              <a:ext uri="{FF2B5EF4-FFF2-40B4-BE49-F238E27FC236}">
                <a16:creationId xmlns:a16="http://schemas.microsoft.com/office/drawing/2014/main" id="{538B9994-6EB4-FE65-DAAF-D12F80195F62}"/>
              </a:ext>
            </a:extLst>
          </p:cNvPr>
          <p:cNvSpPr/>
          <p:nvPr/>
        </p:nvSpPr>
        <p:spPr>
          <a:xfrm>
            <a:off x="1143000" y="411480"/>
            <a:ext cx="859536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onsolas" panose="020B0609020204030204" pitchFamily="49" charset="0"/>
              </a:rPr>
              <a:t>PART 3 · INPUT DEVICES · LDR, MICROPHONE, ULTRASONIC, DHT
 </a:t>
            </a:r>
            <a:endParaRPr lang="en-US"/>
          </a:p>
        </p:txBody>
      </p:sp>
      <p:sp>
        <p:nvSpPr>
          <p:cNvPr id="108842" name="Rectangle 108841">
            <a:extLst>
              <a:ext uri="{FF2B5EF4-FFF2-40B4-BE49-F238E27FC236}">
                <a16:creationId xmlns:a16="http://schemas.microsoft.com/office/drawing/2014/main" id="{B2CF56B5-F5FA-CA37-8819-FD9EEBCE854C}"/>
              </a:ext>
            </a:extLst>
          </p:cNvPr>
          <p:cNvSpPr/>
          <p:nvPr/>
        </p:nvSpPr>
        <p:spPr>
          <a:xfrm>
            <a:off x="548640" y="871728"/>
            <a:ext cx="11091672" cy="1066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3200" dirty="0">
                <a:solidFill>
                  <a:srgbClr val="F8FAFC"/>
                </a:solidFill>
                <a:latin typeface="Calibri" panose="020F0502020204030204" pitchFamily="34" charset="0"/>
              </a:rPr>
              <a:t>Sensors: Each Measures a Unique Quantity in Its Own Electrical Form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DE79ED5-07C5-5035-CB10-DAC1B8759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521" y="2160578"/>
            <a:ext cx="11493910" cy="3833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224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59" name="Rectangle 110858">
            <a:extLst>
              <a:ext uri="{FF2B5EF4-FFF2-40B4-BE49-F238E27FC236}">
                <a16:creationId xmlns:a16="http://schemas.microsoft.com/office/drawing/2014/main" id="{91540264-CE45-0533-0D76-CAB330B5612A}"/>
              </a:ext>
            </a:extLst>
          </p:cNvPr>
          <p:cNvSpPr/>
          <p:nvPr/>
        </p:nvSpPr>
        <p:spPr>
          <a:xfrm>
            <a:off x="548640" y="621792"/>
            <a:ext cx="457200" cy="41148"/>
          </a:xfrm>
          <a:prstGeom prst="rect">
            <a:avLst/>
          </a:prstGeom>
          <a:solidFill>
            <a:srgbClr val="86EFAC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509" name="Rectangle 111508">
            <a:extLst>
              <a:ext uri="{FF2B5EF4-FFF2-40B4-BE49-F238E27FC236}">
                <a16:creationId xmlns:a16="http://schemas.microsoft.com/office/drawing/2014/main" id="{F025C0AA-41C2-2FF5-87C7-9ED56087E2CD}"/>
              </a:ext>
            </a:extLst>
          </p:cNvPr>
          <p:cNvSpPr/>
          <p:nvPr/>
        </p:nvSpPr>
        <p:spPr>
          <a:xfrm>
            <a:off x="1143000" y="411480"/>
            <a:ext cx="859536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onsolas" panose="020B0609020204030204" pitchFamily="49" charset="0"/>
              </a:rPr>
              <a:t>PART 4 · OUTPUT DEVICES · LED, BUZZER, OLED, SERVO
 </a:t>
            </a:r>
            <a:endParaRPr lang="en-US"/>
          </a:p>
        </p:txBody>
      </p:sp>
      <p:sp>
        <p:nvSpPr>
          <p:cNvPr id="111624" name="Rectangle 111623">
            <a:extLst>
              <a:ext uri="{FF2B5EF4-FFF2-40B4-BE49-F238E27FC236}">
                <a16:creationId xmlns:a16="http://schemas.microsoft.com/office/drawing/2014/main" id="{81E7DB28-DDDA-FAE9-6934-C4665C80B6B2}"/>
              </a:ext>
            </a:extLst>
          </p:cNvPr>
          <p:cNvSpPr/>
          <p:nvPr/>
        </p:nvSpPr>
        <p:spPr>
          <a:xfrm>
            <a:off x="548640" y="822960"/>
            <a:ext cx="11091672" cy="1066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32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Outputs turn a decision into something</a:t>
            </a:r>
          </a:p>
          <a:p>
            <a:pPr>
              <a:buNone/>
            </a:pPr>
            <a:r>
              <a:rPr lang="en-US" sz="32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people can see, hear or feel.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9170E2-6E72-D683-1DD1-D3186D531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76" y="2283795"/>
            <a:ext cx="10895898" cy="3751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565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04" name="Rectangle 113503">
            <a:extLst>
              <a:ext uri="{FF2B5EF4-FFF2-40B4-BE49-F238E27FC236}">
                <a16:creationId xmlns:a16="http://schemas.microsoft.com/office/drawing/2014/main" id="{9082E051-6DE8-66C5-3CA8-0E8BAC451C6E}"/>
              </a:ext>
            </a:extLst>
          </p:cNvPr>
          <p:cNvSpPr/>
          <p:nvPr/>
        </p:nvSpPr>
        <p:spPr>
          <a:xfrm>
            <a:off x="548640" y="621792"/>
            <a:ext cx="457200" cy="41148"/>
          </a:xfrm>
          <a:prstGeom prst="rect">
            <a:avLst/>
          </a:prstGeom>
          <a:solidFill>
            <a:srgbClr val="FDBA7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526" name="Rectangle 113525">
            <a:extLst>
              <a:ext uri="{FF2B5EF4-FFF2-40B4-BE49-F238E27FC236}">
                <a16:creationId xmlns:a16="http://schemas.microsoft.com/office/drawing/2014/main" id="{41EAD278-DCAA-0A75-5798-6A3A986C98DA}"/>
              </a:ext>
            </a:extLst>
          </p:cNvPr>
          <p:cNvSpPr/>
          <p:nvPr/>
        </p:nvSpPr>
        <p:spPr>
          <a:xfrm>
            <a:off x="548640" y="1676400"/>
            <a:ext cx="6400800" cy="3337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549" name="Rectangle 113548">
            <a:extLst>
              <a:ext uri="{FF2B5EF4-FFF2-40B4-BE49-F238E27FC236}">
                <a16:creationId xmlns:a16="http://schemas.microsoft.com/office/drawing/2014/main" id="{76CC837A-6248-6169-E1C0-903576A07FF0}"/>
              </a:ext>
            </a:extLst>
          </p:cNvPr>
          <p:cNvSpPr/>
          <p:nvPr/>
        </p:nvSpPr>
        <p:spPr>
          <a:xfrm>
            <a:off x="7223760" y="1676400"/>
            <a:ext cx="4416552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573" name="Rectangle 113572">
            <a:extLst>
              <a:ext uri="{FF2B5EF4-FFF2-40B4-BE49-F238E27FC236}">
                <a16:creationId xmlns:a16="http://schemas.microsoft.com/office/drawing/2014/main" id="{1CCC4DB8-4DC3-E31D-8C69-0C7919EE7233}"/>
              </a:ext>
            </a:extLst>
          </p:cNvPr>
          <p:cNvSpPr/>
          <p:nvPr/>
        </p:nvSpPr>
        <p:spPr>
          <a:xfrm>
            <a:off x="7223760" y="1676400"/>
            <a:ext cx="64008" cy="914400"/>
          </a:xfrm>
          <a:prstGeom prst="rect">
            <a:avLst/>
          </a:prstGeom>
          <a:solidFill>
            <a:srgbClr val="FDBA7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598" name="Arrow: Down 113597">
            <a:extLst>
              <a:ext uri="{FF2B5EF4-FFF2-40B4-BE49-F238E27FC236}">
                <a16:creationId xmlns:a16="http://schemas.microsoft.com/office/drawing/2014/main" id="{3653399D-EB8B-851D-DC6C-61D8C6B2B541}"/>
              </a:ext>
            </a:extLst>
          </p:cNvPr>
          <p:cNvSpPr/>
          <p:nvPr/>
        </p:nvSpPr>
        <p:spPr>
          <a:xfrm>
            <a:off x="9299448" y="2663952"/>
            <a:ext cx="274320" cy="411480"/>
          </a:xfrm>
          <a:prstGeom prst="downArrow">
            <a:avLst/>
          </a:prstGeom>
          <a:solidFill>
            <a:srgbClr val="CBD5E1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624" name="Rectangle 113623">
            <a:extLst>
              <a:ext uri="{FF2B5EF4-FFF2-40B4-BE49-F238E27FC236}">
                <a16:creationId xmlns:a16="http://schemas.microsoft.com/office/drawing/2014/main" id="{BA76A91F-6A7B-3782-979A-22653898824F}"/>
              </a:ext>
            </a:extLst>
          </p:cNvPr>
          <p:cNvSpPr/>
          <p:nvPr/>
        </p:nvSpPr>
        <p:spPr>
          <a:xfrm>
            <a:off x="7223760" y="3139440"/>
            <a:ext cx="4416552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651" name="Rectangle 113650">
            <a:extLst>
              <a:ext uri="{FF2B5EF4-FFF2-40B4-BE49-F238E27FC236}">
                <a16:creationId xmlns:a16="http://schemas.microsoft.com/office/drawing/2014/main" id="{5EE6B4E4-79B6-4824-EA3B-7ADFAB2BBD70}"/>
              </a:ext>
            </a:extLst>
          </p:cNvPr>
          <p:cNvSpPr/>
          <p:nvPr/>
        </p:nvSpPr>
        <p:spPr>
          <a:xfrm>
            <a:off x="7223760" y="3139440"/>
            <a:ext cx="64008" cy="914400"/>
          </a:xfrm>
          <a:prstGeom prst="rect">
            <a:avLst/>
          </a:prstGeom>
          <a:solidFill>
            <a:srgbClr val="FDBA7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679" name="Rectangle 113678">
            <a:extLst>
              <a:ext uri="{FF2B5EF4-FFF2-40B4-BE49-F238E27FC236}">
                <a16:creationId xmlns:a16="http://schemas.microsoft.com/office/drawing/2014/main" id="{E8BF32AD-DB88-2061-0AFB-07C4DDB04CFE}"/>
              </a:ext>
            </a:extLst>
          </p:cNvPr>
          <p:cNvSpPr/>
          <p:nvPr/>
        </p:nvSpPr>
        <p:spPr>
          <a:xfrm>
            <a:off x="1143000" y="411480"/>
            <a:ext cx="859536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onsolas" panose="020B0609020204030204" pitchFamily="49" charset="0"/>
              </a:rPr>
              <a:t>PART 5 · ARDUINO STRUCTURE · void setup() AND void loop()
 </a:t>
            </a:r>
            <a:endParaRPr lang="en-US"/>
          </a:p>
        </p:txBody>
      </p:sp>
      <p:sp>
        <p:nvSpPr>
          <p:cNvPr id="113738" name="Rectangle 113737">
            <a:extLst>
              <a:ext uri="{FF2B5EF4-FFF2-40B4-BE49-F238E27FC236}">
                <a16:creationId xmlns:a16="http://schemas.microsoft.com/office/drawing/2014/main" id="{D7D6463C-D79E-23A0-A5D4-B03D16BF99FC}"/>
              </a:ext>
            </a:extLst>
          </p:cNvPr>
          <p:cNvSpPr/>
          <p:nvPr/>
        </p:nvSpPr>
        <p:spPr>
          <a:xfrm>
            <a:off x="548640" y="982980"/>
            <a:ext cx="11091672" cy="853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3200" dirty="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setup() prepares the stage once</a:t>
            </a:r>
            <a:r>
              <a:rPr lang="en-US" sz="3200" dirty="0">
                <a:solidFill>
                  <a:srgbClr val="F8FAFC"/>
                </a:solidFill>
                <a:latin typeface="Calibri" panose="020F0502020204030204" pitchFamily="34" charset="0"/>
              </a:rPr>
              <a:t> &amp; </a:t>
            </a:r>
            <a:r>
              <a:rPr lang="en-US" sz="3200" dirty="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loop() repeats the performance.</a:t>
            </a:r>
          </a:p>
          <a:p>
            <a:pPr>
              <a:buNone/>
            </a:pPr>
            <a:r>
              <a:rPr lang="en-US" sz="3200" dirty="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 dirty="0"/>
          </a:p>
        </p:txBody>
      </p:sp>
      <p:sp>
        <p:nvSpPr>
          <p:cNvPr id="113769" name="Rectangle 113768">
            <a:extLst>
              <a:ext uri="{FF2B5EF4-FFF2-40B4-BE49-F238E27FC236}">
                <a16:creationId xmlns:a16="http://schemas.microsoft.com/office/drawing/2014/main" id="{F1853BDA-EF97-9BD4-EF06-462BC5100E25}"/>
              </a:ext>
            </a:extLst>
          </p:cNvPr>
          <p:cNvSpPr/>
          <p:nvPr/>
        </p:nvSpPr>
        <p:spPr>
          <a:xfrm>
            <a:off x="685800" y="1703832"/>
            <a:ext cx="274320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onsolas" panose="020B0609020204030204" pitchFamily="49" charset="0"/>
              </a:rPr>
              <a:t>blink.ino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113801" name="Rectangle 113800">
            <a:extLst>
              <a:ext uri="{FF2B5EF4-FFF2-40B4-BE49-F238E27FC236}">
                <a16:creationId xmlns:a16="http://schemas.microsoft.com/office/drawing/2014/main" id="{1812240D-CF2C-5C4E-DB2A-A1BF5294A36F}"/>
              </a:ext>
            </a:extLst>
          </p:cNvPr>
          <p:cNvSpPr/>
          <p:nvPr/>
        </p:nvSpPr>
        <p:spPr>
          <a:xfrm>
            <a:off x="731520" y="2042160"/>
            <a:ext cx="6080760" cy="28346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800">
                <a:solidFill>
                  <a:srgbClr val="F8FAFC"/>
                </a:solidFill>
                <a:effectLst/>
                <a:latin typeface="Consolas" panose="020B0609020204030204" pitchFamily="49" charset="0"/>
              </a:rPr>
              <a:t>void setup() {</a:t>
            </a:r>
          </a:p>
          <a:p>
            <a:pPr>
              <a:buNone/>
            </a:pPr>
            <a:r>
              <a:rPr lang="en-US" sz="1800">
                <a:solidFill>
                  <a:srgbClr val="F8FAFC"/>
                </a:solidFill>
                <a:effectLst/>
                <a:latin typeface="Consolas" panose="020B0609020204030204" pitchFamily="49" charset="0"/>
              </a:rPr>
              <a:t>  pinMode(LED_PIN, OUTPUT);    // once</a:t>
            </a:r>
          </a:p>
          <a:p>
            <a:pPr>
              <a:buNone/>
            </a:pPr>
            <a:r>
              <a:rPr lang="en-US" sz="1800">
                <a:solidFill>
                  <a:srgbClr val="F8FAF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800">
                <a:solidFill>
                  <a:srgbClr val="F8FAFC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buNone/>
            </a:pPr>
            <a:r>
              <a:rPr lang="en-US" sz="1800">
                <a:solidFill>
                  <a:srgbClr val="F8FAFC"/>
                </a:solidFill>
                <a:effectLst/>
                <a:latin typeface="Consolas" panose="020B0609020204030204" pitchFamily="49" charset="0"/>
              </a:rPr>
              <a:t>void loop() {</a:t>
            </a:r>
          </a:p>
          <a:p>
            <a:pPr>
              <a:buNone/>
            </a:pPr>
            <a:r>
              <a:rPr lang="en-US" sz="1800">
                <a:solidFill>
                  <a:srgbClr val="F8FAFC"/>
                </a:solidFill>
                <a:effectLst/>
                <a:latin typeface="Consolas" panose="020B0609020204030204" pitchFamily="49" charset="0"/>
              </a:rPr>
              <a:t>  digitalWrite(LED_PIN, HIGH); // on</a:t>
            </a:r>
          </a:p>
          <a:p>
            <a:pPr>
              <a:buNone/>
            </a:pPr>
            <a:r>
              <a:rPr lang="en-US" sz="1800">
                <a:solidFill>
                  <a:srgbClr val="F8FAFC"/>
                </a:solidFill>
                <a:effectLst/>
                <a:latin typeface="Consolas" panose="020B0609020204030204" pitchFamily="49" charset="0"/>
              </a:rPr>
              <a:t>  delay(500);</a:t>
            </a:r>
          </a:p>
          <a:p>
            <a:pPr>
              <a:buNone/>
            </a:pPr>
            <a:r>
              <a:rPr lang="en-US" sz="1800">
                <a:solidFill>
                  <a:srgbClr val="F8FAFC"/>
                </a:solidFill>
                <a:effectLst/>
                <a:latin typeface="Consolas" panose="020B0609020204030204" pitchFamily="49" charset="0"/>
              </a:rPr>
              <a:t>  digitalWrite(LED_PIN, LOW);  // off</a:t>
            </a:r>
          </a:p>
          <a:p>
            <a:pPr>
              <a:buNone/>
            </a:pPr>
            <a:r>
              <a:rPr lang="en-US" sz="1800">
                <a:solidFill>
                  <a:srgbClr val="F8FAFC"/>
                </a:solidFill>
                <a:effectLst/>
                <a:latin typeface="Consolas" panose="020B0609020204030204" pitchFamily="49" charset="0"/>
              </a:rPr>
              <a:t>  delay(500);</a:t>
            </a:r>
          </a:p>
          <a:p>
            <a:pPr>
              <a:buNone/>
            </a:pPr>
            <a:r>
              <a:rPr lang="en-US" sz="1800">
                <a:solidFill>
                  <a:srgbClr val="F8FAFC"/>
                </a:solidFill>
                <a:effectLst/>
                <a:latin typeface="Consolas" panose="020B0609020204030204" pitchFamily="49" charset="0"/>
              </a:rPr>
              <a:t>}</a:t>
            </a:r>
            <a:endParaRPr lang="en-US"/>
          </a:p>
        </p:txBody>
      </p:sp>
      <p:sp>
        <p:nvSpPr>
          <p:cNvPr id="113834" name="Rectangle 113833">
            <a:extLst>
              <a:ext uri="{FF2B5EF4-FFF2-40B4-BE49-F238E27FC236}">
                <a16:creationId xmlns:a16="http://schemas.microsoft.com/office/drawing/2014/main" id="{5CE78FD1-E962-7021-D19B-3A46001433F3}"/>
              </a:ext>
            </a:extLst>
          </p:cNvPr>
          <p:cNvSpPr/>
          <p:nvPr/>
        </p:nvSpPr>
        <p:spPr>
          <a:xfrm>
            <a:off x="7452360" y="1722120"/>
            <a:ext cx="4050792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DBA74"/>
                </a:solidFill>
                <a:effectLst/>
                <a:latin typeface="Consolas" panose="020B0609020204030204" pitchFamily="49" charset="0"/>
              </a:rPr>
              <a:t>setup() · RUNS ONCE</a:t>
            </a:r>
          </a:p>
          <a:p>
            <a:pPr>
              <a:buNone/>
            </a:pPr>
            <a:r>
              <a:rPr lang="en-US" sz="1400">
                <a:solidFill>
                  <a:srgbClr val="FDBA74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113868" name="Rectangle 113867">
            <a:extLst>
              <a:ext uri="{FF2B5EF4-FFF2-40B4-BE49-F238E27FC236}">
                <a16:creationId xmlns:a16="http://schemas.microsoft.com/office/drawing/2014/main" id="{9303C844-CE17-E7C5-4F91-080371F1F923}"/>
              </a:ext>
            </a:extLst>
          </p:cNvPr>
          <p:cNvSpPr/>
          <p:nvPr/>
        </p:nvSpPr>
        <p:spPr>
          <a:xfrm>
            <a:off x="7452360" y="2042160"/>
            <a:ext cx="4050792" cy="792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Prepare the stage: pin modes, serial, sensors</a:t>
            </a:r>
          </a:p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113903" name="Rectangle 113902">
            <a:extLst>
              <a:ext uri="{FF2B5EF4-FFF2-40B4-BE49-F238E27FC236}">
                <a16:creationId xmlns:a16="http://schemas.microsoft.com/office/drawing/2014/main" id="{408119B8-E1B1-492E-CFD1-DB9A1CACA53E}"/>
              </a:ext>
            </a:extLst>
          </p:cNvPr>
          <p:cNvSpPr/>
          <p:nvPr/>
        </p:nvSpPr>
        <p:spPr>
          <a:xfrm>
            <a:off x="7452360" y="3185160"/>
            <a:ext cx="4050792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DBA74"/>
                </a:solidFill>
                <a:effectLst/>
                <a:latin typeface="Consolas" panose="020B0609020204030204" pitchFamily="49" charset="0"/>
              </a:rPr>
              <a:t>loop() · REPEATS FOREVER</a:t>
            </a:r>
          </a:p>
          <a:p>
            <a:pPr>
              <a:buNone/>
            </a:pPr>
            <a:r>
              <a:rPr lang="en-US" sz="1400">
                <a:solidFill>
                  <a:srgbClr val="FDBA74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113939" name="Rectangle 113938">
            <a:extLst>
              <a:ext uri="{FF2B5EF4-FFF2-40B4-BE49-F238E27FC236}">
                <a16:creationId xmlns:a16="http://schemas.microsoft.com/office/drawing/2014/main" id="{2064305B-633C-B98B-D676-78CB9DCE3B5B}"/>
              </a:ext>
            </a:extLst>
          </p:cNvPr>
          <p:cNvSpPr/>
          <p:nvPr/>
        </p:nvSpPr>
        <p:spPr>
          <a:xfrm>
            <a:off x="7452360" y="3505200"/>
            <a:ext cx="4050792" cy="792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The performance: read → decide → act, again and again</a:t>
            </a:r>
          </a:p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113976" name="Rectangle 113975">
            <a:extLst>
              <a:ext uri="{FF2B5EF4-FFF2-40B4-BE49-F238E27FC236}">
                <a16:creationId xmlns:a16="http://schemas.microsoft.com/office/drawing/2014/main" id="{E858FB4E-1530-BCEC-3DA4-1704BF79676D}"/>
              </a:ext>
            </a:extLst>
          </p:cNvPr>
          <p:cNvSpPr/>
          <p:nvPr/>
        </p:nvSpPr>
        <p:spPr>
          <a:xfrm>
            <a:off x="7223760" y="4099560"/>
            <a:ext cx="4416552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↺ returns to the top of loop()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114014" name="Rectangle 114013">
            <a:extLst>
              <a:ext uri="{FF2B5EF4-FFF2-40B4-BE49-F238E27FC236}">
                <a16:creationId xmlns:a16="http://schemas.microsoft.com/office/drawing/2014/main" id="{20A61013-86AE-7B46-EE0C-4C23C7AF6DD9}"/>
              </a:ext>
            </a:extLst>
          </p:cNvPr>
          <p:cNvSpPr/>
          <p:nvPr/>
        </p:nvSpPr>
        <p:spPr>
          <a:xfrm>
            <a:off x="7223760" y="4465320"/>
            <a:ext cx="4416552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67E8F9"/>
                </a:solidFill>
                <a:effectLst/>
                <a:latin typeface="Consolas" panose="020B0609020204030204" pitchFamily="49" charset="0"/>
              </a:rPr>
              <a:t>PREDICT</a:t>
            </a:r>
          </a:p>
          <a:p>
            <a:pPr>
              <a:buNone/>
            </a:pPr>
            <a:r>
              <a:rPr lang="en-US" sz="1400">
                <a:solidFill>
                  <a:srgbClr val="67E8F9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114053" name="Rectangle 114052">
            <a:extLst>
              <a:ext uri="{FF2B5EF4-FFF2-40B4-BE49-F238E27FC236}">
                <a16:creationId xmlns:a16="http://schemas.microsoft.com/office/drawing/2014/main" id="{EEEEAB8D-D5EF-137B-7B1E-831726F94433}"/>
              </a:ext>
            </a:extLst>
          </p:cNvPr>
          <p:cNvSpPr/>
          <p:nvPr/>
        </p:nvSpPr>
        <p:spPr>
          <a:xfrm>
            <a:off x="7223760" y="4721352"/>
            <a:ext cx="4416552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What does the LED do?</a:t>
            </a:r>
          </a:p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What changes with delay(100)?</a:t>
            </a:r>
            <a:endParaRPr lang="en-US"/>
          </a:p>
        </p:txBody>
      </p:sp>
      <p:sp>
        <p:nvSpPr>
          <p:cNvPr id="114093" name="Rectangle 114092">
            <a:extLst>
              <a:ext uri="{FF2B5EF4-FFF2-40B4-BE49-F238E27FC236}">
                <a16:creationId xmlns:a16="http://schemas.microsoft.com/office/drawing/2014/main" id="{436CD223-A08A-C363-80BB-4C635F69D0E2}"/>
              </a:ext>
            </a:extLst>
          </p:cNvPr>
          <p:cNvSpPr/>
          <p:nvPr/>
        </p:nvSpPr>
        <p:spPr>
          <a:xfrm>
            <a:off x="548640" y="5879592"/>
            <a:ext cx="11091672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 dirty="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LED_PIN is defined for your verified board and external LED circuit 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427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23" name="Rectangle 98922">
            <a:extLst>
              <a:ext uri="{FF2B5EF4-FFF2-40B4-BE49-F238E27FC236}">
                <a16:creationId xmlns:a16="http://schemas.microsoft.com/office/drawing/2014/main" id="{4E6E3C17-543F-FB65-95F8-57749007292F}"/>
              </a:ext>
            </a:extLst>
          </p:cNvPr>
          <p:cNvSpPr/>
          <p:nvPr/>
        </p:nvSpPr>
        <p:spPr>
          <a:xfrm>
            <a:off x="548640" y="621792"/>
            <a:ext cx="457200" cy="41148"/>
          </a:xfrm>
          <a:prstGeom prst="rect">
            <a:avLst/>
          </a:prstGeom>
          <a:solidFill>
            <a:srgbClr val="67E8F9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013" name="Rectangle 99012">
            <a:extLst>
              <a:ext uri="{FF2B5EF4-FFF2-40B4-BE49-F238E27FC236}">
                <a16:creationId xmlns:a16="http://schemas.microsoft.com/office/drawing/2014/main" id="{220D256F-F889-D889-C39A-989FCFC8F69C}"/>
              </a:ext>
            </a:extLst>
          </p:cNvPr>
          <p:cNvSpPr/>
          <p:nvPr/>
        </p:nvSpPr>
        <p:spPr>
          <a:xfrm>
            <a:off x="4892040" y="2042160"/>
            <a:ext cx="242316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045" name="Rectangle 99044">
            <a:extLst>
              <a:ext uri="{FF2B5EF4-FFF2-40B4-BE49-F238E27FC236}">
                <a16:creationId xmlns:a16="http://schemas.microsoft.com/office/drawing/2014/main" id="{29C0A1F5-E203-3184-1C05-646B366475C6}"/>
              </a:ext>
            </a:extLst>
          </p:cNvPr>
          <p:cNvSpPr/>
          <p:nvPr/>
        </p:nvSpPr>
        <p:spPr>
          <a:xfrm>
            <a:off x="4892040" y="2042160"/>
            <a:ext cx="64008" cy="1188720"/>
          </a:xfrm>
          <a:prstGeom prst="rect">
            <a:avLst/>
          </a:prstGeom>
          <a:solidFill>
            <a:srgbClr val="FDBA7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078" name="Arrow: Right 99077">
            <a:extLst>
              <a:ext uri="{FF2B5EF4-FFF2-40B4-BE49-F238E27FC236}">
                <a16:creationId xmlns:a16="http://schemas.microsoft.com/office/drawing/2014/main" id="{071B8D21-A7C1-EF33-4446-3FF89323C53C}"/>
              </a:ext>
            </a:extLst>
          </p:cNvPr>
          <p:cNvSpPr/>
          <p:nvPr/>
        </p:nvSpPr>
        <p:spPr>
          <a:xfrm>
            <a:off x="3383280" y="2545080"/>
            <a:ext cx="1371600" cy="201168"/>
          </a:xfrm>
          <a:prstGeom prst="rightArrow">
            <a:avLst/>
          </a:prstGeom>
          <a:solidFill>
            <a:srgbClr val="67E8F9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112" name="Arrow: Right 99111">
            <a:extLst>
              <a:ext uri="{FF2B5EF4-FFF2-40B4-BE49-F238E27FC236}">
                <a16:creationId xmlns:a16="http://schemas.microsoft.com/office/drawing/2014/main" id="{8264BD7F-89D4-8278-F7FA-C97AAB5345BC}"/>
              </a:ext>
            </a:extLst>
          </p:cNvPr>
          <p:cNvSpPr/>
          <p:nvPr/>
        </p:nvSpPr>
        <p:spPr>
          <a:xfrm>
            <a:off x="7452360" y="2545080"/>
            <a:ext cx="1371600" cy="201168"/>
          </a:xfrm>
          <a:prstGeom prst="rightArrow">
            <a:avLst/>
          </a:prstGeom>
          <a:solidFill>
            <a:srgbClr val="86EFAC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337" name="Rectangle 99336">
            <a:extLst>
              <a:ext uri="{FF2B5EF4-FFF2-40B4-BE49-F238E27FC236}">
                <a16:creationId xmlns:a16="http://schemas.microsoft.com/office/drawing/2014/main" id="{139A2EAC-E74F-30F7-3B5D-9D02074AB855}"/>
              </a:ext>
            </a:extLst>
          </p:cNvPr>
          <p:cNvSpPr/>
          <p:nvPr/>
        </p:nvSpPr>
        <p:spPr>
          <a:xfrm>
            <a:off x="1143000" y="411480"/>
            <a:ext cx="859536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onsolas" panose="020B0609020204030204" pitchFamily="49" charset="0"/>
              </a:rPr>
              <a:t>PART 6 · GPIO · ENABLING A PIN, READING AND WRITING
 </a:t>
            </a:r>
            <a:endParaRPr lang="en-US"/>
          </a:p>
        </p:txBody>
      </p:sp>
      <p:sp>
        <p:nvSpPr>
          <p:cNvPr id="99420" name="Rectangle 99419">
            <a:extLst>
              <a:ext uri="{FF2B5EF4-FFF2-40B4-BE49-F238E27FC236}">
                <a16:creationId xmlns:a16="http://schemas.microsoft.com/office/drawing/2014/main" id="{1C5CFD24-7378-A519-D259-2EB9B05BCA1F}"/>
              </a:ext>
            </a:extLst>
          </p:cNvPr>
          <p:cNvSpPr/>
          <p:nvPr/>
        </p:nvSpPr>
        <p:spPr>
          <a:xfrm>
            <a:off x="548640" y="822960"/>
            <a:ext cx="11091672" cy="853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3200" dirty="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Digital input reads a button</a:t>
            </a:r>
            <a:r>
              <a:rPr lang="en-US" sz="3200" dirty="0">
                <a:solidFill>
                  <a:srgbClr val="F8FAFC"/>
                </a:solidFill>
                <a:latin typeface="Calibri" panose="020F0502020204030204" pitchFamily="34" charset="0"/>
              </a:rPr>
              <a:t> &amp; </a:t>
            </a:r>
            <a:r>
              <a:rPr lang="en-US" sz="3200" dirty="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digital output drives an LED.</a:t>
            </a:r>
          </a:p>
          <a:p>
            <a:pPr>
              <a:buNone/>
            </a:pPr>
            <a:r>
              <a:rPr lang="en-US" sz="3200" dirty="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 dirty="0"/>
          </a:p>
        </p:txBody>
      </p:sp>
      <p:sp>
        <p:nvSpPr>
          <p:cNvPr id="99645" name="Rectangle 99644">
            <a:extLst>
              <a:ext uri="{FF2B5EF4-FFF2-40B4-BE49-F238E27FC236}">
                <a16:creationId xmlns:a16="http://schemas.microsoft.com/office/drawing/2014/main" id="{12F1DB65-8A12-A013-8163-FD1A910A5624}"/>
              </a:ext>
            </a:extLst>
          </p:cNvPr>
          <p:cNvSpPr/>
          <p:nvPr/>
        </p:nvSpPr>
        <p:spPr>
          <a:xfrm>
            <a:off x="479814" y="3755136"/>
            <a:ext cx="329184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 dirty="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Digital input — pressed or released</a:t>
            </a:r>
          </a:p>
          <a:p>
            <a:pPr>
              <a:buNone/>
            </a:pPr>
            <a:r>
              <a:rPr lang="en-US" sz="1400" dirty="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 </a:t>
            </a:r>
            <a:endParaRPr lang="en-US" dirty="0"/>
          </a:p>
        </p:txBody>
      </p:sp>
      <p:sp>
        <p:nvSpPr>
          <p:cNvPr id="99693" name="Rectangle 99692">
            <a:extLst>
              <a:ext uri="{FF2B5EF4-FFF2-40B4-BE49-F238E27FC236}">
                <a16:creationId xmlns:a16="http://schemas.microsoft.com/office/drawing/2014/main" id="{853B615B-C027-7638-44CA-87375064E9AD}"/>
              </a:ext>
            </a:extLst>
          </p:cNvPr>
          <p:cNvSpPr/>
          <p:nvPr/>
        </p:nvSpPr>
        <p:spPr>
          <a:xfrm>
            <a:off x="8942832" y="3723132"/>
            <a:ext cx="329184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 dirty="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Digital output — on or off</a:t>
            </a:r>
          </a:p>
          <a:p>
            <a:pPr>
              <a:buNone/>
            </a:pPr>
            <a:r>
              <a:rPr lang="en-US" sz="1400" dirty="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 </a:t>
            </a:r>
            <a:endParaRPr lang="en-US" dirty="0"/>
          </a:p>
        </p:txBody>
      </p:sp>
      <p:sp>
        <p:nvSpPr>
          <p:cNvPr id="99742" name="Rectangle 99741">
            <a:extLst>
              <a:ext uri="{FF2B5EF4-FFF2-40B4-BE49-F238E27FC236}">
                <a16:creationId xmlns:a16="http://schemas.microsoft.com/office/drawing/2014/main" id="{0B81BF78-1C3D-86B8-92C8-4050D9ACC6CC}"/>
              </a:ext>
            </a:extLst>
          </p:cNvPr>
          <p:cNvSpPr/>
          <p:nvPr/>
        </p:nvSpPr>
        <p:spPr>
          <a:xfrm>
            <a:off x="5120640" y="2087880"/>
            <a:ext cx="205740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DBA74"/>
                </a:solidFill>
                <a:effectLst/>
                <a:latin typeface="Consolas" panose="020B0609020204030204" pitchFamily="49" charset="0"/>
              </a:rPr>
              <a:t>ESP32</a:t>
            </a:r>
          </a:p>
          <a:p>
            <a:pPr>
              <a:buNone/>
            </a:pPr>
            <a:r>
              <a:rPr lang="en-US" sz="1400">
                <a:solidFill>
                  <a:srgbClr val="FDBA74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99792" name="Rectangle 99791">
            <a:extLst>
              <a:ext uri="{FF2B5EF4-FFF2-40B4-BE49-F238E27FC236}">
                <a16:creationId xmlns:a16="http://schemas.microsoft.com/office/drawing/2014/main" id="{C188EBAA-36F8-BE6E-0F7E-2F3D509C8BE3}"/>
              </a:ext>
            </a:extLst>
          </p:cNvPr>
          <p:cNvSpPr/>
          <p:nvPr/>
        </p:nvSpPr>
        <p:spPr>
          <a:xfrm>
            <a:off x="5120640" y="2407920"/>
            <a:ext cx="2057400" cy="853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read → decide → drive</a:t>
            </a:r>
          </a:p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99843" name="Rectangle 99842">
            <a:extLst>
              <a:ext uri="{FF2B5EF4-FFF2-40B4-BE49-F238E27FC236}">
                <a16:creationId xmlns:a16="http://schemas.microsoft.com/office/drawing/2014/main" id="{EB06F2BD-44C7-8E8F-583B-7E33808CA1F4}"/>
              </a:ext>
            </a:extLst>
          </p:cNvPr>
          <p:cNvSpPr/>
          <p:nvPr/>
        </p:nvSpPr>
        <p:spPr>
          <a:xfrm>
            <a:off x="3383280" y="2197608"/>
            <a:ext cx="137160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67E8F9"/>
                </a:solidFill>
                <a:effectLst/>
                <a:latin typeface="Calibri" panose="020F0502020204030204" pitchFamily="34" charset="0"/>
              </a:rPr>
              <a:t>HIGH / LOW in</a:t>
            </a:r>
            <a:endParaRPr lang="en-US"/>
          </a:p>
        </p:txBody>
      </p:sp>
      <p:sp>
        <p:nvSpPr>
          <p:cNvPr id="99895" name="Rectangle 99894">
            <a:extLst>
              <a:ext uri="{FF2B5EF4-FFF2-40B4-BE49-F238E27FC236}">
                <a16:creationId xmlns:a16="http://schemas.microsoft.com/office/drawing/2014/main" id="{50C5E2B9-58A0-469A-2C9E-10455551484F}"/>
              </a:ext>
            </a:extLst>
          </p:cNvPr>
          <p:cNvSpPr/>
          <p:nvPr/>
        </p:nvSpPr>
        <p:spPr>
          <a:xfrm>
            <a:off x="7452360" y="2197608"/>
            <a:ext cx="1371600" cy="518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86EFAC"/>
                </a:solidFill>
                <a:effectLst/>
                <a:latin typeface="Calibri" panose="020F0502020204030204" pitchFamily="34" charset="0"/>
              </a:rPr>
              <a:t>HIGH / LOW out</a:t>
            </a:r>
            <a:endParaRPr lang="en-US"/>
          </a:p>
        </p:txBody>
      </p:sp>
      <p:sp>
        <p:nvSpPr>
          <p:cNvPr id="100002" name="Rectangle 100001">
            <a:extLst>
              <a:ext uri="{FF2B5EF4-FFF2-40B4-BE49-F238E27FC236}">
                <a16:creationId xmlns:a16="http://schemas.microsoft.com/office/drawing/2014/main" id="{945090FF-CEBC-8C29-BB61-697E57903C89}"/>
              </a:ext>
            </a:extLst>
          </p:cNvPr>
          <p:cNvSpPr/>
          <p:nvPr/>
        </p:nvSpPr>
        <p:spPr>
          <a:xfrm>
            <a:off x="548640" y="5879592"/>
            <a:ext cx="11091672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 dirty="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Before power: check LED polarity, the resistor, 3.3 V logic levels and a shared ground.</a:t>
            </a:r>
          </a:p>
          <a:p>
            <a:pPr>
              <a:buNone/>
            </a:pPr>
            <a:r>
              <a:rPr lang="en-US" sz="1400" dirty="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 </a:t>
            </a:r>
            <a:endParaRPr lang="en-US" dirty="0"/>
          </a:p>
        </p:txBody>
      </p:sp>
      <p:sp>
        <p:nvSpPr>
          <p:cNvPr id="125294" name="Rectangle 125293">
            <a:extLst>
              <a:ext uri="{FF2B5EF4-FFF2-40B4-BE49-F238E27FC236}">
                <a16:creationId xmlns:a16="http://schemas.microsoft.com/office/drawing/2014/main" id="{3E1A5D93-7DD0-8119-C8A5-6DBC8E9D915A}"/>
              </a:ext>
            </a:extLst>
          </p:cNvPr>
          <p:cNvSpPr/>
          <p:nvPr/>
        </p:nvSpPr>
        <p:spPr>
          <a:xfrm>
            <a:off x="548640" y="4498848"/>
            <a:ext cx="5394960" cy="12161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340" name="Rectangle 125339">
            <a:extLst>
              <a:ext uri="{FF2B5EF4-FFF2-40B4-BE49-F238E27FC236}">
                <a16:creationId xmlns:a16="http://schemas.microsoft.com/office/drawing/2014/main" id="{A81F78F3-C480-1D32-EEBE-FF3855547C00}"/>
              </a:ext>
            </a:extLst>
          </p:cNvPr>
          <p:cNvSpPr/>
          <p:nvPr/>
        </p:nvSpPr>
        <p:spPr>
          <a:xfrm>
            <a:off x="6382512" y="5020056"/>
            <a:ext cx="5120640" cy="18288"/>
          </a:xfrm>
          <a:prstGeom prst="rect">
            <a:avLst/>
          </a:prstGeom>
          <a:solidFill>
            <a:srgbClr val="CBD5E1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387" name="Rectangle 125386">
            <a:extLst>
              <a:ext uri="{FF2B5EF4-FFF2-40B4-BE49-F238E27FC236}">
                <a16:creationId xmlns:a16="http://schemas.microsoft.com/office/drawing/2014/main" id="{C0653C0C-05BE-85AF-5FB3-7EA9FD014058}"/>
              </a:ext>
            </a:extLst>
          </p:cNvPr>
          <p:cNvSpPr/>
          <p:nvPr/>
        </p:nvSpPr>
        <p:spPr>
          <a:xfrm>
            <a:off x="6382512" y="4800600"/>
            <a:ext cx="118872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GPIO pin</a:t>
            </a:r>
            <a:endParaRPr lang="en-US"/>
          </a:p>
        </p:txBody>
      </p:sp>
      <p:sp>
        <p:nvSpPr>
          <p:cNvPr id="125435" name="Rectangle 125434">
            <a:extLst>
              <a:ext uri="{FF2B5EF4-FFF2-40B4-BE49-F238E27FC236}">
                <a16:creationId xmlns:a16="http://schemas.microsoft.com/office/drawing/2014/main" id="{461F6CF6-B8C0-1AFB-EFA3-7E86BD1B352D}"/>
              </a:ext>
            </a:extLst>
          </p:cNvPr>
          <p:cNvSpPr/>
          <p:nvPr/>
        </p:nvSpPr>
        <p:spPr>
          <a:xfrm>
            <a:off x="7708392" y="4800600"/>
            <a:ext cx="118872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Resistor</a:t>
            </a:r>
            <a:endParaRPr lang="en-US"/>
          </a:p>
        </p:txBody>
      </p:sp>
      <p:sp>
        <p:nvSpPr>
          <p:cNvPr id="125484" name="Rectangle 125483">
            <a:extLst>
              <a:ext uri="{FF2B5EF4-FFF2-40B4-BE49-F238E27FC236}">
                <a16:creationId xmlns:a16="http://schemas.microsoft.com/office/drawing/2014/main" id="{DBF3A915-750B-E578-E386-B68D93FB1E93}"/>
              </a:ext>
            </a:extLst>
          </p:cNvPr>
          <p:cNvSpPr/>
          <p:nvPr/>
        </p:nvSpPr>
        <p:spPr>
          <a:xfrm>
            <a:off x="9034272" y="4800600"/>
            <a:ext cx="118872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LED (+ → −)</a:t>
            </a:r>
            <a:endParaRPr lang="en-US"/>
          </a:p>
        </p:txBody>
      </p:sp>
      <p:sp>
        <p:nvSpPr>
          <p:cNvPr id="125534" name="Rectangle 125533">
            <a:extLst>
              <a:ext uri="{FF2B5EF4-FFF2-40B4-BE49-F238E27FC236}">
                <a16:creationId xmlns:a16="http://schemas.microsoft.com/office/drawing/2014/main" id="{E9742022-AA5F-39AB-002F-D3CB91469FBF}"/>
              </a:ext>
            </a:extLst>
          </p:cNvPr>
          <p:cNvSpPr/>
          <p:nvPr/>
        </p:nvSpPr>
        <p:spPr>
          <a:xfrm>
            <a:off x="10360152" y="4800600"/>
            <a:ext cx="118872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GND</a:t>
            </a:r>
            <a:endParaRPr lang="en-US"/>
          </a:p>
        </p:txBody>
      </p:sp>
      <p:sp>
        <p:nvSpPr>
          <p:cNvPr id="125585" name="Rectangle 125584">
            <a:extLst>
              <a:ext uri="{FF2B5EF4-FFF2-40B4-BE49-F238E27FC236}">
                <a16:creationId xmlns:a16="http://schemas.microsoft.com/office/drawing/2014/main" id="{B818531A-A24A-76BC-266D-2EBE0E048F24}"/>
              </a:ext>
            </a:extLst>
          </p:cNvPr>
          <p:cNvSpPr/>
          <p:nvPr/>
        </p:nvSpPr>
        <p:spPr>
          <a:xfrm>
            <a:off x="548640" y="4160520"/>
            <a:ext cx="539496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67E8F9"/>
                </a:solidFill>
                <a:effectLst/>
                <a:latin typeface="Consolas" panose="020B0609020204030204" pitchFamily="49" charset="0"/>
              </a:rPr>
              <a:t>ENABLE · READ · WRITE</a:t>
            </a:r>
          </a:p>
          <a:p>
            <a:pPr>
              <a:buNone/>
            </a:pPr>
            <a:r>
              <a:rPr lang="en-US" sz="1400">
                <a:solidFill>
                  <a:srgbClr val="67E8F9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125637" name="Rectangle 125636">
            <a:extLst>
              <a:ext uri="{FF2B5EF4-FFF2-40B4-BE49-F238E27FC236}">
                <a16:creationId xmlns:a16="http://schemas.microsoft.com/office/drawing/2014/main" id="{8D5CCF14-1A9B-93B0-C566-E0F06795E86C}"/>
              </a:ext>
            </a:extLst>
          </p:cNvPr>
          <p:cNvSpPr/>
          <p:nvPr/>
        </p:nvSpPr>
        <p:spPr>
          <a:xfrm>
            <a:off x="713232" y="4572000"/>
            <a:ext cx="5120640" cy="944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onsolas" panose="020B0609020204030204" pitchFamily="49" charset="0"/>
              </a:rPr>
              <a:t>pinMode(BUTTON_PIN, INPUT_PULLUP);</a:t>
            </a:r>
          </a:p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onsolas" panose="020B0609020204030204" pitchFamily="49" charset="0"/>
              </a:rPr>
              <a:t>pinMode(LED_PIN, OUTPUT);</a:t>
            </a:r>
          </a:p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onsolas" panose="020B0609020204030204" pitchFamily="49" charset="0"/>
              </a:rPr>
              <a:t>bool on = digitalRead(BUTTON_PIN) == LOW;</a:t>
            </a:r>
          </a:p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onsolas" panose="020B0609020204030204" pitchFamily="49" charset="0"/>
              </a:rPr>
              <a:t>digitalWrite(LED_PIN, on ? HIGH : LOW);</a:t>
            </a:r>
            <a:endParaRPr lang="en-US"/>
          </a:p>
        </p:txBody>
      </p:sp>
      <p:sp>
        <p:nvSpPr>
          <p:cNvPr id="125690" name="Rectangle 125689">
            <a:extLst>
              <a:ext uri="{FF2B5EF4-FFF2-40B4-BE49-F238E27FC236}">
                <a16:creationId xmlns:a16="http://schemas.microsoft.com/office/drawing/2014/main" id="{F87FB8E7-C8A8-9605-05C7-9857FA56BD5E}"/>
              </a:ext>
            </a:extLst>
          </p:cNvPr>
          <p:cNvSpPr/>
          <p:nvPr/>
        </p:nvSpPr>
        <p:spPr>
          <a:xfrm>
            <a:off x="6245352" y="4160520"/>
            <a:ext cx="539496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86EFAC"/>
                </a:solidFill>
                <a:effectLst/>
                <a:latin typeface="Consolas" panose="020B0609020204030204" pitchFamily="49" charset="0"/>
              </a:rPr>
              <a:t>OUTPUT CIRCUIT · CONCEPT, NOT A WIRING MAP</a:t>
            </a:r>
          </a:p>
          <a:p>
            <a:pPr>
              <a:buNone/>
            </a:pPr>
            <a:r>
              <a:rPr lang="en-US" sz="1400">
                <a:solidFill>
                  <a:srgbClr val="86EFAC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pic>
        <p:nvPicPr>
          <p:cNvPr id="4" name="Picture 3" descr="Turn LED on and Off With Push Button Using Arduino &amp; Visuino - Visuino - Visual Development for Arduino">
            <a:extLst>
              <a:ext uri="{FF2B5EF4-FFF2-40B4-BE49-F238E27FC236}">
                <a16:creationId xmlns:a16="http://schemas.microsoft.com/office/drawing/2014/main" id="{62AE19FE-7B1F-45E3-7001-FD4F4B548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689" y="1772053"/>
            <a:ext cx="2651760" cy="1918106"/>
          </a:xfrm>
          <a:prstGeom prst="rect">
            <a:avLst/>
          </a:prstGeom>
        </p:spPr>
      </p:pic>
      <p:pic>
        <p:nvPicPr>
          <p:cNvPr id="6" name="Picture 5" descr="Buy 5mm Red LED Diffused at Best Price in India - RoboComp.in">
            <a:extLst>
              <a:ext uri="{FF2B5EF4-FFF2-40B4-BE49-F238E27FC236}">
                <a16:creationId xmlns:a16="http://schemas.microsoft.com/office/drawing/2014/main" id="{24D3824A-DD22-5344-A8F0-5B7B95935B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7112" y="1728155"/>
            <a:ext cx="2678659" cy="1923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253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70" name="Rectangle 105769">
            <a:extLst>
              <a:ext uri="{FF2B5EF4-FFF2-40B4-BE49-F238E27FC236}">
                <a16:creationId xmlns:a16="http://schemas.microsoft.com/office/drawing/2014/main" id="{65BDE00B-25C0-C958-E9CA-181A9EBF690F}"/>
              </a:ext>
            </a:extLst>
          </p:cNvPr>
          <p:cNvSpPr/>
          <p:nvPr/>
        </p:nvSpPr>
        <p:spPr>
          <a:xfrm>
            <a:off x="548640" y="621792"/>
            <a:ext cx="457200" cy="41148"/>
          </a:xfrm>
          <a:prstGeom prst="rect">
            <a:avLst/>
          </a:prstGeom>
          <a:solidFill>
            <a:srgbClr val="67E8F9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812" name="Rectangle 105811">
            <a:extLst>
              <a:ext uri="{FF2B5EF4-FFF2-40B4-BE49-F238E27FC236}">
                <a16:creationId xmlns:a16="http://schemas.microsoft.com/office/drawing/2014/main" id="{08021CD2-9D8C-FC26-BA97-F07EECCB26BE}"/>
              </a:ext>
            </a:extLst>
          </p:cNvPr>
          <p:cNvSpPr/>
          <p:nvPr/>
        </p:nvSpPr>
        <p:spPr>
          <a:xfrm>
            <a:off x="548640" y="1676400"/>
            <a:ext cx="2377440" cy="1783080"/>
          </a:xfrm>
          <a:prstGeom prst="rect">
            <a:avLst/>
          </a:prstGeom>
          <a:solidFill>
            <a:srgbClr val="1E293B"/>
          </a:solidFill>
          <a:ln w="12700">
            <a:solidFill>
              <a:srgbClr val="64748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855" name="Rectangle 105854">
            <a:extLst>
              <a:ext uri="{FF2B5EF4-FFF2-40B4-BE49-F238E27FC236}">
                <a16:creationId xmlns:a16="http://schemas.microsoft.com/office/drawing/2014/main" id="{9A856F4D-1E6A-37A9-73F6-512AAB07F5C1}"/>
              </a:ext>
            </a:extLst>
          </p:cNvPr>
          <p:cNvSpPr/>
          <p:nvPr/>
        </p:nvSpPr>
        <p:spPr>
          <a:xfrm>
            <a:off x="548640" y="3596640"/>
            <a:ext cx="2377440" cy="1783080"/>
          </a:xfrm>
          <a:prstGeom prst="rect">
            <a:avLst/>
          </a:prstGeom>
          <a:solidFill>
            <a:srgbClr val="1E293B"/>
          </a:solidFill>
          <a:ln w="12700">
            <a:solidFill>
              <a:srgbClr val="64748B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899" name="Rectangle 105898">
            <a:extLst>
              <a:ext uri="{FF2B5EF4-FFF2-40B4-BE49-F238E27FC236}">
                <a16:creationId xmlns:a16="http://schemas.microsoft.com/office/drawing/2014/main" id="{86F777AF-0C14-74D2-D394-88116FC4046E}"/>
              </a:ext>
            </a:extLst>
          </p:cNvPr>
          <p:cNvSpPr/>
          <p:nvPr/>
        </p:nvSpPr>
        <p:spPr>
          <a:xfrm>
            <a:off x="3200400" y="1676400"/>
            <a:ext cx="512064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944" name="Rectangle 105943">
            <a:extLst>
              <a:ext uri="{FF2B5EF4-FFF2-40B4-BE49-F238E27FC236}">
                <a16:creationId xmlns:a16="http://schemas.microsoft.com/office/drawing/2014/main" id="{193B5C06-5D60-BBC9-A5CF-4C66120D303E}"/>
              </a:ext>
            </a:extLst>
          </p:cNvPr>
          <p:cNvSpPr/>
          <p:nvPr/>
        </p:nvSpPr>
        <p:spPr>
          <a:xfrm>
            <a:off x="3511296" y="1950720"/>
            <a:ext cx="18288" cy="2194560"/>
          </a:xfrm>
          <a:prstGeom prst="rect">
            <a:avLst/>
          </a:prstGeom>
          <a:solidFill>
            <a:srgbClr val="CBD5E1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990" name="Rectangle 105989">
            <a:extLst>
              <a:ext uri="{FF2B5EF4-FFF2-40B4-BE49-F238E27FC236}">
                <a16:creationId xmlns:a16="http://schemas.microsoft.com/office/drawing/2014/main" id="{07ED1854-B4AD-C9A3-E6D7-E6E3CFF0D77E}"/>
              </a:ext>
            </a:extLst>
          </p:cNvPr>
          <p:cNvSpPr/>
          <p:nvPr/>
        </p:nvSpPr>
        <p:spPr>
          <a:xfrm>
            <a:off x="3520440" y="4136136"/>
            <a:ext cx="4572000" cy="18288"/>
          </a:xfrm>
          <a:prstGeom prst="rect">
            <a:avLst/>
          </a:prstGeom>
          <a:solidFill>
            <a:srgbClr val="CBD5E1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037" name="Rectangle 106036">
            <a:extLst>
              <a:ext uri="{FF2B5EF4-FFF2-40B4-BE49-F238E27FC236}">
                <a16:creationId xmlns:a16="http://schemas.microsoft.com/office/drawing/2014/main" id="{FD27A03D-37BD-89CA-C9DA-6D76E6CE2C51}"/>
              </a:ext>
            </a:extLst>
          </p:cNvPr>
          <p:cNvSpPr/>
          <p:nvPr/>
        </p:nvSpPr>
        <p:spPr>
          <a:xfrm rot="19883372">
            <a:off x="3576905" y="3715512"/>
            <a:ext cx="572870" cy="36576"/>
          </a:xfrm>
          <a:prstGeom prst="rect">
            <a:avLst/>
          </a:prstGeom>
          <a:solidFill>
            <a:srgbClr val="67E8F9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085" name="Rectangle 106084">
            <a:extLst>
              <a:ext uri="{FF2B5EF4-FFF2-40B4-BE49-F238E27FC236}">
                <a16:creationId xmlns:a16="http://schemas.microsoft.com/office/drawing/2014/main" id="{4C0380AE-B7CE-6D3B-556E-1DD337D22FD3}"/>
              </a:ext>
            </a:extLst>
          </p:cNvPr>
          <p:cNvSpPr/>
          <p:nvPr/>
        </p:nvSpPr>
        <p:spPr>
          <a:xfrm rot="20684693">
            <a:off x="4105616" y="3509772"/>
            <a:ext cx="521288" cy="36576"/>
          </a:xfrm>
          <a:prstGeom prst="rect">
            <a:avLst/>
          </a:prstGeom>
          <a:solidFill>
            <a:srgbClr val="67E8F9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134" name="Rectangle 106133">
            <a:extLst>
              <a:ext uri="{FF2B5EF4-FFF2-40B4-BE49-F238E27FC236}">
                <a16:creationId xmlns:a16="http://schemas.microsoft.com/office/drawing/2014/main" id="{E134219A-201E-8584-05D5-75531A4763EF}"/>
              </a:ext>
            </a:extLst>
          </p:cNvPr>
          <p:cNvSpPr/>
          <p:nvPr/>
        </p:nvSpPr>
        <p:spPr>
          <a:xfrm rot="1198986">
            <a:off x="4601611" y="3532632"/>
            <a:ext cx="535139" cy="36576"/>
          </a:xfrm>
          <a:prstGeom prst="rect">
            <a:avLst/>
          </a:prstGeom>
          <a:solidFill>
            <a:srgbClr val="67E8F9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184" name="Rectangle 106183">
            <a:extLst>
              <a:ext uri="{FF2B5EF4-FFF2-40B4-BE49-F238E27FC236}">
                <a16:creationId xmlns:a16="http://schemas.microsoft.com/office/drawing/2014/main" id="{6C83B4EC-A4B3-6C6B-66F6-DCF0D24F1A3B}"/>
              </a:ext>
            </a:extLst>
          </p:cNvPr>
          <p:cNvSpPr/>
          <p:nvPr/>
        </p:nvSpPr>
        <p:spPr>
          <a:xfrm rot="18750627">
            <a:off x="4999966" y="3349752"/>
            <a:ext cx="744268" cy="36576"/>
          </a:xfrm>
          <a:prstGeom prst="rect">
            <a:avLst/>
          </a:prstGeom>
          <a:solidFill>
            <a:srgbClr val="67E8F9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235" name="Rectangle 106234">
            <a:extLst>
              <a:ext uri="{FF2B5EF4-FFF2-40B4-BE49-F238E27FC236}">
                <a16:creationId xmlns:a16="http://schemas.microsoft.com/office/drawing/2014/main" id="{D8E6CDBA-6AE1-1FC9-4310-714C586B9D36}"/>
              </a:ext>
            </a:extLst>
          </p:cNvPr>
          <p:cNvSpPr/>
          <p:nvPr/>
        </p:nvSpPr>
        <p:spPr>
          <a:xfrm rot="19242636">
            <a:off x="5550118" y="2869692"/>
            <a:ext cx="649803" cy="36576"/>
          </a:xfrm>
          <a:prstGeom prst="rect">
            <a:avLst/>
          </a:prstGeom>
          <a:solidFill>
            <a:srgbClr val="67E8F9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287" name="Rectangle 106286">
            <a:extLst>
              <a:ext uri="{FF2B5EF4-FFF2-40B4-BE49-F238E27FC236}">
                <a16:creationId xmlns:a16="http://schemas.microsoft.com/office/drawing/2014/main" id="{9AE7A711-F175-AD52-FFEA-FDCCAC60BC07}"/>
              </a:ext>
            </a:extLst>
          </p:cNvPr>
          <p:cNvSpPr/>
          <p:nvPr/>
        </p:nvSpPr>
        <p:spPr>
          <a:xfrm rot="915307">
            <a:off x="6117296" y="2732532"/>
            <a:ext cx="521288" cy="36576"/>
          </a:xfrm>
          <a:prstGeom prst="rect">
            <a:avLst/>
          </a:prstGeom>
          <a:solidFill>
            <a:srgbClr val="67E8F9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340" name="Rectangle 106339">
            <a:extLst>
              <a:ext uri="{FF2B5EF4-FFF2-40B4-BE49-F238E27FC236}">
                <a16:creationId xmlns:a16="http://schemas.microsoft.com/office/drawing/2014/main" id="{5DF0B205-058F-B59C-C661-FE5CA7D4A6EA}"/>
              </a:ext>
            </a:extLst>
          </p:cNvPr>
          <p:cNvSpPr/>
          <p:nvPr/>
        </p:nvSpPr>
        <p:spPr>
          <a:xfrm rot="19063579">
            <a:off x="6541022" y="2572512"/>
            <a:ext cx="679677" cy="36576"/>
          </a:xfrm>
          <a:prstGeom prst="rect">
            <a:avLst/>
          </a:prstGeom>
          <a:solidFill>
            <a:srgbClr val="67E8F9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394" name="Rectangle 106393">
            <a:extLst>
              <a:ext uri="{FF2B5EF4-FFF2-40B4-BE49-F238E27FC236}">
                <a16:creationId xmlns:a16="http://schemas.microsoft.com/office/drawing/2014/main" id="{B5058DC7-2011-1CD7-E22D-4D01E2CD4951}"/>
              </a:ext>
            </a:extLst>
          </p:cNvPr>
          <p:cNvSpPr/>
          <p:nvPr/>
        </p:nvSpPr>
        <p:spPr>
          <a:xfrm rot="20684693">
            <a:off x="7123136" y="2275332"/>
            <a:ext cx="521288" cy="36576"/>
          </a:xfrm>
          <a:prstGeom prst="rect">
            <a:avLst/>
          </a:prstGeom>
          <a:solidFill>
            <a:srgbClr val="67E8F9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449" name="Rectangle 106448">
            <a:extLst>
              <a:ext uri="{FF2B5EF4-FFF2-40B4-BE49-F238E27FC236}">
                <a16:creationId xmlns:a16="http://schemas.microsoft.com/office/drawing/2014/main" id="{2681EC7A-E84C-4177-55B3-91E77631D360}"/>
              </a:ext>
            </a:extLst>
          </p:cNvPr>
          <p:cNvSpPr/>
          <p:nvPr/>
        </p:nvSpPr>
        <p:spPr>
          <a:xfrm rot="842175">
            <a:off x="7629612" y="2252472"/>
            <a:ext cx="377017" cy="36576"/>
          </a:xfrm>
          <a:prstGeom prst="rect">
            <a:avLst/>
          </a:prstGeom>
          <a:solidFill>
            <a:srgbClr val="67E8F9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505" name="Oval 106504">
            <a:extLst>
              <a:ext uri="{FF2B5EF4-FFF2-40B4-BE49-F238E27FC236}">
                <a16:creationId xmlns:a16="http://schemas.microsoft.com/office/drawing/2014/main" id="{8206245C-ABE8-02A5-733C-05AC7B6DD0E2}"/>
              </a:ext>
            </a:extLst>
          </p:cNvPr>
          <p:cNvSpPr/>
          <p:nvPr/>
        </p:nvSpPr>
        <p:spPr>
          <a:xfrm>
            <a:off x="4050792" y="3532632"/>
            <a:ext cx="128016" cy="128016"/>
          </a:xfrm>
          <a:prstGeom prst="ellipse">
            <a:avLst/>
          </a:prstGeom>
          <a:solidFill>
            <a:srgbClr val="FDBA7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562" name="Rectangle 106561">
            <a:extLst>
              <a:ext uri="{FF2B5EF4-FFF2-40B4-BE49-F238E27FC236}">
                <a16:creationId xmlns:a16="http://schemas.microsoft.com/office/drawing/2014/main" id="{ADF042C1-9436-3C12-EC4A-36BCBD97A596}"/>
              </a:ext>
            </a:extLst>
          </p:cNvPr>
          <p:cNvSpPr/>
          <p:nvPr/>
        </p:nvSpPr>
        <p:spPr>
          <a:xfrm>
            <a:off x="4107942" y="3688080"/>
            <a:ext cx="13716" cy="457200"/>
          </a:xfrm>
          <a:prstGeom prst="rect">
            <a:avLst/>
          </a:prstGeom>
          <a:solidFill>
            <a:srgbClr val="FDBA7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620" name="Oval 106619">
            <a:extLst>
              <a:ext uri="{FF2B5EF4-FFF2-40B4-BE49-F238E27FC236}">
                <a16:creationId xmlns:a16="http://schemas.microsoft.com/office/drawing/2014/main" id="{ADB67212-4E87-34CD-23E8-44EE8BA3ABBE}"/>
              </a:ext>
            </a:extLst>
          </p:cNvPr>
          <p:cNvSpPr/>
          <p:nvPr/>
        </p:nvSpPr>
        <p:spPr>
          <a:xfrm>
            <a:off x="5056632" y="3578352"/>
            <a:ext cx="128016" cy="128016"/>
          </a:xfrm>
          <a:prstGeom prst="ellipse">
            <a:avLst/>
          </a:prstGeom>
          <a:solidFill>
            <a:srgbClr val="FDBA7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679" name="Rectangle 106678">
            <a:extLst>
              <a:ext uri="{FF2B5EF4-FFF2-40B4-BE49-F238E27FC236}">
                <a16:creationId xmlns:a16="http://schemas.microsoft.com/office/drawing/2014/main" id="{F14E2728-5782-B97F-E483-ED5686E6A18B}"/>
              </a:ext>
            </a:extLst>
          </p:cNvPr>
          <p:cNvSpPr/>
          <p:nvPr/>
        </p:nvSpPr>
        <p:spPr>
          <a:xfrm>
            <a:off x="5113782" y="3733800"/>
            <a:ext cx="13716" cy="411480"/>
          </a:xfrm>
          <a:prstGeom prst="rect">
            <a:avLst/>
          </a:prstGeom>
          <a:solidFill>
            <a:srgbClr val="FDBA7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739" name="Oval 106738">
            <a:extLst>
              <a:ext uri="{FF2B5EF4-FFF2-40B4-BE49-F238E27FC236}">
                <a16:creationId xmlns:a16="http://schemas.microsoft.com/office/drawing/2014/main" id="{2EFED8E4-5B9C-D549-C908-75AD6E173C10}"/>
              </a:ext>
            </a:extLst>
          </p:cNvPr>
          <p:cNvSpPr/>
          <p:nvPr/>
        </p:nvSpPr>
        <p:spPr>
          <a:xfrm>
            <a:off x="6062472" y="2618232"/>
            <a:ext cx="128016" cy="128016"/>
          </a:xfrm>
          <a:prstGeom prst="ellipse">
            <a:avLst/>
          </a:prstGeom>
          <a:solidFill>
            <a:srgbClr val="FDBA7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800" name="Rectangle 106799">
            <a:extLst>
              <a:ext uri="{FF2B5EF4-FFF2-40B4-BE49-F238E27FC236}">
                <a16:creationId xmlns:a16="http://schemas.microsoft.com/office/drawing/2014/main" id="{B259077E-DCE3-5572-F5A0-83B62CFE19DB}"/>
              </a:ext>
            </a:extLst>
          </p:cNvPr>
          <p:cNvSpPr/>
          <p:nvPr/>
        </p:nvSpPr>
        <p:spPr>
          <a:xfrm>
            <a:off x="6119622" y="2773680"/>
            <a:ext cx="13716" cy="1371600"/>
          </a:xfrm>
          <a:prstGeom prst="rect">
            <a:avLst/>
          </a:prstGeom>
          <a:solidFill>
            <a:srgbClr val="FDBA7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862" name="Oval 106861">
            <a:extLst>
              <a:ext uri="{FF2B5EF4-FFF2-40B4-BE49-F238E27FC236}">
                <a16:creationId xmlns:a16="http://schemas.microsoft.com/office/drawing/2014/main" id="{5B13DBAC-65E0-7AF5-7E95-7E059AF82500}"/>
              </a:ext>
            </a:extLst>
          </p:cNvPr>
          <p:cNvSpPr/>
          <p:nvPr/>
        </p:nvSpPr>
        <p:spPr>
          <a:xfrm>
            <a:off x="7068312" y="2298192"/>
            <a:ext cx="128016" cy="128016"/>
          </a:xfrm>
          <a:prstGeom prst="ellipse">
            <a:avLst/>
          </a:prstGeom>
          <a:solidFill>
            <a:srgbClr val="FDBA7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925" name="Rectangle 106924">
            <a:extLst>
              <a:ext uri="{FF2B5EF4-FFF2-40B4-BE49-F238E27FC236}">
                <a16:creationId xmlns:a16="http://schemas.microsoft.com/office/drawing/2014/main" id="{27BE76D6-35CB-B8AD-18A2-87139E4F1988}"/>
              </a:ext>
            </a:extLst>
          </p:cNvPr>
          <p:cNvSpPr/>
          <p:nvPr/>
        </p:nvSpPr>
        <p:spPr>
          <a:xfrm>
            <a:off x="7125462" y="2453640"/>
            <a:ext cx="13716" cy="1691640"/>
          </a:xfrm>
          <a:prstGeom prst="rect">
            <a:avLst/>
          </a:prstGeom>
          <a:solidFill>
            <a:srgbClr val="FDBA7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989" name="Rectangle 106988">
            <a:extLst>
              <a:ext uri="{FF2B5EF4-FFF2-40B4-BE49-F238E27FC236}">
                <a16:creationId xmlns:a16="http://schemas.microsoft.com/office/drawing/2014/main" id="{37565B89-F9D3-8784-9B61-AF4E537C7855}"/>
              </a:ext>
            </a:extLst>
          </p:cNvPr>
          <p:cNvSpPr/>
          <p:nvPr/>
        </p:nvSpPr>
        <p:spPr>
          <a:xfrm>
            <a:off x="8503920" y="1676400"/>
            <a:ext cx="3136392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054" name="Rectangle 107053">
            <a:extLst>
              <a:ext uri="{FF2B5EF4-FFF2-40B4-BE49-F238E27FC236}">
                <a16:creationId xmlns:a16="http://schemas.microsoft.com/office/drawing/2014/main" id="{506D8A27-8AB1-EDC6-16EF-D62BCC919B4C}"/>
              </a:ext>
            </a:extLst>
          </p:cNvPr>
          <p:cNvSpPr/>
          <p:nvPr/>
        </p:nvSpPr>
        <p:spPr>
          <a:xfrm>
            <a:off x="1143000" y="411480"/>
            <a:ext cx="859536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onsolas" panose="020B0609020204030204" pitchFamily="49" charset="0"/>
              </a:rPr>
              <a:t>PART 6 · ANALOG PIN · READING VALUES WITH THE ADC
 </a:t>
            </a:r>
            <a:endParaRPr lang="en-US"/>
          </a:p>
        </p:txBody>
      </p:sp>
      <p:sp>
        <p:nvSpPr>
          <p:cNvPr id="107187" name="Rectangle 107186">
            <a:extLst>
              <a:ext uri="{FF2B5EF4-FFF2-40B4-BE49-F238E27FC236}">
                <a16:creationId xmlns:a16="http://schemas.microsoft.com/office/drawing/2014/main" id="{E411D564-2E92-2D11-751D-C337D1B75B32}"/>
              </a:ext>
            </a:extLst>
          </p:cNvPr>
          <p:cNvSpPr/>
          <p:nvPr/>
        </p:nvSpPr>
        <p:spPr>
          <a:xfrm>
            <a:off x="397764" y="972634"/>
            <a:ext cx="11091672" cy="853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3200" dirty="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The ADC turns a changing voltage into a number.</a:t>
            </a:r>
          </a:p>
          <a:p>
            <a:pPr>
              <a:buNone/>
            </a:pPr>
            <a:r>
              <a:rPr lang="en-US" sz="3200" dirty="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 dirty="0"/>
          </a:p>
        </p:txBody>
      </p:sp>
      <p:sp>
        <p:nvSpPr>
          <p:cNvPr id="107255" name="Rectangle 107254">
            <a:extLst>
              <a:ext uri="{FF2B5EF4-FFF2-40B4-BE49-F238E27FC236}">
                <a16:creationId xmlns:a16="http://schemas.microsoft.com/office/drawing/2014/main" id="{5A7A4AB8-06DF-904A-5706-9AD3E3D2DC1A}"/>
              </a:ext>
            </a:extLst>
          </p:cNvPr>
          <p:cNvSpPr/>
          <p:nvPr/>
        </p:nvSpPr>
        <p:spPr>
          <a:xfrm>
            <a:off x="685800" y="1740408"/>
            <a:ext cx="210312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67E8F9"/>
                </a:solidFill>
                <a:effectLst/>
                <a:latin typeface="Consolas" panose="020B0609020204030204" pitchFamily="49" charset="0"/>
              </a:rPr>
              <a:t>PLACEHOLDER</a:t>
            </a:r>
          </a:p>
          <a:p>
            <a:pPr>
              <a:buNone/>
            </a:pPr>
            <a:r>
              <a:rPr lang="en-US" sz="1400">
                <a:solidFill>
                  <a:srgbClr val="67E8F9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107324" name="Rectangle 107323">
            <a:extLst>
              <a:ext uri="{FF2B5EF4-FFF2-40B4-BE49-F238E27FC236}">
                <a16:creationId xmlns:a16="http://schemas.microsoft.com/office/drawing/2014/main" id="{5ED11ED2-DCF6-0C9D-C9E4-B42CD799B33D}"/>
              </a:ext>
            </a:extLst>
          </p:cNvPr>
          <p:cNvSpPr/>
          <p:nvPr/>
        </p:nvSpPr>
        <p:spPr>
          <a:xfrm>
            <a:off x="685800" y="2087880"/>
            <a:ext cx="210312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Potentiometer</a:t>
            </a:r>
          </a:p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107394" name="Rectangle 107393">
            <a:extLst>
              <a:ext uri="{FF2B5EF4-FFF2-40B4-BE49-F238E27FC236}">
                <a16:creationId xmlns:a16="http://schemas.microsoft.com/office/drawing/2014/main" id="{2AF4504F-B307-D73B-13EF-21E7A02D556C}"/>
              </a:ext>
            </a:extLst>
          </p:cNvPr>
          <p:cNvSpPr/>
          <p:nvPr/>
        </p:nvSpPr>
        <p:spPr>
          <a:xfrm>
            <a:off x="685800" y="3660648"/>
            <a:ext cx="210312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67E8F9"/>
                </a:solidFill>
                <a:effectLst/>
                <a:latin typeface="Consolas" panose="020B0609020204030204" pitchFamily="49" charset="0"/>
              </a:rPr>
              <a:t>PLACEHOLDER</a:t>
            </a:r>
          </a:p>
          <a:p>
            <a:pPr>
              <a:buNone/>
            </a:pPr>
            <a:r>
              <a:rPr lang="en-US" sz="1400">
                <a:solidFill>
                  <a:srgbClr val="67E8F9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107465" name="Rectangle 107464">
            <a:extLst>
              <a:ext uri="{FF2B5EF4-FFF2-40B4-BE49-F238E27FC236}">
                <a16:creationId xmlns:a16="http://schemas.microsoft.com/office/drawing/2014/main" id="{64019A4A-48BB-0DE2-E0F5-89F10C3467A0}"/>
              </a:ext>
            </a:extLst>
          </p:cNvPr>
          <p:cNvSpPr/>
          <p:nvPr/>
        </p:nvSpPr>
        <p:spPr>
          <a:xfrm>
            <a:off x="685800" y="4008120"/>
            <a:ext cx="210312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 dirty="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LDR module</a:t>
            </a:r>
          </a:p>
          <a:p>
            <a:pPr>
              <a:buNone/>
            </a:pPr>
            <a:r>
              <a:rPr lang="en-US" sz="1400" dirty="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 dirty="0"/>
          </a:p>
        </p:txBody>
      </p:sp>
      <p:sp>
        <p:nvSpPr>
          <p:cNvPr id="107537" name="Rectangle 107536">
            <a:extLst>
              <a:ext uri="{FF2B5EF4-FFF2-40B4-BE49-F238E27FC236}">
                <a16:creationId xmlns:a16="http://schemas.microsoft.com/office/drawing/2014/main" id="{36EFBC18-9DA0-9BF7-F1D8-4B5D74354C6A}"/>
              </a:ext>
            </a:extLst>
          </p:cNvPr>
          <p:cNvSpPr/>
          <p:nvPr/>
        </p:nvSpPr>
        <p:spPr>
          <a:xfrm>
            <a:off x="3611880" y="1722120"/>
            <a:ext cx="137160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voltage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107610" name="Rectangle 107609">
            <a:extLst>
              <a:ext uri="{FF2B5EF4-FFF2-40B4-BE49-F238E27FC236}">
                <a16:creationId xmlns:a16="http://schemas.microsoft.com/office/drawing/2014/main" id="{8D7B4E73-FEA7-DF53-96CA-6210CAC2BB01}"/>
              </a:ext>
            </a:extLst>
          </p:cNvPr>
          <p:cNvSpPr/>
          <p:nvPr/>
        </p:nvSpPr>
        <p:spPr>
          <a:xfrm>
            <a:off x="7635240" y="4126992"/>
            <a:ext cx="54864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time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107684" name="Rectangle 107683">
            <a:extLst>
              <a:ext uri="{FF2B5EF4-FFF2-40B4-BE49-F238E27FC236}">
                <a16:creationId xmlns:a16="http://schemas.microsoft.com/office/drawing/2014/main" id="{70F47969-7634-5E0D-7273-516A517D7976}"/>
              </a:ext>
            </a:extLst>
          </p:cNvPr>
          <p:cNvSpPr/>
          <p:nvPr/>
        </p:nvSpPr>
        <p:spPr>
          <a:xfrm>
            <a:off x="8641080" y="1722120"/>
            <a:ext cx="2862072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DBA74"/>
                </a:solidFill>
                <a:effectLst/>
                <a:latin typeface="Consolas" panose="020B0609020204030204" pitchFamily="49" charset="0"/>
              </a:rPr>
              <a:t>ADC READING · EXAMPLE</a:t>
            </a:r>
          </a:p>
          <a:p>
            <a:pPr>
              <a:buNone/>
            </a:pPr>
            <a:r>
              <a:rPr lang="en-US" sz="1400">
                <a:solidFill>
                  <a:srgbClr val="FDBA74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107759" name="Rectangle 107758">
            <a:extLst>
              <a:ext uri="{FF2B5EF4-FFF2-40B4-BE49-F238E27FC236}">
                <a16:creationId xmlns:a16="http://schemas.microsoft.com/office/drawing/2014/main" id="{DEC02D57-1C3E-547B-6812-B34507BE3495}"/>
              </a:ext>
            </a:extLst>
          </p:cNvPr>
          <p:cNvSpPr/>
          <p:nvPr/>
        </p:nvSpPr>
        <p:spPr>
          <a:xfrm>
            <a:off x="8641080" y="2087880"/>
            <a:ext cx="2862072" cy="9753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4000">
                <a:solidFill>
                  <a:srgbClr val="F8FAFC"/>
                </a:solidFill>
                <a:effectLst/>
                <a:latin typeface="Consolas" panose="020B0609020204030204" pitchFamily="49" charset="0"/>
              </a:rPr>
              <a:t>2048</a:t>
            </a:r>
          </a:p>
          <a:p>
            <a:pPr>
              <a:buNone/>
            </a:pPr>
            <a:r>
              <a:rPr lang="en-US" sz="4000">
                <a:solidFill>
                  <a:srgbClr val="F8FAFC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107835" name="Rectangle 107834">
            <a:extLst>
              <a:ext uri="{FF2B5EF4-FFF2-40B4-BE49-F238E27FC236}">
                <a16:creationId xmlns:a16="http://schemas.microsoft.com/office/drawing/2014/main" id="{948D048C-0CD3-5C10-8985-261070EEDE4F}"/>
              </a:ext>
            </a:extLst>
          </p:cNvPr>
          <p:cNvSpPr/>
          <p:nvPr/>
        </p:nvSpPr>
        <p:spPr>
          <a:xfrm>
            <a:off x="8641080" y="2865120"/>
            <a:ext cx="2862072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analogRead() → 0…4095 (12-bit)</a:t>
            </a:r>
            <a:endParaRPr lang="en-US"/>
          </a:p>
        </p:txBody>
      </p:sp>
      <p:sp>
        <p:nvSpPr>
          <p:cNvPr id="107912" name="Rectangle 107911">
            <a:extLst>
              <a:ext uri="{FF2B5EF4-FFF2-40B4-BE49-F238E27FC236}">
                <a16:creationId xmlns:a16="http://schemas.microsoft.com/office/drawing/2014/main" id="{204FEE93-9BFE-7D6F-29F4-D1DC7436B9A7}"/>
              </a:ext>
            </a:extLst>
          </p:cNvPr>
          <p:cNvSpPr/>
          <p:nvPr/>
        </p:nvSpPr>
        <p:spPr>
          <a:xfrm>
            <a:off x="8641080" y="3230880"/>
            <a:ext cx="2862072" cy="518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low voltage → small number</a:t>
            </a:r>
          </a:p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high voltage → large number</a:t>
            </a:r>
            <a:endParaRPr lang="en-US"/>
          </a:p>
        </p:txBody>
      </p:sp>
      <p:sp>
        <p:nvSpPr>
          <p:cNvPr id="108149" name="Rectangle 108148">
            <a:extLst>
              <a:ext uri="{FF2B5EF4-FFF2-40B4-BE49-F238E27FC236}">
                <a16:creationId xmlns:a16="http://schemas.microsoft.com/office/drawing/2014/main" id="{52058161-C18F-6B62-0D46-50DAA262F726}"/>
              </a:ext>
            </a:extLst>
          </p:cNvPr>
          <p:cNvSpPr/>
          <p:nvPr/>
        </p:nvSpPr>
        <p:spPr>
          <a:xfrm>
            <a:off x="548640" y="5879592"/>
            <a:ext cx="11091672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 dirty="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Readings are steps and can be noisy</a:t>
            </a:r>
            <a:r>
              <a:rPr lang="en-US" sz="1400" dirty="0">
                <a:solidFill>
                  <a:srgbClr val="CBD5E1"/>
                </a:solidFill>
                <a:latin typeface="Calibri" panose="020F0502020204030204" pitchFamily="34" charset="0"/>
              </a:rPr>
              <a:t>. </a:t>
            </a:r>
            <a:r>
              <a:rPr lang="en-US" sz="1400" dirty="0" err="1">
                <a:solidFill>
                  <a:srgbClr val="CBD5E1"/>
                </a:solidFill>
                <a:latin typeface="Calibri" panose="020F0502020204030204" pitchFamily="34" charset="0"/>
              </a:rPr>
              <a:t>A</a:t>
            </a:r>
            <a:r>
              <a:rPr lang="en-US" sz="1400" dirty="0" err="1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nalogReadMilliVolts</a:t>
            </a:r>
            <a:r>
              <a:rPr lang="en-US" sz="1400" dirty="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() returns calibrated millivolts.</a:t>
            </a:r>
          </a:p>
          <a:p>
            <a:pPr>
              <a:buNone/>
            </a:pPr>
            <a:r>
              <a:rPr lang="en-US" sz="1400" dirty="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 </a:t>
            </a:r>
            <a:endParaRPr lang="en-US" dirty="0"/>
          </a:p>
        </p:txBody>
      </p:sp>
      <p:sp>
        <p:nvSpPr>
          <p:cNvPr id="128001" name="Rectangle 128000">
            <a:extLst>
              <a:ext uri="{FF2B5EF4-FFF2-40B4-BE49-F238E27FC236}">
                <a16:creationId xmlns:a16="http://schemas.microsoft.com/office/drawing/2014/main" id="{44E0D62D-CD7E-1B12-0C62-97E8C8D9883B}"/>
              </a:ext>
            </a:extLst>
          </p:cNvPr>
          <p:cNvSpPr/>
          <p:nvPr/>
        </p:nvSpPr>
        <p:spPr>
          <a:xfrm>
            <a:off x="8641080" y="3840480"/>
            <a:ext cx="2862072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67E8F9"/>
                </a:solidFill>
                <a:effectLst/>
                <a:latin typeface="Consolas" panose="020B0609020204030204" pitchFamily="49" charset="0"/>
              </a:rPr>
              <a:t>v = analogRead(POT_PIN);
 </a:t>
            </a:r>
            <a:endParaRPr lang="en-US"/>
          </a:p>
        </p:txBody>
      </p:sp>
      <p:pic>
        <p:nvPicPr>
          <p:cNvPr id="2" name="Picture 1" descr="LM393 Light-Dependent Resistor Sensor Module">
            <a:extLst>
              <a:ext uri="{FF2B5EF4-FFF2-40B4-BE49-F238E27FC236}">
                <a16:creationId xmlns:a16="http://schemas.microsoft.com/office/drawing/2014/main" id="{5C5347AD-6972-BE87-C3EC-2FE7AFD5B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688" y="3578352"/>
            <a:ext cx="2384931" cy="1902596"/>
          </a:xfrm>
          <a:prstGeom prst="rect">
            <a:avLst/>
          </a:prstGeom>
        </p:spPr>
      </p:pic>
      <p:pic>
        <p:nvPicPr>
          <p:cNvPr id="3" name="Picture 2" descr="10K Potentiometer Module">
            <a:extLst>
              <a:ext uri="{FF2B5EF4-FFF2-40B4-BE49-F238E27FC236}">
                <a16:creationId xmlns:a16="http://schemas.microsoft.com/office/drawing/2014/main" id="{CF913CA5-632D-859B-F4BF-D4515B2DF5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688" y="1558730"/>
            <a:ext cx="2377440" cy="1902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1433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76" name="Rectangle 114175">
            <a:extLst>
              <a:ext uri="{FF2B5EF4-FFF2-40B4-BE49-F238E27FC236}">
                <a16:creationId xmlns:a16="http://schemas.microsoft.com/office/drawing/2014/main" id="{289BBEA8-41DC-DB2D-0DB6-20FBF8FEB989}"/>
              </a:ext>
            </a:extLst>
          </p:cNvPr>
          <p:cNvSpPr/>
          <p:nvPr/>
        </p:nvSpPr>
        <p:spPr>
          <a:xfrm>
            <a:off x="548640" y="621792"/>
            <a:ext cx="457200" cy="41148"/>
          </a:xfrm>
          <a:prstGeom prst="rect">
            <a:avLst/>
          </a:prstGeom>
          <a:solidFill>
            <a:srgbClr val="C4B5FD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260" name="Arrow: Right 114259">
            <a:extLst>
              <a:ext uri="{FF2B5EF4-FFF2-40B4-BE49-F238E27FC236}">
                <a16:creationId xmlns:a16="http://schemas.microsoft.com/office/drawing/2014/main" id="{2702CF45-F539-530D-0427-1168FFA089A5}"/>
              </a:ext>
            </a:extLst>
          </p:cNvPr>
          <p:cNvSpPr/>
          <p:nvPr/>
        </p:nvSpPr>
        <p:spPr>
          <a:xfrm>
            <a:off x="731520" y="2621280"/>
            <a:ext cx="2194560" cy="128016"/>
          </a:xfrm>
          <a:prstGeom prst="rightArrow">
            <a:avLst/>
          </a:prstGeom>
          <a:solidFill>
            <a:srgbClr val="C4B5FD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345" name="Arrow: Left 114344">
            <a:extLst>
              <a:ext uri="{FF2B5EF4-FFF2-40B4-BE49-F238E27FC236}">
                <a16:creationId xmlns:a16="http://schemas.microsoft.com/office/drawing/2014/main" id="{F0625F84-A3A9-F402-ACA9-83986C90A5EA}"/>
              </a:ext>
            </a:extLst>
          </p:cNvPr>
          <p:cNvSpPr/>
          <p:nvPr/>
        </p:nvSpPr>
        <p:spPr>
          <a:xfrm>
            <a:off x="731520" y="2987040"/>
            <a:ext cx="2194560" cy="128016"/>
          </a:xfrm>
          <a:prstGeom prst="leftArrow">
            <a:avLst/>
          </a:prstGeom>
          <a:solidFill>
            <a:srgbClr val="C4B5FD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431" name="Rectangle 114430">
            <a:extLst>
              <a:ext uri="{FF2B5EF4-FFF2-40B4-BE49-F238E27FC236}">
                <a16:creationId xmlns:a16="http://schemas.microsoft.com/office/drawing/2014/main" id="{0F94BF4E-8B13-7807-D7C3-AF6674B552D6}"/>
              </a:ext>
            </a:extLst>
          </p:cNvPr>
          <p:cNvSpPr/>
          <p:nvPr/>
        </p:nvSpPr>
        <p:spPr>
          <a:xfrm>
            <a:off x="4539996" y="2671572"/>
            <a:ext cx="2194560" cy="27432"/>
          </a:xfrm>
          <a:prstGeom prst="rect">
            <a:avLst/>
          </a:prstGeom>
          <a:solidFill>
            <a:srgbClr val="C4B5FD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518" name="Rectangle 114517">
            <a:extLst>
              <a:ext uri="{FF2B5EF4-FFF2-40B4-BE49-F238E27FC236}">
                <a16:creationId xmlns:a16="http://schemas.microsoft.com/office/drawing/2014/main" id="{BEB4F8CA-C85A-6A43-D46E-39D154316EAC}"/>
              </a:ext>
            </a:extLst>
          </p:cNvPr>
          <p:cNvSpPr/>
          <p:nvPr/>
        </p:nvSpPr>
        <p:spPr>
          <a:xfrm>
            <a:off x="4539996" y="3037332"/>
            <a:ext cx="2194560" cy="27432"/>
          </a:xfrm>
          <a:prstGeom prst="rect">
            <a:avLst/>
          </a:prstGeom>
          <a:solidFill>
            <a:srgbClr val="C4B5FD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606" name="Oval 114605">
            <a:extLst>
              <a:ext uri="{FF2B5EF4-FFF2-40B4-BE49-F238E27FC236}">
                <a16:creationId xmlns:a16="http://schemas.microsoft.com/office/drawing/2014/main" id="{7B86AE95-DC12-7CF2-4862-5A53E3F6E3C4}"/>
              </a:ext>
            </a:extLst>
          </p:cNvPr>
          <p:cNvSpPr/>
          <p:nvPr/>
        </p:nvSpPr>
        <p:spPr>
          <a:xfrm>
            <a:off x="4864608" y="2644140"/>
            <a:ext cx="82296" cy="82296"/>
          </a:xfrm>
          <a:prstGeom prst="ellipse">
            <a:avLst/>
          </a:prstGeom>
          <a:solidFill>
            <a:srgbClr val="C4B5FD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695" name="Oval 114694">
            <a:extLst>
              <a:ext uri="{FF2B5EF4-FFF2-40B4-BE49-F238E27FC236}">
                <a16:creationId xmlns:a16="http://schemas.microsoft.com/office/drawing/2014/main" id="{AC16A99D-9E3C-EA7B-F777-6A232618BFFE}"/>
              </a:ext>
            </a:extLst>
          </p:cNvPr>
          <p:cNvSpPr/>
          <p:nvPr/>
        </p:nvSpPr>
        <p:spPr>
          <a:xfrm>
            <a:off x="4864608" y="3009900"/>
            <a:ext cx="82296" cy="82296"/>
          </a:xfrm>
          <a:prstGeom prst="ellipse">
            <a:avLst/>
          </a:prstGeom>
          <a:solidFill>
            <a:srgbClr val="C4B5FD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785" name="Rectangle 114784">
            <a:extLst>
              <a:ext uri="{FF2B5EF4-FFF2-40B4-BE49-F238E27FC236}">
                <a16:creationId xmlns:a16="http://schemas.microsoft.com/office/drawing/2014/main" id="{28C69D3E-0A26-84A8-3314-A0D6853DE656}"/>
              </a:ext>
            </a:extLst>
          </p:cNvPr>
          <p:cNvSpPr/>
          <p:nvPr/>
        </p:nvSpPr>
        <p:spPr>
          <a:xfrm>
            <a:off x="4896612" y="3078480"/>
            <a:ext cx="18288" cy="228600"/>
          </a:xfrm>
          <a:prstGeom prst="rect">
            <a:avLst/>
          </a:prstGeom>
          <a:solidFill>
            <a:srgbClr val="C4B5FD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876" name="Oval 114875">
            <a:extLst>
              <a:ext uri="{FF2B5EF4-FFF2-40B4-BE49-F238E27FC236}">
                <a16:creationId xmlns:a16="http://schemas.microsoft.com/office/drawing/2014/main" id="{6C291BA4-A106-2BBE-2071-8FC067BFA779}"/>
              </a:ext>
            </a:extLst>
          </p:cNvPr>
          <p:cNvSpPr/>
          <p:nvPr/>
        </p:nvSpPr>
        <p:spPr>
          <a:xfrm>
            <a:off x="5596128" y="2644140"/>
            <a:ext cx="82296" cy="82296"/>
          </a:xfrm>
          <a:prstGeom prst="ellipse">
            <a:avLst/>
          </a:prstGeom>
          <a:solidFill>
            <a:srgbClr val="C4B5FD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968" name="Oval 114967">
            <a:extLst>
              <a:ext uri="{FF2B5EF4-FFF2-40B4-BE49-F238E27FC236}">
                <a16:creationId xmlns:a16="http://schemas.microsoft.com/office/drawing/2014/main" id="{FEE1400E-225D-770A-BC8D-22DE2558D36D}"/>
              </a:ext>
            </a:extLst>
          </p:cNvPr>
          <p:cNvSpPr/>
          <p:nvPr/>
        </p:nvSpPr>
        <p:spPr>
          <a:xfrm>
            <a:off x="5596128" y="3009900"/>
            <a:ext cx="82296" cy="82296"/>
          </a:xfrm>
          <a:prstGeom prst="ellipse">
            <a:avLst/>
          </a:prstGeom>
          <a:solidFill>
            <a:srgbClr val="C4B5FD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061" name="Rectangle 115060">
            <a:extLst>
              <a:ext uri="{FF2B5EF4-FFF2-40B4-BE49-F238E27FC236}">
                <a16:creationId xmlns:a16="http://schemas.microsoft.com/office/drawing/2014/main" id="{98E7B21B-DCF4-EC74-72A0-8DE5678A9445}"/>
              </a:ext>
            </a:extLst>
          </p:cNvPr>
          <p:cNvSpPr/>
          <p:nvPr/>
        </p:nvSpPr>
        <p:spPr>
          <a:xfrm>
            <a:off x="5628132" y="3078480"/>
            <a:ext cx="18288" cy="228600"/>
          </a:xfrm>
          <a:prstGeom prst="rect">
            <a:avLst/>
          </a:prstGeom>
          <a:solidFill>
            <a:srgbClr val="C4B5FD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155" name="Oval 115154">
            <a:extLst>
              <a:ext uri="{FF2B5EF4-FFF2-40B4-BE49-F238E27FC236}">
                <a16:creationId xmlns:a16="http://schemas.microsoft.com/office/drawing/2014/main" id="{7B34DE91-D728-8F99-94E1-AB7348CCF727}"/>
              </a:ext>
            </a:extLst>
          </p:cNvPr>
          <p:cNvSpPr/>
          <p:nvPr/>
        </p:nvSpPr>
        <p:spPr>
          <a:xfrm>
            <a:off x="6327648" y="2644140"/>
            <a:ext cx="82296" cy="82296"/>
          </a:xfrm>
          <a:prstGeom prst="ellipse">
            <a:avLst/>
          </a:prstGeom>
          <a:solidFill>
            <a:srgbClr val="C4B5FD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250" name="Oval 115249">
            <a:extLst>
              <a:ext uri="{FF2B5EF4-FFF2-40B4-BE49-F238E27FC236}">
                <a16:creationId xmlns:a16="http://schemas.microsoft.com/office/drawing/2014/main" id="{0C8918FA-FE24-9B06-56A8-66BAA43DE4F5}"/>
              </a:ext>
            </a:extLst>
          </p:cNvPr>
          <p:cNvSpPr/>
          <p:nvPr/>
        </p:nvSpPr>
        <p:spPr>
          <a:xfrm>
            <a:off x="6327648" y="3009900"/>
            <a:ext cx="82296" cy="82296"/>
          </a:xfrm>
          <a:prstGeom prst="ellipse">
            <a:avLst/>
          </a:prstGeom>
          <a:solidFill>
            <a:srgbClr val="C4B5FD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346" name="Rectangle 115345">
            <a:extLst>
              <a:ext uri="{FF2B5EF4-FFF2-40B4-BE49-F238E27FC236}">
                <a16:creationId xmlns:a16="http://schemas.microsoft.com/office/drawing/2014/main" id="{16EE0D84-CD65-4BFF-FDC3-3E91DFC6ECFE}"/>
              </a:ext>
            </a:extLst>
          </p:cNvPr>
          <p:cNvSpPr/>
          <p:nvPr/>
        </p:nvSpPr>
        <p:spPr>
          <a:xfrm>
            <a:off x="6359652" y="3078480"/>
            <a:ext cx="18288" cy="228600"/>
          </a:xfrm>
          <a:prstGeom prst="rect">
            <a:avLst/>
          </a:prstGeom>
          <a:solidFill>
            <a:srgbClr val="C4B5FD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443" name="Arrow: Right 115442">
            <a:extLst>
              <a:ext uri="{FF2B5EF4-FFF2-40B4-BE49-F238E27FC236}">
                <a16:creationId xmlns:a16="http://schemas.microsoft.com/office/drawing/2014/main" id="{EBDC720C-66D6-645B-2AC2-118B406941E9}"/>
              </a:ext>
            </a:extLst>
          </p:cNvPr>
          <p:cNvSpPr/>
          <p:nvPr/>
        </p:nvSpPr>
        <p:spPr>
          <a:xfrm>
            <a:off x="8348472" y="2575560"/>
            <a:ext cx="2194560" cy="109728"/>
          </a:xfrm>
          <a:prstGeom prst="rightArrow">
            <a:avLst/>
          </a:prstGeom>
          <a:solidFill>
            <a:srgbClr val="C4B5FD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541" name="Arrow: Right 115540">
            <a:extLst>
              <a:ext uri="{FF2B5EF4-FFF2-40B4-BE49-F238E27FC236}">
                <a16:creationId xmlns:a16="http://schemas.microsoft.com/office/drawing/2014/main" id="{C526507C-4484-91A5-EE25-A0229FF02654}"/>
              </a:ext>
            </a:extLst>
          </p:cNvPr>
          <p:cNvSpPr/>
          <p:nvPr/>
        </p:nvSpPr>
        <p:spPr>
          <a:xfrm>
            <a:off x="8348472" y="2758440"/>
            <a:ext cx="2194560" cy="109728"/>
          </a:xfrm>
          <a:prstGeom prst="rightArrow">
            <a:avLst/>
          </a:prstGeom>
          <a:solidFill>
            <a:srgbClr val="C4B5FD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640" name="Arrow: Left 115639">
            <a:extLst>
              <a:ext uri="{FF2B5EF4-FFF2-40B4-BE49-F238E27FC236}">
                <a16:creationId xmlns:a16="http://schemas.microsoft.com/office/drawing/2014/main" id="{5698582A-1292-0767-E574-B6E8168A011B}"/>
              </a:ext>
            </a:extLst>
          </p:cNvPr>
          <p:cNvSpPr/>
          <p:nvPr/>
        </p:nvSpPr>
        <p:spPr>
          <a:xfrm>
            <a:off x="8348472" y="2941320"/>
            <a:ext cx="2194560" cy="109728"/>
          </a:xfrm>
          <a:prstGeom prst="leftArrow">
            <a:avLst/>
          </a:prstGeom>
          <a:solidFill>
            <a:srgbClr val="C4B5FD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740" name="Arrow: Right 115739">
            <a:extLst>
              <a:ext uri="{FF2B5EF4-FFF2-40B4-BE49-F238E27FC236}">
                <a16:creationId xmlns:a16="http://schemas.microsoft.com/office/drawing/2014/main" id="{BE65DDE5-178F-8F30-8AD5-3495C03DA288}"/>
              </a:ext>
            </a:extLst>
          </p:cNvPr>
          <p:cNvSpPr/>
          <p:nvPr/>
        </p:nvSpPr>
        <p:spPr>
          <a:xfrm>
            <a:off x="8348472" y="3124200"/>
            <a:ext cx="2194560" cy="109728"/>
          </a:xfrm>
          <a:prstGeom prst="rightArrow">
            <a:avLst/>
          </a:prstGeom>
          <a:solidFill>
            <a:srgbClr val="C4B5FD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841" name="Rectangle 115840">
            <a:extLst>
              <a:ext uri="{FF2B5EF4-FFF2-40B4-BE49-F238E27FC236}">
                <a16:creationId xmlns:a16="http://schemas.microsoft.com/office/drawing/2014/main" id="{F3085701-484F-24A5-1331-D5A97E039533}"/>
              </a:ext>
            </a:extLst>
          </p:cNvPr>
          <p:cNvSpPr/>
          <p:nvPr/>
        </p:nvSpPr>
        <p:spPr>
          <a:xfrm>
            <a:off x="548640" y="4669536"/>
            <a:ext cx="11091672" cy="18288"/>
          </a:xfrm>
          <a:prstGeom prst="rect">
            <a:avLst/>
          </a:prstGeom>
          <a:solidFill>
            <a:srgbClr val="334155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943" name="Rectangle 115942">
            <a:extLst>
              <a:ext uri="{FF2B5EF4-FFF2-40B4-BE49-F238E27FC236}">
                <a16:creationId xmlns:a16="http://schemas.microsoft.com/office/drawing/2014/main" id="{D5BA0E05-231F-89EC-B56A-3AC5FD051A43}"/>
              </a:ext>
            </a:extLst>
          </p:cNvPr>
          <p:cNvSpPr/>
          <p:nvPr/>
        </p:nvSpPr>
        <p:spPr>
          <a:xfrm>
            <a:off x="1143000" y="411480"/>
            <a:ext cx="859536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onsolas" panose="020B0609020204030204" pitchFamily="49" charset="0"/>
              </a:rPr>
              <a:t>PART 7 · COMMUNICATION PROTOCOLS
 </a:t>
            </a:r>
            <a:endParaRPr lang="en-US"/>
          </a:p>
        </p:txBody>
      </p:sp>
      <p:sp>
        <p:nvSpPr>
          <p:cNvPr id="116150" name="Rectangle 116149">
            <a:extLst>
              <a:ext uri="{FF2B5EF4-FFF2-40B4-BE49-F238E27FC236}">
                <a16:creationId xmlns:a16="http://schemas.microsoft.com/office/drawing/2014/main" id="{C0D56131-60DD-5BC2-FEE1-9627E1FF2CBD}"/>
              </a:ext>
            </a:extLst>
          </p:cNvPr>
          <p:cNvSpPr/>
          <p:nvPr/>
        </p:nvSpPr>
        <p:spPr>
          <a:xfrm>
            <a:off x="399485" y="990600"/>
            <a:ext cx="11091672" cy="1066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3200" dirty="0">
                <a:solidFill>
                  <a:srgbClr val="F8FAFC"/>
                </a:solidFill>
                <a:latin typeface="Calibri" panose="020F0502020204030204" pitchFamily="34" charset="0"/>
              </a:rPr>
              <a:t>Wired Protocols: Choose the One Your Device Speaks</a:t>
            </a:r>
          </a:p>
        </p:txBody>
      </p:sp>
      <p:sp>
        <p:nvSpPr>
          <p:cNvPr id="116255" name="Rectangle 116254">
            <a:extLst>
              <a:ext uri="{FF2B5EF4-FFF2-40B4-BE49-F238E27FC236}">
                <a16:creationId xmlns:a16="http://schemas.microsoft.com/office/drawing/2014/main" id="{0569CA8D-240C-FC6C-7E14-05BF101C4194}"/>
              </a:ext>
            </a:extLst>
          </p:cNvPr>
          <p:cNvSpPr/>
          <p:nvPr/>
        </p:nvSpPr>
        <p:spPr>
          <a:xfrm>
            <a:off x="548640" y="2118360"/>
            <a:ext cx="347472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4B5FD"/>
                </a:solidFill>
                <a:effectLst/>
                <a:latin typeface="Consolas" panose="020B0609020204030204" pitchFamily="49" charset="0"/>
              </a:rPr>
              <a:t>UART · THE DIRECT SHUTTLE</a:t>
            </a:r>
          </a:p>
          <a:p>
            <a:pPr>
              <a:buNone/>
            </a:pPr>
            <a:r>
              <a:rPr lang="en-US" sz="1400">
                <a:solidFill>
                  <a:srgbClr val="C4B5FD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116361" name="Rectangle 116360">
            <a:extLst>
              <a:ext uri="{FF2B5EF4-FFF2-40B4-BE49-F238E27FC236}">
                <a16:creationId xmlns:a16="http://schemas.microsoft.com/office/drawing/2014/main" id="{70E44AFA-D080-A6C0-0D27-B32B94BC0B31}"/>
              </a:ext>
            </a:extLst>
          </p:cNvPr>
          <p:cNvSpPr/>
          <p:nvPr/>
        </p:nvSpPr>
        <p:spPr>
          <a:xfrm>
            <a:off x="3063240" y="2484120"/>
            <a:ext cx="73152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TX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116468" name="Rectangle 116467">
            <a:extLst>
              <a:ext uri="{FF2B5EF4-FFF2-40B4-BE49-F238E27FC236}">
                <a16:creationId xmlns:a16="http://schemas.microsoft.com/office/drawing/2014/main" id="{EE25F5EF-8640-FF5E-6897-20530A35F244}"/>
              </a:ext>
            </a:extLst>
          </p:cNvPr>
          <p:cNvSpPr/>
          <p:nvPr/>
        </p:nvSpPr>
        <p:spPr>
          <a:xfrm>
            <a:off x="3063240" y="2849880"/>
            <a:ext cx="73152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RX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116576" name="Rectangle 116575">
            <a:extLst>
              <a:ext uri="{FF2B5EF4-FFF2-40B4-BE49-F238E27FC236}">
                <a16:creationId xmlns:a16="http://schemas.microsoft.com/office/drawing/2014/main" id="{B8815EFE-B94B-C613-0453-0F10A57D93F2}"/>
              </a:ext>
            </a:extLst>
          </p:cNvPr>
          <p:cNvSpPr/>
          <p:nvPr/>
        </p:nvSpPr>
        <p:spPr>
          <a:xfrm>
            <a:off x="548640" y="3444240"/>
            <a:ext cx="3474720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WIRES · 2 (TX, RX)</a:t>
            </a:r>
          </a:p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USE · text to your laptop</a:t>
            </a:r>
          </a:p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KIT · Serial Monitor**</a:t>
            </a:r>
            <a:endParaRPr lang="en-US"/>
          </a:p>
        </p:txBody>
      </p:sp>
      <p:sp>
        <p:nvSpPr>
          <p:cNvPr id="116685" name="Rectangle 116684">
            <a:extLst>
              <a:ext uri="{FF2B5EF4-FFF2-40B4-BE49-F238E27FC236}">
                <a16:creationId xmlns:a16="http://schemas.microsoft.com/office/drawing/2014/main" id="{7B37E7D8-556E-B61B-0EF1-9A5AEDB260E0}"/>
              </a:ext>
            </a:extLst>
          </p:cNvPr>
          <p:cNvSpPr/>
          <p:nvPr/>
        </p:nvSpPr>
        <p:spPr>
          <a:xfrm>
            <a:off x="4357116" y="2118360"/>
            <a:ext cx="347472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4B5FD"/>
                </a:solidFill>
                <a:effectLst/>
                <a:latin typeface="Consolas" panose="020B0609020204030204" pitchFamily="49" charset="0"/>
              </a:rPr>
              <a:t>I2C · THE ADDRESSED BUS</a:t>
            </a:r>
          </a:p>
          <a:p>
            <a:pPr>
              <a:buNone/>
            </a:pPr>
            <a:r>
              <a:rPr lang="en-US" sz="1400">
                <a:solidFill>
                  <a:srgbClr val="C4B5FD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116795" name="Rectangle 116794">
            <a:extLst>
              <a:ext uri="{FF2B5EF4-FFF2-40B4-BE49-F238E27FC236}">
                <a16:creationId xmlns:a16="http://schemas.microsoft.com/office/drawing/2014/main" id="{DB7CA3CD-CCDA-7CF9-1FA5-16DAE1FA7667}"/>
              </a:ext>
            </a:extLst>
          </p:cNvPr>
          <p:cNvSpPr/>
          <p:nvPr/>
        </p:nvSpPr>
        <p:spPr>
          <a:xfrm>
            <a:off x="6871716" y="2484120"/>
            <a:ext cx="82296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SDA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116906" name="Rectangle 116905">
            <a:extLst>
              <a:ext uri="{FF2B5EF4-FFF2-40B4-BE49-F238E27FC236}">
                <a16:creationId xmlns:a16="http://schemas.microsoft.com/office/drawing/2014/main" id="{BE8332A1-828C-4032-F12C-41AA98C01C8B}"/>
              </a:ext>
            </a:extLst>
          </p:cNvPr>
          <p:cNvSpPr/>
          <p:nvPr/>
        </p:nvSpPr>
        <p:spPr>
          <a:xfrm>
            <a:off x="6871716" y="2849880"/>
            <a:ext cx="82296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SCL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117018" name="Rectangle 117017">
            <a:extLst>
              <a:ext uri="{FF2B5EF4-FFF2-40B4-BE49-F238E27FC236}">
                <a16:creationId xmlns:a16="http://schemas.microsoft.com/office/drawing/2014/main" id="{43EBD0E1-D2CC-38A8-65EB-6828C4437218}"/>
              </a:ext>
            </a:extLst>
          </p:cNvPr>
          <p:cNvSpPr/>
          <p:nvPr/>
        </p:nvSpPr>
        <p:spPr>
          <a:xfrm>
            <a:off x="4357116" y="3444240"/>
            <a:ext cx="3474720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WIRES · 2 (SDA, SCL), shared</a:t>
            </a:r>
          </a:p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USE · many addressed devices</a:t>
            </a:r>
          </a:p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KIT · OLED / LCD adapter</a:t>
            </a:r>
            <a:endParaRPr lang="en-US"/>
          </a:p>
        </p:txBody>
      </p:sp>
      <p:sp>
        <p:nvSpPr>
          <p:cNvPr id="117131" name="Rectangle 117130">
            <a:extLst>
              <a:ext uri="{FF2B5EF4-FFF2-40B4-BE49-F238E27FC236}">
                <a16:creationId xmlns:a16="http://schemas.microsoft.com/office/drawing/2014/main" id="{82CB4E14-BD5E-2D9C-004D-ED2E697106DA}"/>
              </a:ext>
            </a:extLst>
          </p:cNvPr>
          <p:cNvSpPr/>
          <p:nvPr/>
        </p:nvSpPr>
        <p:spPr>
          <a:xfrm>
            <a:off x="8165592" y="2118360"/>
            <a:ext cx="347472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4B5FD"/>
                </a:solidFill>
                <a:effectLst/>
                <a:latin typeface="Consolas" panose="020B0609020204030204" pitchFamily="49" charset="0"/>
              </a:rPr>
              <a:t>SPI · THE EXPRESS LANE</a:t>
            </a:r>
          </a:p>
          <a:p>
            <a:pPr>
              <a:buNone/>
            </a:pPr>
            <a:r>
              <a:rPr lang="en-US" sz="1400">
                <a:solidFill>
                  <a:srgbClr val="C4B5FD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117245" name="Rectangle 117244">
            <a:extLst>
              <a:ext uri="{FF2B5EF4-FFF2-40B4-BE49-F238E27FC236}">
                <a16:creationId xmlns:a16="http://schemas.microsoft.com/office/drawing/2014/main" id="{6D2B9F29-00D3-1E3F-E3AE-658ADB801A36}"/>
              </a:ext>
            </a:extLst>
          </p:cNvPr>
          <p:cNvSpPr/>
          <p:nvPr/>
        </p:nvSpPr>
        <p:spPr>
          <a:xfrm>
            <a:off x="8165592" y="3444240"/>
            <a:ext cx="3474720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WIRES · 4 (SCK, MOSI, MISO, CS)</a:t>
            </a:r>
          </a:p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USE · fast displays, SD cards</a:t>
            </a:r>
          </a:p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KIT · SPI display, if supplied</a:t>
            </a:r>
            <a:endParaRPr lang="en-US"/>
          </a:p>
        </p:txBody>
      </p:sp>
      <p:sp>
        <p:nvSpPr>
          <p:cNvPr id="117360" name="Rectangle 117359">
            <a:extLst>
              <a:ext uri="{FF2B5EF4-FFF2-40B4-BE49-F238E27FC236}">
                <a16:creationId xmlns:a16="http://schemas.microsoft.com/office/drawing/2014/main" id="{0C243AA8-1BA7-B64F-C15A-188BE191B164}"/>
              </a:ext>
            </a:extLst>
          </p:cNvPr>
          <p:cNvSpPr/>
          <p:nvPr/>
        </p:nvSpPr>
        <p:spPr>
          <a:xfrm>
            <a:off x="548640" y="4770120"/>
            <a:ext cx="365760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4B5FD"/>
                </a:solidFill>
                <a:effectLst/>
                <a:latin typeface="Consolas" panose="020B0609020204030204" pitchFamily="49" charset="0"/>
              </a:rPr>
              <a:t>WIRELESS</a:t>
            </a:r>
          </a:p>
          <a:p>
            <a:pPr>
              <a:buNone/>
            </a:pPr>
            <a:r>
              <a:rPr lang="en-US" sz="1400">
                <a:solidFill>
                  <a:srgbClr val="C4B5FD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117476" name="Rectangle 117475">
            <a:extLst>
              <a:ext uri="{FF2B5EF4-FFF2-40B4-BE49-F238E27FC236}">
                <a16:creationId xmlns:a16="http://schemas.microsoft.com/office/drawing/2014/main" id="{4C7EF7DE-ACA5-C4FC-146C-D9CD170315F6}"/>
              </a:ext>
            </a:extLst>
          </p:cNvPr>
          <p:cNvSpPr/>
          <p:nvPr/>
        </p:nvSpPr>
        <p:spPr>
          <a:xfrm>
            <a:off x="548640" y="5044440"/>
            <a:ext cx="11091672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Wi-Fi: link to a web page or cloud service. Bluetooth: pair with nearby devices.</a:t>
            </a:r>
          </a:p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Radio support varies by ESP32 variant.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4363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29" name="Rectangle 117628">
            <a:extLst>
              <a:ext uri="{FF2B5EF4-FFF2-40B4-BE49-F238E27FC236}">
                <a16:creationId xmlns:a16="http://schemas.microsoft.com/office/drawing/2014/main" id="{046FEECF-C465-437F-53E4-0505F489CBDF}"/>
              </a:ext>
            </a:extLst>
          </p:cNvPr>
          <p:cNvSpPr/>
          <p:nvPr/>
        </p:nvSpPr>
        <p:spPr>
          <a:xfrm>
            <a:off x="548640" y="621792"/>
            <a:ext cx="457200" cy="41148"/>
          </a:xfrm>
          <a:prstGeom prst="rect">
            <a:avLst/>
          </a:prstGeom>
          <a:solidFill>
            <a:srgbClr val="FDBA7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666" name="Rectangle 117665">
            <a:extLst>
              <a:ext uri="{FF2B5EF4-FFF2-40B4-BE49-F238E27FC236}">
                <a16:creationId xmlns:a16="http://schemas.microsoft.com/office/drawing/2014/main" id="{39FE3C0E-013C-4369-E300-3892F8B1A44A}"/>
              </a:ext>
            </a:extLst>
          </p:cNvPr>
          <p:cNvSpPr/>
          <p:nvPr/>
        </p:nvSpPr>
        <p:spPr>
          <a:xfrm>
            <a:off x="548640" y="2164080"/>
            <a:ext cx="187452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704" name="Rectangle 117703">
            <a:extLst>
              <a:ext uri="{FF2B5EF4-FFF2-40B4-BE49-F238E27FC236}">
                <a16:creationId xmlns:a16="http://schemas.microsoft.com/office/drawing/2014/main" id="{51D28818-0447-0E99-78A4-7F7A40AE07E3}"/>
              </a:ext>
            </a:extLst>
          </p:cNvPr>
          <p:cNvSpPr/>
          <p:nvPr/>
        </p:nvSpPr>
        <p:spPr>
          <a:xfrm>
            <a:off x="548640" y="2164080"/>
            <a:ext cx="64008" cy="1371600"/>
          </a:xfrm>
          <a:prstGeom prst="rect">
            <a:avLst/>
          </a:prstGeom>
          <a:solidFill>
            <a:srgbClr val="67E8F9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743" name="Arrow: Right 117742">
            <a:extLst>
              <a:ext uri="{FF2B5EF4-FFF2-40B4-BE49-F238E27FC236}">
                <a16:creationId xmlns:a16="http://schemas.microsoft.com/office/drawing/2014/main" id="{C2E0BF14-C49C-920D-3972-CD39A89CA573}"/>
              </a:ext>
            </a:extLst>
          </p:cNvPr>
          <p:cNvSpPr/>
          <p:nvPr/>
        </p:nvSpPr>
        <p:spPr>
          <a:xfrm>
            <a:off x="2478024" y="2749296"/>
            <a:ext cx="320040" cy="182880"/>
          </a:xfrm>
          <a:prstGeom prst="rightArrow">
            <a:avLst/>
          </a:prstGeom>
          <a:solidFill>
            <a:srgbClr val="CBD5E1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783" name="Rectangle 117782">
            <a:extLst>
              <a:ext uri="{FF2B5EF4-FFF2-40B4-BE49-F238E27FC236}">
                <a16:creationId xmlns:a16="http://schemas.microsoft.com/office/drawing/2014/main" id="{82E1F26E-6BB1-9C18-47C0-3EBAC8CE0AE4}"/>
              </a:ext>
            </a:extLst>
          </p:cNvPr>
          <p:cNvSpPr/>
          <p:nvPr/>
        </p:nvSpPr>
        <p:spPr>
          <a:xfrm>
            <a:off x="2852928" y="2164080"/>
            <a:ext cx="187452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824" name="Rectangle 117823">
            <a:extLst>
              <a:ext uri="{FF2B5EF4-FFF2-40B4-BE49-F238E27FC236}">
                <a16:creationId xmlns:a16="http://schemas.microsoft.com/office/drawing/2014/main" id="{2C499EE5-5F01-2F3E-608F-D48BB7AB416A}"/>
              </a:ext>
            </a:extLst>
          </p:cNvPr>
          <p:cNvSpPr/>
          <p:nvPr/>
        </p:nvSpPr>
        <p:spPr>
          <a:xfrm>
            <a:off x="2852928" y="2164080"/>
            <a:ext cx="64008" cy="1371600"/>
          </a:xfrm>
          <a:prstGeom prst="rect">
            <a:avLst/>
          </a:prstGeom>
          <a:solidFill>
            <a:srgbClr val="FDBA7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866" name="Arrow: Right 117865">
            <a:extLst>
              <a:ext uri="{FF2B5EF4-FFF2-40B4-BE49-F238E27FC236}">
                <a16:creationId xmlns:a16="http://schemas.microsoft.com/office/drawing/2014/main" id="{29BDDDDF-599B-E05F-FAC5-E9D0F7BE68B0}"/>
              </a:ext>
            </a:extLst>
          </p:cNvPr>
          <p:cNvSpPr/>
          <p:nvPr/>
        </p:nvSpPr>
        <p:spPr>
          <a:xfrm>
            <a:off x="4782312" y="2749296"/>
            <a:ext cx="320040" cy="182880"/>
          </a:xfrm>
          <a:prstGeom prst="rightArrow">
            <a:avLst/>
          </a:prstGeom>
          <a:solidFill>
            <a:srgbClr val="CBD5E1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909" name="Rectangle 117908">
            <a:extLst>
              <a:ext uri="{FF2B5EF4-FFF2-40B4-BE49-F238E27FC236}">
                <a16:creationId xmlns:a16="http://schemas.microsoft.com/office/drawing/2014/main" id="{8E650CB1-F636-86ED-1E97-DC49408DB7FC}"/>
              </a:ext>
            </a:extLst>
          </p:cNvPr>
          <p:cNvSpPr/>
          <p:nvPr/>
        </p:nvSpPr>
        <p:spPr>
          <a:xfrm>
            <a:off x="5157216" y="2164080"/>
            <a:ext cx="187452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953" name="Rectangle 117952">
            <a:extLst>
              <a:ext uri="{FF2B5EF4-FFF2-40B4-BE49-F238E27FC236}">
                <a16:creationId xmlns:a16="http://schemas.microsoft.com/office/drawing/2014/main" id="{A8979AE8-D851-668B-CEFC-438256C5AEEA}"/>
              </a:ext>
            </a:extLst>
          </p:cNvPr>
          <p:cNvSpPr/>
          <p:nvPr/>
        </p:nvSpPr>
        <p:spPr>
          <a:xfrm>
            <a:off x="5157216" y="2164080"/>
            <a:ext cx="64008" cy="1371600"/>
          </a:xfrm>
          <a:prstGeom prst="rect">
            <a:avLst/>
          </a:prstGeom>
          <a:solidFill>
            <a:srgbClr val="FDBA7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998" name="Arrow: Right 117997">
            <a:extLst>
              <a:ext uri="{FF2B5EF4-FFF2-40B4-BE49-F238E27FC236}">
                <a16:creationId xmlns:a16="http://schemas.microsoft.com/office/drawing/2014/main" id="{E48CCB66-51F2-AF41-54B7-79659F334756}"/>
              </a:ext>
            </a:extLst>
          </p:cNvPr>
          <p:cNvSpPr/>
          <p:nvPr/>
        </p:nvSpPr>
        <p:spPr>
          <a:xfrm>
            <a:off x="7086600" y="2749296"/>
            <a:ext cx="320040" cy="182880"/>
          </a:xfrm>
          <a:prstGeom prst="rightArrow">
            <a:avLst/>
          </a:prstGeom>
          <a:solidFill>
            <a:srgbClr val="CBD5E1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044" name="Rectangle 118043">
            <a:extLst>
              <a:ext uri="{FF2B5EF4-FFF2-40B4-BE49-F238E27FC236}">
                <a16:creationId xmlns:a16="http://schemas.microsoft.com/office/drawing/2014/main" id="{5180B4C7-D31E-70C5-C14C-0E3028067FDE}"/>
              </a:ext>
            </a:extLst>
          </p:cNvPr>
          <p:cNvSpPr/>
          <p:nvPr/>
        </p:nvSpPr>
        <p:spPr>
          <a:xfrm>
            <a:off x="7461504" y="2164080"/>
            <a:ext cx="187452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091" name="Rectangle 118090">
            <a:extLst>
              <a:ext uri="{FF2B5EF4-FFF2-40B4-BE49-F238E27FC236}">
                <a16:creationId xmlns:a16="http://schemas.microsoft.com/office/drawing/2014/main" id="{D4ED7146-A15B-8384-E99D-EF1E82F93AEC}"/>
              </a:ext>
            </a:extLst>
          </p:cNvPr>
          <p:cNvSpPr/>
          <p:nvPr/>
        </p:nvSpPr>
        <p:spPr>
          <a:xfrm>
            <a:off x="7461504" y="2164080"/>
            <a:ext cx="64008" cy="1371600"/>
          </a:xfrm>
          <a:prstGeom prst="rect">
            <a:avLst/>
          </a:prstGeom>
          <a:solidFill>
            <a:srgbClr val="C4B5FD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139" name="Arrow: Right 118138">
            <a:extLst>
              <a:ext uri="{FF2B5EF4-FFF2-40B4-BE49-F238E27FC236}">
                <a16:creationId xmlns:a16="http://schemas.microsoft.com/office/drawing/2014/main" id="{C7DA9DBE-AC10-DF31-C6A4-CB55D0AC3A50}"/>
              </a:ext>
            </a:extLst>
          </p:cNvPr>
          <p:cNvSpPr/>
          <p:nvPr/>
        </p:nvSpPr>
        <p:spPr>
          <a:xfrm>
            <a:off x="9390888" y="2749296"/>
            <a:ext cx="320040" cy="182880"/>
          </a:xfrm>
          <a:prstGeom prst="rightArrow">
            <a:avLst/>
          </a:prstGeom>
          <a:solidFill>
            <a:srgbClr val="CBD5E1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188" name="Rectangle 118187">
            <a:extLst>
              <a:ext uri="{FF2B5EF4-FFF2-40B4-BE49-F238E27FC236}">
                <a16:creationId xmlns:a16="http://schemas.microsoft.com/office/drawing/2014/main" id="{23080220-9946-B7B0-263C-C986AE1E95E1}"/>
              </a:ext>
            </a:extLst>
          </p:cNvPr>
          <p:cNvSpPr/>
          <p:nvPr/>
        </p:nvSpPr>
        <p:spPr>
          <a:xfrm>
            <a:off x="9765792" y="2164080"/>
            <a:ext cx="187452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238" name="Rectangle 118237">
            <a:extLst>
              <a:ext uri="{FF2B5EF4-FFF2-40B4-BE49-F238E27FC236}">
                <a16:creationId xmlns:a16="http://schemas.microsoft.com/office/drawing/2014/main" id="{70B095F7-CB64-2461-EE51-70B1AAA7FF80}"/>
              </a:ext>
            </a:extLst>
          </p:cNvPr>
          <p:cNvSpPr/>
          <p:nvPr/>
        </p:nvSpPr>
        <p:spPr>
          <a:xfrm>
            <a:off x="9765792" y="2164080"/>
            <a:ext cx="64008" cy="1371600"/>
          </a:xfrm>
          <a:prstGeom prst="rect">
            <a:avLst/>
          </a:prstGeom>
          <a:solidFill>
            <a:srgbClr val="86EFAC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289" name="Rectangle 118288">
            <a:extLst>
              <a:ext uri="{FF2B5EF4-FFF2-40B4-BE49-F238E27FC236}">
                <a16:creationId xmlns:a16="http://schemas.microsoft.com/office/drawing/2014/main" id="{ADBD44C5-2126-5D71-5CA3-3DFD8F605F8D}"/>
              </a:ext>
            </a:extLst>
          </p:cNvPr>
          <p:cNvSpPr/>
          <p:nvPr/>
        </p:nvSpPr>
        <p:spPr>
          <a:xfrm>
            <a:off x="548640" y="3901440"/>
            <a:ext cx="539496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341" name="Rectangle 118340">
            <a:extLst>
              <a:ext uri="{FF2B5EF4-FFF2-40B4-BE49-F238E27FC236}">
                <a16:creationId xmlns:a16="http://schemas.microsoft.com/office/drawing/2014/main" id="{3585F4C7-D51E-18F8-4AC8-9AE4B5EFF4E7}"/>
              </a:ext>
            </a:extLst>
          </p:cNvPr>
          <p:cNvSpPr/>
          <p:nvPr/>
        </p:nvSpPr>
        <p:spPr>
          <a:xfrm>
            <a:off x="6245352" y="3901440"/>
            <a:ext cx="539496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394" name="Rectangle 118393">
            <a:extLst>
              <a:ext uri="{FF2B5EF4-FFF2-40B4-BE49-F238E27FC236}">
                <a16:creationId xmlns:a16="http://schemas.microsoft.com/office/drawing/2014/main" id="{5D04F32F-9629-7AC3-4164-34D3839CBB8B}"/>
              </a:ext>
            </a:extLst>
          </p:cNvPr>
          <p:cNvSpPr/>
          <p:nvPr/>
        </p:nvSpPr>
        <p:spPr>
          <a:xfrm>
            <a:off x="1143000" y="411480"/>
            <a:ext cx="859536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onsolas" panose="020B0609020204030204" pitchFamily="49" charset="0"/>
              </a:rPr>
              <a:t>PART 8 · COMPILATION PROCESS
 </a:t>
            </a:r>
            <a:endParaRPr lang="en-US"/>
          </a:p>
        </p:txBody>
      </p:sp>
      <p:sp>
        <p:nvSpPr>
          <p:cNvPr id="118503" name="Rectangle 118502">
            <a:extLst>
              <a:ext uri="{FF2B5EF4-FFF2-40B4-BE49-F238E27FC236}">
                <a16:creationId xmlns:a16="http://schemas.microsoft.com/office/drawing/2014/main" id="{D575B899-39C3-4F82-D4DD-B1CAB181A8B0}"/>
              </a:ext>
            </a:extLst>
          </p:cNvPr>
          <p:cNvSpPr/>
          <p:nvPr/>
        </p:nvSpPr>
        <p:spPr>
          <a:xfrm>
            <a:off x="548640" y="822960"/>
            <a:ext cx="11091672" cy="1066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3200" dirty="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Your text becomes machine instructions</a:t>
            </a:r>
          </a:p>
          <a:p>
            <a:pPr>
              <a:buNone/>
            </a:pPr>
            <a:r>
              <a:rPr lang="en-US" sz="3200" dirty="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before the ESP32 can run it.</a:t>
            </a:r>
            <a:endParaRPr lang="en-US" dirty="0"/>
          </a:p>
        </p:txBody>
      </p:sp>
      <p:sp>
        <p:nvSpPr>
          <p:cNvPr id="118559" name="Rectangle 118558">
            <a:extLst>
              <a:ext uri="{FF2B5EF4-FFF2-40B4-BE49-F238E27FC236}">
                <a16:creationId xmlns:a16="http://schemas.microsoft.com/office/drawing/2014/main" id="{0C23EC06-508B-D610-14EA-399FB8B25676}"/>
              </a:ext>
            </a:extLst>
          </p:cNvPr>
          <p:cNvSpPr/>
          <p:nvPr/>
        </p:nvSpPr>
        <p:spPr>
          <a:xfrm>
            <a:off x="777240" y="2209800"/>
            <a:ext cx="150876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67E8F9"/>
                </a:solidFill>
                <a:effectLst/>
                <a:latin typeface="Consolas" panose="020B0609020204030204" pitchFamily="49" charset="0"/>
              </a:rPr>
              <a:t>01 SOURCE</a:t>
            </a:r>
          </a:p>
          <a:p>
            <a:pPr>
              <a:buNone/>
            </a:pPr>
            <a:r>
              <a:rPr lang="en-US" sz="1400">
                <a:solidFill>
                  <a:srgbClr val="67E8F9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118616" name="Rectangle 118615">
            <a:extLst>
              <a:ext uri="{FF2B5EF4-FFF2-40B4-BE49-F238E27FC236}">
                <a16:creationId xmlns:a16="http://schemas.microsoft.com/office/drawing/2014/main" id="{535C8B6A-3C21-459E-9891-60D2EABB8B56}"/>
              </a:ext>
            </a:extLst>
          </p:cNvPr>
          <p:cNvSpPr/>
          <p:nvPr/>
        </p:nvSpPr>
        <p:spPr>
          <a:xfrm>
            <a:off x="777240" y="2529840"/>
            <a:ext cx="1508760" cy="792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Your sketch: readable text</a:t>
            </a:r>
          </a:p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118674" name="Rectangle 118673">
            <a:extLst>
              <a:ext uri="{FF2B5EF4-FFF2-40B4-BE49-F238E27FC236}">
                <a16:creationId xmlns:a16="http://schemas.microsoft.com/office/drawing/2014/main" id="{E91285B8-DF21-59C5-9288-64F92E99E5F5}"/>
              </a:ext>
            </a:extLst>
          </p:cNvPr>
          <p:cNvSpPr/>
          <p:nvPr/>
        </p:nvSpPr>
        <p:spPr>
          <a:xfrm>
            <a:off x="3081528" y="2209800"/>
            <a:ext cx="150876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DBA74"/>
                </a:solidFill>
                <a:effectLst/>
                <a:latin typeface="Consolas" panose="020B0609020204030204" pitchFamily="49" charset="0"/>
              </a:rPr>
              <a:t>02 COMPILE</a:t>
            </a:r>
          </a:p>
          <a:p>
            <a:pPr>
              <a:buNone/>
            </a:pPr>
            <a:r>
              <a:rPr lang="en-US" sz="1400">
                <a:solidFill>
                  <a:srgbClr val="FDBA74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118733" name="Rectangle 118732">
            <a:extLst>
              <a:ext uri="{FF2B5EF4-FFF2-40B4-BE49-F238E27FC236}">
                <a16:creationId xmlns:a16="http://schemas.microsoft.com/office/drawing/2014/main" id="{8C79C908-84DB-30F7-908C-BD1EAE7AC51B}"/>
              </a:ext>
            </a:extLst>
          </p:cNvPr>
          <p:cNvSpPr/>
          <p:nvPr/>
        </p:nvSpPr>
        <p:spPr>
          <a:xfrm>
            <a:off x="3081528" y="2529840"/>
            <a:ext cx="1508760" cy="792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Toolchain translates + links</a:t>
            </a:r>
          </a:p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118793" name="Rectangle 118792">
            <a:extLst>
              <a:ext uri="{FF2B5EF4-FFF2-40B4-BE49-F238E27FC236}">
                <a16:creationId xmlns:a16="http://schemas.microsoft.com/office/drawing/2014/main" id="{686929D2-5B7D-12EA-C919-D475567754F1}"/>
              </a:ext>
            </a:extLst>
          </p:cNvPr>
          <p:cNvSpPr/>
          <p:nvPr/>
        </p:nvSpPr>
        <p:spPr>
          <a:xfrm>
            <a:off x="5385816" y="2209800"/>
            <a:ext cx="150876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DBA74"/>
                </a:solidFill>
                <a:effectLst/>
                <a:latin typeface="Consolas" panose="020B0609020204030204" pitchFamily="49" charset="0"/>
              </a:rPr>
              <a:t>03 BINARY</a:t>
            </a:r>
          </a:p>
          <a:p>
            <a:pPr>
              <a:buNone/>
            </a:pPr>
            <a:r>
              <a:rPr lang="en-US" sz="1400">
                <a:solidFill>
                  <a:srgbClr val="FDBA74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118854" name="Rectangle 118853">
            <a:extLst>
              <a:ext uri="{FF2B5EF4-FFF2-40B4-BE49-F238E27FC236}">
                <a16:creationId xmlns:a16="http://schemas.microsoft.com/office/drawing/2014/main" id="{2F5647AC-FD48-0A9E-DE09-10925F38049F}"/>
              </a:ext>
            </a:extLst>
          </p:cNvPr>
          <p:cNvSpPr/>
          <p:nvPr/>
        </p:nvSpPr>
        <p:spPr>
          <a:xfrm>
            <a:off x="5385816" y="2529840"/>
            <a:ext cx="1508760" cy="10058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Machine code for the ESP32 cores</a:t>
            </a:r>
          </a:p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118916" name="Rectangle 118915">
            <a:extLst>
              <a:ext uri="{FF2B5EF4-FFF2-40B4-BE49-F238E27FC236}">
                <a16:creationId xmlns:a16="http://schemas.microsoft.com/office/drawing/2014/main" id="{D09ADB96-6CBD-5A44-66C0-FCA605A2E183}"/>
              </a:ext>
            </a:extLst>
          </p:cNvPr>
          <p:cNvSpPr/>
          <p:nvPr/>
        </p:nvSpPr>
        <p:spPr>
          <a:xfrm>
            <a:off x="7690104" y="2209800"/>
            <a:ext cx="150876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4B5FD"/>
                </a:solidFill>
                <a:effectLst/>
                <a:latin typeface="Consolas" panose="020B0609020204030204" pitchFamily="49" charset="0"/>
              </a:rPr>
              <a:t>04 UPLOAD</a:t>
            </a:r>
          </a:p>
          <a:p>
            <a:pPr>
              <a:buNone/>
            </a:pPr>
            <a:r>
              <a:rPr lang="en-US" sz="1400">
                <a:solidFill>
                  <a:srgbClr val="C4B5FD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118979" name="Rectangle 118978">
            <a:extLst>
              <a:ext uri="{FF2B5EF4-FFF2-40B4-BE49-F238E27FC236}">
                <a16:creationId xmlns:a16="http://schemas.microsoft.com/office/drawing/2014/main" id="{89756CF5-41A9-6D30-DCA9-F4F70B6C5DB2}"/>
              </a:ext>
            </a:extLst>
          </p:cNvPr>
          <p:cNvSpPr/>
          <p:nvPr/>
        </p:nvSpPr>
        <p:spPr>
          <a:xfrm>
            <a:off x="7690104" y="2529840"/>
            <a:ext cx="1508760" cy="792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Sent over USB into flash</a:t>
            </a:r>
          </a:p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119043" name="Rectangle 119042">
            <a:extLst>
              <a:ext uri="{FF2B5EF4-FFF2-40B4-BE49-F238E27FC236}">
                <a16:creationId xmlns:a16="http://schemas.microsoft.com/office/drawing/2014/main" id="{B8BC9028-F910-DAE1-B6CA-4DDC0BFA9DC8}"/>
              </a:ext>
            </a:extLst>
          </p:cNvPr>
          <p:cNvSpPr/>
          <p:nvPr/>
        </p:nvSpPr>
        <p:spPr>
          <a:xfrm>
            <a:off x="9994392" y="2209800"/>
            <a:ext cx="150876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86EFAC"/>
                </a:solidFill>
                <a:effectLst/>
                <a:latin typeface="Consolas" panose="020B0609020204030204" pitchFamily="49" charset="0"/>
              </a:rPr>
              <a:t>05 EXECUTE</a:t>
            </a:r>
          </a:p>
          <a:p>
            <a:pPr>
              <a:buNone/>
            </a:pPr>
            <a:r>
              <a:rPr lang="en-US" sz="1400">
                <a:solidFill>
                  <a:srgbClr val="86EFAC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119108" name="Rectangle 119107">
            <a:extLst>
              <a:ext uri="{FF2B5EF4-FFF2-40B4-BE49-F238E27FC236}">
                <a16:creationId xmlns:a16="http://schemas.microsoft.com/office/drawing/2014/main" id="{7B32AB1E-10B1-3615-DED9-C75CF006D6F0}"/>
              </a:ext>
            </a:extLst>
          </p:cNvPr>
          <p:cNvSpPr/>
          <p:nvPr/>
        </p:nvSpPr>
        <p:spPr>
          <a:xfrm>
            <a:off x="9994392" y="2529840"/>
            <a:ext cx="1508760" cy="792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Board resets and runs it</a:t>
            </a:r>
          </a:p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119174" name="Rectangle 119173">
            <a:extLst>
              <a:ext uri="{FF2B5EF4-FFF2-40B4-BE49-F238E27FC236}">
                <a16:creationId xmlns:a16="http://schemas.microsoft.com/office/drawing/2014/main" id="{12C44409-A777-BB07-2397-F5843A8793A8}"/>
              </a:ext>
            </a:extLst>
          </p:cNvPr>
          <p:cNvSpPr/>
          <p:nvPr/>
        </p:nvSpPr>
        <p:spPr>
          <a:xfrm>
            <a:off x="731520" y="3965448"/>
            <a:ext cx="502920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DBA74"/>
                </a:solidFill>
                <a:effectLst/>
                <a:latin typeface="Consolas" panose="020B0609020204030204" pitchFamily="49" charset="0"/>
              </a:rPr>
              <a:t>IF THE BUILD FAILS</a:t>
            </a:r>
          </a:p>
          <a:p>
            <a:pPr>
              <a:buNone/>
            </a:pPr>
            <a:r>
              <a:rPr lang="en-US" sz="1400">
                <a:solidFill>
                  <a:srgbClr val="FDBA74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119241" name="Rectangle 119240">
            <a:extLst>
              <a:ext uri="{FF2B5EF4-FFF2-40B4-BE49-F238E27FC236}">
                <a16:creationId xmlns:a16="http://schemas.microsoft.com/office/drawing/2014/main" id="{2167F7AE-92DC-B5BD-4A5F-CDCCD3C94B28}"/>
              </a:ext>
            </a:extLst>
          </p:cNvPr>
          <p:cNvSpPr/>
          <p:nvPr/>
        </p:nvSpPr>
        <p:spPr>
          <a:xfrm>
            <a:off x="731520" y="4267200"/>
            <a:ext cx="5029200" cy="853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Read the first error line; fix the source or the board selection.</a:t>
            </a:r>
          </a:p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119309" name="Rectangle 119308">
            <a:extLst>
              <a:ext uri="{FF2B5EF4-FFF2-40B4-BE49-F238E27FC236}">
                <a16:creationId xmlns:a16="http://schemas.microsoft.com/office/drawing/2014/main" id="{AFC7CDA8-FB21-698B-2AAC-A18A9472C2A3}"/>
              </a:ext>
            </a:extLst>
          </p:cNvPr>
          <p:cNvSpPr/>
          <p:nvPr/>
        </p:nvSpPr>
        <p:spPr>
          <a:xfrm>
            <a:off x="6428232" y="3965448"/>
            <a:ext cx="502920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4B5FD"/>
                </a:solidFill>
                <a:effectLst/>
                <a:latin typeface="Consolas" panose="020B0609020204030204" pitchFamily="49" charset="0"/>
              </a:rPr>
              <a:t>IF THE UPLOAD FAILS</a:t>
            </a:r>
          </a:p>
          <a:p>
            <a:pPr>
              <a:buNone/>
            </a:pPr>
            <a:r>
              <a:rPr lang="en-US" sz="1400">
                <a:solidFill>
                  <a:srgbClr val="C4B5FD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119378" name="Rectangle 119377">
            <a:extLst>
              <a:ext uri="{FF2B5EF4-FFF2-40B4-BE49-F238E27FC236}">
                <a16:creationId xmlns:a16="http://schemas.microsoft.com/office/drawing/2014/main" id="{C0AB08C3-6914-7ED4-E4E5-538D250DF3CE}"/>
              </a:ext>
            </a:extLst>
          </p:cNvPr>
          <p:cNvSpPr/>
          <p:nvPr/>
        </p:nvSpPr>
        <p:spPr>
          <a:xfrm>
            <a:off x="6428232" y="4267200"/>
            <a:ext cx="5029200" cy="853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Check the cable (data, not charge-only), the port and the board selection.</a:t>
            </a:r>
          </a:p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570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48" name="Rectangle 119547">
            <a:extLst>
              <a:ext uri="{FF2B5EF4-FFF2-40B4-BE49-F238E27FC236}">
                <a16:creationId xmlns:a16="http://schemas.microsoft.com/office/drawing/2014/main" id="{58D3BE67-1E0C-D198-80F0-28BAF57788FC}"/>
              </a:ext>
            </a:extLst>
          </p:cNvPr>
          <p:cNvSpPr/>
          <p:nvPr/>
        </p:nvSpPr>
        <p:spPr>
          <a:xfrm>
            <a:off x="548640" y="621792"/>
            <a:ext cx="457200" cy="41148"/>
          </a:xfrm>
          <a:prstGeom prst="rect">
            <a:avLst/>
          </a:prstGeom>
          <a:solidFill>
            <a:srgbClr val="FDBA7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649" name="Rectangle 119648">
            <a:extLst>
              <a:ext uri="{FF2B5EF4-FFF2-40B4-BE49-F238E27FC236}">
                <a16:creationId xmlns:a16="http://schemas.microsoft.com/office/drawing/2014/main" id="{0924B735-2165-A7C0-845C-12FFFF11B1A8}"/>
              </a:ext>
            </a:extLst>
          </p:cNvPr>
          <p:cNvSpPr/>
          <p:nvPr/>
        </p:nvSpPr>
        <p:spPr>
          <a:xfrm>
            <a:off x="548640" y="2581656"/>
            <a:ext cx="4937760" cy="18288"/>
          </a:xfrm>
          <a:prstGeom prst="rect">
            <a:avLst/>
          </a:prstGeom>
          <a:solidFill>
            <a:srgbClr val="334155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751" name="Rectangle 119750">
            <a:extLst>
              <a:ext uri="{FF2B5EF4-FFF2-40B4-BE49-F238E27FC236}">
                <a16:creationId xmlns:a16="http://schemas.microsoft.com/office/drawing/2014/main" id="{055273C0-D3B4-3C85-4AAA-829D9B02F52E}"/>
              </a:ext>
            </a:extLst>
          </p:cNvPr>
          <p:cNvSpPr/>
          <p:nvPr/>
        </p:nvSpPr>
        <p:spPr>
          <a:xfrm>
            <a:off x="548640" y="3294888"/>
            <a:ext cx="4937760" cy="18288"/>
          </a:xfrm>
          <a:prstGeom prst="rect">
            <a:avLst/>
          </a:prstGeom>
          <a:solidFill>
            <a:srgbClr val="334155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854" name="Rectangle 119853">
            <a:extLst>
              <a:ext uri="{FF2B5EF4-FFF2-40B4-BE49-F238E27FC236}">
                <a16:creationId xmlns:a16="http://schemas.microsoft.com/office/drawing/2014/main" id="{F82A47EA-33A8-AEF3-7164-8A566FED70CE}"/>
              </a:ext>
            </a:extLst>
          </p:cNvPr>
          <p:cNvSpPr/>
          <p:nvPr/>
        </p:nvSpPr>
        <p:spPr>
          <a:xfrm>
            <a:off x="548640" y="4008120"/>
            <a:ext cx="4937760" cy="18288"/>
          </a:xfrm>
          <a:prstGeom prst="rect">
            <a:avLst/>
          </a:prstGeom>
          <a:solidFill>
            <a:srgbClr val="334155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958" name="Rectangle 119957">
            <a:extLst>
              <a:ext uri="{FF2B5EF4-FFF2-40B4-BE49-F238E27FC236}">
                <a16:creationId xmlns:a16="http://schemas.microsoft.com/office/drawing/2014/main" id="{0BADE64C-7AD9-3C61-7504-A12D37043783}"/>
              </a:ext>
            </a:extLst>
          </p:cNvPr>
          <p:cNvSpPr/>
          <p:nvPr/>
        </p:nvSpPr>
        <p:spPr>
          <a:xfrm>
            <a:off x="5669280" y="1676400"/>
            <a:ext cx="393192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276" name="Rectangle 120275">
            <a:extLst>
              <a:ext uri="{FF2B5EF4-FFF2-40B4-BE49-F238E27FC236}">
                <a16:creationId xmlns:a16="http://schemas.microsoft.com/office/drawing/2014/main" id="{553957ED-F52E-D848-96C4-6C69CAB1CF9D}"/>
              </a:ext>
            </a:extLst>
          </p:cNvPr>
          <p:cNvSpPr/>
          <p:nvPr/>
        </p:nvSpPr>
        <p:spPr>
          <a:xfrm>
            <a:off x="1143000" y="411480"/>
            <a:ext cx="859536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 dirty="0">
                <a:solidFill>
                  <a:srgbClr val="CBD5E1"/>
                </a:solidFill>
                <a:effectLst/>
                <a:latin typeface="Consolas" panose="020B0609020204030204" pitchFamily="49" charset="0"/>
              </a:rPr>
              <a:t>PART 9 · DEBUGGING · SERIAL MONITOR AND ALTERNATIVES
 </a:t>
            </a:r>
            <a:endParaRPr lang="en-US" dirty="0"/>
          </a:p>
        </p:txBody>
      </p:sp>
      <p:sp>
        <p:nvSpPr>
          <p:cNvPr id="120493" name="Rectangle 120492">
            <a:extLst>
              <a:ext uri="{FF2B5EF4-FFF2-40B4-BE49-F238E27FC236}">
                <a16:creationId xmlns:a16="http://schemas.microsoft.com/office/drawing/2014/main" id="{FE85BFDD-067D-4BA3-AAB0-11550BC9A236}"/>
              </a:ext>
            </a:extLst>
          </p:cNvPr>
          <p:cNvSpPr/>
          <p:nvPr/>
        </p:nvSpPr>
        <p:spPr>
          <a:xfrm>
            <a:off x="411480" y="990600"/>
            <a:ext cx="11091672" cy="853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3200" dirty="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Investigate the physical system before you blame the code.</a:t>
            </a:r>
          </a:p>
          <a:p>
            <a:pPr>
              <a:buNone/>
            </a:pPr>
            <a:r>
              <a:rPr lang="en-US" sz="3200" dirty="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 dirty="0"/>
          </a:p>
        </p:txBody>
      </p:sp>
      <p:sp>
        <p:nvSpPr>
          <p:cNvPr id="120603" name="Rectangle 120602">
            <a:extLst>
              <a:ext uri="{FF2B5EF4-FFF2-40B4-BE49-F238E27FC236}">
                <a16:creationId xmlns:a16="http://schemas.microsoft.com/office/drawing/2014/main" id="{329B8495-4601-139B-8453-F68A240EC25B}"/>
              </a:ext>
            </a:extLst>
          </p:cNvPr>
          <p:cNvSpPr/>
          <p:nvPr/>
        </p:nvSpPr>
        <p:spPr>
          <a:xfrm>
            <a:off x="548640" y="1630680"/>
            <a:ext cx="493776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 dirty="0">
                <a:solidFill>
                  <a:srgbClr val="67E8F9"/>
                </a:solidFill>
                <a:effectLst/>
                <a:latin typeface="Consolas" panose="020B0609020204030204" pitchFamily="49" charset="0"/>
              </a:rPr>
              <a:t>ASK IN ORDER</a:t>
            </a:r>
          </a:p>
          <a:p>
            <a:pPr>
              <a:buNone/>
            </a:pPr>
            <a:r>
              <a:rPr lang="en-US" sz="1400" dirty="0">
                <a:solidFill>
                  <a:srgbClr val="67E8F9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 dirty="0"/>
          </a:p>
        </p:txBody>
      </p:sp>
      <p:sp>
        <p:nvSpPr>
          <p:cNvPr id="120714" name="Rectangle 120713">
            <a:extLst>
              <a:ext uri="{FF2B5EF4-FFF2-40B4-BE49-F238E27FC236}">
                <a16:creationId xmlns:a16="http://schemas.microsoft.com/office/drawing/2014/main" id="{14F382AE-CEF6-8DE5-BC63-038585F4B329}"/>
              </a:ext>
            </a:extLst>
          </p:cNvPr>
          <p:cNvSpPr/>
          <p:nvPr/>
        </p:nvSpPr>
        <p:spPr>
          <a:xfrm>
            <a:off x="548640" y="1923288"/>
            <a:ext cx="54864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>
                <a:solidFill>
                  <a:srgbClr val="67E8F9"/>
                </a:solidFill>
                <a:effectLst/>
                <a:latin typeface="Consolas" panose="020B0609020204030204" pitchFamily="49" charset="0"/>
              </a:rPr>
              <a:t>01</a:t>
            </a:r>
            <a:endParaRPr lang="en-US"/>
          </a:p>
        </p:txBody>
      </p:sp>
      <p:sp>
        <p:nvSpPr>
          <p:cNvPr id="120826" name="Rectangle 120825">
            <a:extLst>
              <a:ext uri="{FF2B5EF4-FFF2-40B4-BE49-F238E27FC236}">
                <a16:creationId xmlns:a16="http://schemas.microsoft.com/office/drawing/2014/main" id="{BA4E534E-B836-3A60-327F-61095895C73D}"/>
              </a:ext>
            </a:extLst>
          </p:cNvPr>
          <p:cNvSpPr/>
          <p:nvPr/>
        </p:nvSpPr>
        <p:spPr>
          <a:xfrm>
            <a:off x="1188720" y="1923288"/>
            <a:ext cx="4297680" cy="609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Is the board powered? (LED, USB, supply)</a:t>
            </a:r>
          </a:p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120939" name="Rectangle 120938">
            <a:extLst>
              <a:ext uri="{FF2B5EF4-FFF2-40B4-BE49-F238E27FC236}">
                <a16:creationId xmlns:a16="http://schemas.microsoft.com/office/drawing/2014/main" id="{538A8F31-4CF2-D1B4-4E3C-78273DB1DE16}"/>
              </a:ext>
            </a:extLst>
          </p:cNvPr>
          <p:cNvSpPr/>
          <p:nvPr/>
        </p:nvSpPr>
        <p:spPr>
          <a:xfrm>
            <a:off x="548640" y="2636520"/>
            <a:ext cx="54864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>
                <a:solidFill>
                  <a:srgbClr val="67E8F9"/>
                </a:solidFill>
                <a:effectLst/>
                <a:latin typeface="Consolas" panose="020B0609020204030204" pitchFamily="49" charset="0"/>
              </a:rPr>
              <a:t>02</a:t>
            </a:r>
            <a:endParaRPr lang="en-US"/>
          </a:p>
        </p:txBody>
      </p:sp>
      <p:sp>
        <p:nvSpPr>
          <p:cNvPr id="121053" name="Rectangle 121052">
            <a:extLst>
              <a:ext uri="{FF2B5EF4-FFF2-40B4-BE49-F238E27FC236}">
                <a16:creationId xmlns:a16="http://schemas.microsoft.com/office/drawing/2014/main" id="{B4948368-ED9F-D79F-5C76-1A949DD55747}"/>
              </a:ext>
            </a:extLst>
          </p:cNvPr>
          <p:cNvSpPr/>
          <p:nvPr/>
        </p:nvSpPr>
        <p:spPr>
          <a:xfrm>
            <a:off x="1188720" y="2636520"/>
            <a:ext cx="4297680" cy="853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Are the connections correct? (pins, polarity, ground)</a:t>
            </a:r>
          </a:p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121168" name="Rectangle 121167">
            <a:extLst>
              <a:ext uri="{FF2B5EF4-FFF2-40B4-BE49-F238E27FC236}">
                <a16:creationId xmlns:a16="http://schemas.microsoft.com/office/drawing/2014/main" id="{A16C6409-ED70-5ED0-A0F9-C42B85417BFA}"/>
              </a:ext>
            </a:extLst>
          </p:cNvPr>
          <p:cNvSpPr/>
          <p:nvPr/>
        </p:nvSpPr>
        <p:spPr>
          <a:xfrm>
            <a:off x="548640" y="3349752"/>
            <a:ext cx="54864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>
                <a:solidFill>
                  <a:srgbClr val="67E8F9"/>
                </a:solidFill>
                <a:effectLst/>
                <a:latin typeface="Consolas" panose="020B0609020204030204" pitchFamily="49" charset="0"/>
              </a:rPr>
              <a:t>03</a:t>
            </a:r>
            <a:endParaRPr lang="en-US"/>
          </a:p>
        </p:txBody>
      </p:sp>
      <p:sp>
        <p:nvSpPr>
          <p:cNvPr id="121284" name="Rectangle 121283">
            <a:extLst>
              <a:ext uri="{FF2B5EF4-FFF2-40B4-BE49-F238E27FC236}">
                <a16:creationId xmlns:a16="http://schemas.microsoft.com/office/drawing/2014/main" id="{0337FD6E-0484-3004-A496-B3B955831D12}"/>
              </a:ext>
            </a:extLst>
          </p:cNvPr>
          <p:cNvSpPr/>
          <p:nvPr/>
        </p:nvSpPr>
        <p:spPr>
          <a:xfrm>
            <a:off x="1188720" y="3349752"/>
            <a:ext cx="4297680" cy="853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Is the expected code running? (right board, port, upload)</a:t>
            </a:r>
          </a:p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121401" name="Rectangle 121400">
            <a:extLst>
              <a:ext uri="{FF2B5EF4-FFF2-40B4-BE49-F238E27FC236}">
                <a16:creationId xmlns:a16="http://schemas.microsoft.com/office/drawing/2014/main" id="{F0648353-0BAC-EBE3-D43C-44B7CE2AF373}"/>
              </a:ext>
            </a:extLst>
          </p:cNvPr>
          <p:cNvSpPr/>
          <p:nvPr/>
        </p:nvSpPr>
        <p:spPr>
          <a:xfrm>
            <a:off x="548640" y="4062984"/>
            <a:ext cx="54864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>
                <a:solidFill>
                  <a:srgbClr val="67E8F9"/>
                </a:solidFill>
                <a:effectLst/>
                <a:latin typeface="Consolas" panose="020B0609020204030204" pitchFamily="49" charset="0"/>
              </a:rPr>
              <a:t>04</a:t>
            </a:r>
            <a:endParaRPr lang="en-US"/>
          </a:p>
        </p:txBody>
      </p:sp>
      <p:sp>
        <p:nvSpPr>
          <p:cNvPr id="121519" name="Rectangle 121518">
            <a:extLst>
              <a:ext uri="{FF2B5EF4-FFF2-40B4-BE49-F238E27FC236}">
                <a16:creationId xmlns:a16="http://schemas.microsoft.com/office/drawing/2014/main" id="{B4A74D90-F352-0C80-0DBD-8957A8695D34}"/>
              </a:ext>
            </a:extLst>
          </p:cNvPr>
          <p:cNvSpPr/>
          <p:nvPr/>
        </p:nvSpPr>
        <p:spPr>
          <a:xfrm>
            <a:off x="1188720" y="4062984"/>
            <a:ext cx="4297680" cy="853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What does the Serial Monitor report? (baud rate matches)</a:t>
            </a:r>
          </a:p>
          <a:p>
            <a:pPr>
              <a:buNone/>
            </a:pPr>
            <a:r>
              <a:rPr lang="en-US" sz="16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121638" name="Rectangle 121637">
            <a:extLst>
              <a:ext uri="{FF2B5EF4-FFF2-40B4-BE49-F238E27FC236}">
                <a16:creationId xmlns:a16="http://schemas.microsoft.com/office/drawing/2014/main" id="{3C52F636-29D5-0DC5-E35C-216DA9F96DE4}"/>
              </a:ext>
            </a:extLst>
          </p:cNvPr>
          <p:cNvSpPr/>
          <p:nvPr/>
        </p:nvSpPr>
        <p:spPr>
          <a:xfrm>
            <a:off x="5806440" y="1722120"/>
            <a:ext cx="365760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DBA74"/>
                </a:solidFill>
                <a:effectLst/>
                <a:latin typeface="Consolas" panose="020B0609020204030204" pitchFamily="49" charset="0"/>
              </a:rPr>
              <a:t>SPOT THE BUG · 60 SECONDS</a:t>
            </a:r>
          </a:p>
          <a:p>
            <a:pPr>
              <a:buNone/>
            </a:pPr>
            <a:r>
              <a:rPr lang="en-US" sz="1400">
                <a:solidFill>
                  <a:srgbClr val="FDBA74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121758" name="Rectangle 121757">
            <a:extLst>
              <a:ext uri="{FF2B5EF4-FFF2-40B4-BE49-F238E27FC236}">
                <a16:creationId xmlns:a16="http://schemas.microsoft.com/office/drawing/2014/main" id="{6EDB4945-FE83-0FC0-21C0-ED6F4C6A3890}"/>
              </a:ext>
            </a:extLst>
          </p:cNvPr>
          <p:cNvSpPr/>
          <p:nvPr/>
        </p:nvSpPr>
        <p:spPr>
          <a:xfrm>
            <a:off x="5806440" y="2087880"/>
            <a:ext cx="3657600" cy="518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onsolas" panose="020B0609020204030204" pitchFamily="49" charset="0"/>
              </a:rPr>
              <a:t>pinMode(LED_PIN, INPUT);</a:t>
            </a:r>
          </a:p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onsolas" panose="020B0609020204030204" pitchFamily="49" charset="0"/>
              </a:rPr>
              <a:t>digitalWrite(LED_PIN, HIGH);</a:t>
            </a:r>
            <a:endParaRPr lang="en-US"/>
          </a:p>
        </p:txBody>
      </p:sp>
      <p:sp>
        <p:nvSpPr>
          <p:cNvPr id="121879" name="Rectangle 121878">
            <a:extLst>
              <a:ext uri="{FF2B5EF4-FFF2-40B4-BE49-F238E27FC236}">
                <a16:creationId xmlns:a16="http://schemas.microsoft.com/office/drawing/2014/main" id="{C6EA42FD-3080-AAF4-5D6A-70ABFECCC617}"/>
              </a:ext>
            </a:extLst>
          </p:cNvPr>
          <p:cNvSpPr/>
          <p:nvPr/>
        </p:nvSpPr>
        <p:spPr>
          <a:xfrm>
            <a:off x="5806440" y="2727960"/>
            <a:ext cx="3657600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Wiring verified. Upload succeeded.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The LED never lights. Which word is wrong?</a:t>
            </a:r>
            <a:endParaRPr lang="en-US"/>
          </a:p>
        </p:txBody>
      </p:sp>
      <p:sp>
        <p:nvSpPr>
          <p:cNvPr id="122626" name="Rectangle 122625">
            <a:extLst>
              <a:ext uri="{FF2B5EF4-FFF2-40B4-BE49-F238E27FC236}">
                <a16:creationId xmlns:a16="http://schemas.microsoft.com/office/drawing/2014/main" id="{475F905B-272F-CC33-41F3-EAD5D7285DF8}"/>
              </a:ext>
            </a:extLst>
          </p:cNvPr>
          <p:cNvSpPr/>
          <p:nvPr/>
        </p:nvSpPr>
        <p:spPr>
          <a:xfrm>
            <a:off x="548640" y="5879592"/>
            <a:ext cx="11091672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Disconnect power before rewiring. Serial output shows what the code sees, not whether wiring is safe.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128089" name="Rectangle 128088">
            <a:extLst>
              <a:ext uri="{FF2B5EF4-FFF2-40B4-BE49-F238E27FC236}">
                <a16:creationId xmlns:a16="http://schemas.microsoft.com/office/drawing/2014/main" id="{93B14EF8-35E9-7911-3A62-69470D6F78DE}"/>
              </a:ext>
            </a:extLst>
          </p:cNvPr>
          <p:cNvSpPr/>
          <p:nvPr/>
        </p:nvSpPr>
        <p:spPr>
          <a:xfrm>
            <a:off x="5669280" y="3639312"/>
            <a:ext cx="3931920" cy="792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DBA74"/>
                </a:solidFill>
                <a:effectLst/>
                <a:latin typeface="Consolas" panose="020B0609020204030204" pitchFamily="49" charset="0"/>
              </a:rPr>
              <a:t>SERIAL MONITOR · AND ALTERNATIVES</a:t>
            </a:r>
          </a:p>
          <a:p>
            <a:pPr>
              <a:buNone/>
            </a:pPr>
            <a:r>
              <a:rPr lang="en-US" sz="1400">
                <a:solidFill>
                  <a:srgbClr val="FDBA74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128178" name="Rectangle 128177">
            <a:extLst>
              <a:ext uri="{FF2B5EF4-FFF2-40B4-BE49-F238E27FC236}">
                <a16:creationId xmlns:a16="http://schemas.microsoft.com/office/drawing/2014/main" id="{6E411E41-7430-74AF-4DFD-AB4C9885A0C1}"/>
              </a:ext>
            </a:extLst>
          </p:cNvPr>
          <p:cNvSpPr/>
          <p:nvPr/>
        </p:nvSpPr>
        <p:spPr>
          <a:xfrm>
            <a:off x="5669280" y="4069080"/>
            <a:ext cx="3931920" cy="518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onsolas" panose="020B0609020204030204" pitchFamily="49" charset="0"/>
              </a:rPr>
              <a:t>Serial.begin(115200);</a:t>
            </a:r>
          </a:p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onsolas" panose="020B0609020204030204" pitchFamily="49" charset="0"/>
              </a:rPr>
              <a:t>Serial.println(reading);</a:t>
            </a:r>
            <a:endParaRPr lang="en-US"/>
          </a:p>
        </p:txBody>
      </p:sp>
      <p:pic>
        <p:nvPicPr>
          <p:cNvPr id="2" name="Picture 1" descr="ESP32-S3-USB-Bridge - ESP32-S3 - — esp-dev-kits latest documentation">
            <a:extLst>
              <a:ext uri="{FF2B5EF4-FFF2-40B4-BE49-F238E27FC236}">
                <a16:creationId xmlns:a16="http://schemas.microsoft.com/office/drawing/2014/main" id="{1F27274C-7DB2-860C-AFBB-261D4E2C2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9417" y="2059110"/>
            <a:ext cx="2465267" cy="158020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32D0058-04AB-96A3-54BB-7EE248C932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0271" y="4096512"/>
            <a:ext cx="3844413" cy="251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9155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62" name="Rectangle 122661">
            <a:extLst>
              <a:ext uri="{FF2B5EF4-FFF2-40B4-BE49-F238E27FC236}">
                <a16:creationId xmlns:a16="http://schemas.microsoft.com/office/drawing/2014/main" id="{CF99C4C6-736E-B3C4-8690-46FD1A0D00F4}"/>
              </a:ext>
            </a:extLst>
          </p:cNvPr>
          <p:cNvSpPr/>
          <p:nvPr/>
        </p:nvSpPr>
        <p:spPr>
          <a:xfrm>
            <a:off x="548640" y="621792"/>
            <a:ext cx="457200" cy="41148"/>
          </a:xfrm>
          <a:prstGeom prst="rect">
            <a:avLst/>
          </a:prstGeom>
          <a:solidFill>
            <a:srgbClr val="C4B5FD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699" name="Rectangle 122698">
            <a:extLst>
              <a:ext uri="{FF2B5EF4-FFF2-40B4-BE49-F238E27FC236}">
                <a16:creationId xmlns:a16="http://schemas.microsoft.com/office/drawing/2014/main" id="{CFDACDE3-9686-0CAC-D2DD-82AAE7E89818}"/>
              </a:ext>
            </a:extLst>
          </p:cNvPr>
          <p:cNvSpPr/>
          <p:nvPr/>
        </p:nvSpPr>
        <p:spPr>
          <a:xfrm>
            <a:off x="548640" y="2164080"/>
            <a:ext cx="187452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737" name="Rectangle 122736">
            <a:extLst>
              <a:ext uri="{FF2B5EF4-FFF2-40B4-BE49-F238E27FC236}">
                <a16:creationId xmlns:a16="http://schemas.microsoft.com/office/drawing/2014/main" id="{FF454AE4-8C7F-7338-957D-6F7848D971B2}"/>
              </a:ext>
            </a:extLst>
          </p:cNvPr>
          <p:cNvSpPr/>
          <p:nvPr/>
        </p:nvSpPr>
        <p:spPr>
          <a:xfrm>
            <a:off x="548640" y="2164080"/>
            <a:ext cx="64008" cy="1188720"/>
          </a:xfrm>
          <a:prstGeom prst="rect">
            <a:avLst/>
          </a:prstGeom>
          <a:solidFill>
            <a:srgbClr val="67E8F9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776" name="Arrow: Right 122775">
            <a:extLst>
              <a:ext uri="{FF2B5EF4-FFF2-40B4-BE49-F238E27FC236}">
                <a16:creationId xmlns:a16="http://schemas.microsoft.com/office/drawing/2014/main" id="{5EBDC61E-9E5E-EAB0-3162-4C4B3688142E}"/>
              </a:ext>
            </a:extLst>
          </p:cNvPr>
          <p:cNvSpPr/>
          <p:nvPr/>
        </p:nvSpPr>
        <p:spPr>
          <a:xfrm>
            <a:off x="2478024" y="2657856"/>
            <a:ext cx="320040" cy="182880"/>
          </a:xfrm>
          <a:prstGeom prst="rightArrow">
            <a:avLst/>
          </a:prstGeom>
          <a:solidFill>
            <a:srgbClr val="CBD5E1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816" name="Rectangle 122815">
            <a:extLst>
              <a:ext uri="{FF2B5EF4-FFF2-40B4-BE49-F238E27FC236}">
                <a16:creationId xmlns:a16="http://schemas.microsoft.com/office/drawing/2014/main" id="{E733B130-B2F1-95D5-DD61-27C6C97166D7}"/>
              </a:ext>
            </a:extLst>
          </p:cNvPr>
          <p:cNvSpPr/>
          <p:nvPr/>
        </p:nvSpPr>
        <p:spPr>
          <a:xfrm>
            <a:off x="2852928" y="2164080"/>
            <a:ext cx="187452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857" name="Rectangle 122856">
            <a:extLst>
              <a:ext uri="{FF2B5EF4-FFF2-40B4-BE49-F238E27FC236}">
                <a16:creationId xmlns:a16="http://schemas.microsoft.com/office/drawing/2014/main" id="{2B8C7003-BA13-A7B9-BBDE-636BA97B761D}"/>
              </a:ext>
            </a:extLst>
          </p:cNvPr>
          <p:cNvSpPr/>
          <p:nvPr/>
        </p:nvSpPr>
        <p:spPr>
          <a:xfrm>
            <a:off x="2852928" y="2164080"/>
            <a:ext cx="64008" cy="1188720"/>
          </a:xfrm>
          <a:prstGeom prst="rect">
            <a:avLst/>
          </a:prstGeom>
          <a:solidFill>
            <a:srgbClr val="FDBA7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899" name="Arrow: Right 122898">
            <a:extLst>
              <a:ext uri="{FF2B5EF4-FFF2-40B4-BE49-F238E27FC236}">
                <a16:creationId xmlns:a16="http://schemas.microsoft.com/office/drawing/2014/main" id="{16421BF3-3C1E-D0EB-DDCD-A071157695E7}"/>
              </a:ext>
            </a:extLst>
          </p:cNvPr>
          <p:cNvSpPr/>
          <p:nvPr/>
        </p:nvSpPr>
        <p:spPr>
          <a:xfrm>
            <a:off x="4782312" y="2657856"/>
            <a:ext cx="320040" cy="182880"/>
          </a:xfrm>
          <a:prstGeom prst="rightArrow">
            <a:avLst/>
          </a:prstGeom>
          <a:solidFill>
            <a:srgbClr val="CBD5E1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942" name="Rectangle 122941">
            <a:extLst>
              <a:ext uri="{FF2B5EF4-FFF2-40B4-BE49-F238E27FC236}">
                <a16:creationId xmlns:a16="http://schemas.microsoft.com/office/drawing/2014/main" id="{5FE55A5E-7DAB-DDFB-5272-4EBF60365299}"/>
              </a:ext>
            </a:extLst>
          </p:cNvPr>
          <p:cNvSpPr/>
          <p:nvPr/>
        </p:nvSpPr>
        <p:spPr>
          <a:xfrm>
            <a:off x="5157216" y="2164080"/>
            <a:ext cx="187452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986" name="Rectangle 122985">
            <a:extLst>
              <a:ext uri="{FF2B5EF4-FFF2-40B4-BE49-F238E27FC236}">
                <a16:creationId xmlns:a16="http://schemas.microsoft.com/office/drawing/2014/main" id="{16D3010D-71EC-19CD-E4BD-94790F068399}"/>
              </a:ext>
            </a:extLst>
          </p:cNvPr>
          <p:cNvSpPr/>
          <p:nvPr/>
        </p:nvSpPr>
        <p:spPr>
          <a:xfrm>
            <a:off x="5157216" y="2164080"/>
            <a:ext cx="64008" cy="1188720"/>
          </a:xfrm>
          <a:prstGeom prst="rect">
            <a:avLst/>
          </a:prstGeom>
          <a:solidFill>
            <a:srgbClr val="C4B5FD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031" name="Arrow: Right 123030">
            <a:extLst>
              <a:ext uri="{FF2B5EF4-FFF2-40B4-BE49-F238E27FC236}">
                <a16:creationId xmlns:a16="http://schemas.microsoft.com/office/drawing/2014/main" id="{BCF569D7-9165-2882-9776-C77B25A71285}"/>
              </a:ext>
            </a:extLst>
          </p:cNvPr>
          <p:cNvSpPr/>
          <p:nvPr/>
        </p:nvSpPr>
        <p:spPr>
          <a:xfrm>
            <a:off x="7086600" y="2657856"/>
            <a:ext cx="320040" cy="182880"/>
          </a:xfrm>
          <a:prstGeom prst="rightArrow">
            <a:avLst/>
          </a:prstGeom>
          <a:solidFill>
            <a:srgbClr val="CBD5E1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077" name="Rectangle 123076">
            <a:extLst>
              <a:ext uri="{FF2B5EF4-FFF2-40B4-BE49-F238E27FC236}">
                <a16:creationId xmlns:a16="http://schemas.microsoft.com/office/drawing/2014/main" id="{79E7EAAC-CB33-2EC2-9461-92211E264128}"/>
              </a:ext>
            </a:extLst>
          </p:cNvPr>
          <p:cNvSpPr/>
          <p:nvPr/>
        </p:nvSpPr>
        <p:spPr>
          <a:xfrm>
            <a:off x="7461504" y="2164080"/>
            <a:ext cx="187452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124" name="Rectangle 123123">
            <a:extLst>
              <a:ext uri="{FF2B5EF4-FFF2-40B4-BE49-F238E27FC236}">
                <a16:creationId xmlns:a16="http://schemas.microsoft.com/office/drawing/2014/main" id="{1B3CA45B-4C58-4CC3-1BC3-53D2AF911EE4}"/>
              </a:ext>
            </a:extLst>
          </p:cNvPr>
          <p:cNvSpPr/>
          <p:nvPr/>
        </p:nvSpPr>
        <p:spPr>
          <a:xfrm>
            <a:off x="7461504" y="2164080"/>
            <a:ext cx="64008" cy="1188720"/>
          </a:xfrm>
          <a:prstGeom prst="rect">
            <a:avLst/>
          </a:prstGeom>
          <a:solidFill>
            <a:srgbClr val="C4B5FD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172" name="Arrow: Right 123171">
            <a:extLst>
              <a:ext uri="{FF2B5EF4-FFF2-40B4-BE49-F238E27FC236}">
                <a16:creationId xmlns:a16="http://schemas.microsoft.com/office/drawing/2014/main" id="{E980293F-753A-7A9D-B0CA-9CD2E10EE228}"/>
              </a:ext>
            </a:extLst>
          </p:cNvPr>
          <p:cNvSpPr/>
          <p:nvPr/>
        </p:nvSpPr>
        <p:spPr>
          <a:xfrm>
            <a:off x="9390888" y="2657856"/>
            <a:ext cx="320040" cy="182880"/>
          </a:xfrm>
          <a:prstGeom prst="rightArrow">
            <a:avLst/>
          </a:prstGeom>
          <a:solidFill>
            <a:srgbClr val="CBD5E1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221" name="Rectangle 123220">
            <a:extLst>
              <a:ext uri="{FF2B5EF4-FFF2-40B4-BE49-F238E27FC236}">
                <a16:creationId xmlns:a16="http://schemas.microsoft.com/office/drawing/2014/main" id="{4BBDE166-DFBE-C4D4-6A6E-0310285AE550}"/>
              </a:ext>
            </a:extLst>
          </p:cNvPr>
          <p:cNvSpPr/>
          <p:nvPr/>
        </p:nvSpPr>
        <p:spPr>
          <a:xfrm>
            <a:off x="9765792" y="2164080"/>
            <a:ext cx="187452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271" name="Rectangle 123270">
            <a:extLst>
              <a:ext uri="{FF2B5EF4-FFF2-40B4-BE49-F238E27FC236}">
                <a16:creationId xmlns:a16="http://schemas.microsoft.com/office/drawing/2014/main" id="{1C811A43-B025-0C61-1E80-A66ABF6AFF03}"/>
              </a:ext>
            </a:extLst>
          </p:cNvPr>
          <p:cNvSpPr/>
          <p:nvPr/>
        </p:nvSpPr>
        <p:spPr>
          <a:xfrm>
            <a:off x="9765792" y="2164080"/>
            <a:ext cx="64008" cy="1188720"/>
          </a:xfrm>
          <a:prstGeom prst="rect">
            <a:avLst/>
          </a:prstGeom>
          <a:solidFill>
            <a:srgbClr val="86EFAC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322" name="Arrow: Down 123321">
            <a:extLst>
              <a:ext uri="{FF2B5EF4-FFF2-40B4-BE49-F238E27FC236}">
                <a16:creationId xmlns:a16="http://schemas.microsoft.com/office/drawing/2014/main" id="{E8EF8A3F-1E79-2474-0B16-5127C3F4E907}"/>
              </a:ext>
            </a:extLst>
          </p:cNvPr>
          <p:cNvSpPr/>
          <p:nvPr/>
        </p:nvSpPr>
        <p:spPr>
          <a:xfrm>
            <a:off x="3653028" y="3462528"/>
            <a:ext cx="274320" cy="411480"/>
          </a:xfrm>
          <a:prstGeom prst="downArrow">
            <a:avLst/>
          </a:prstGeom>
          <a:solidFill>
            <a:srgbClr val="86EFAC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374" name="Rectangle 123373">
            <a:extLst>
              <a:ext uri="{FF2B5EF4-FFF2-40B4-BE49-F238E27FC236}">
                <a16:creationId xmlns:a16="http://schemas.microsoft.com/office/drawing/2014/main" id="{54C53A63-F1AA-5359-531C-4EF855A55DC9}"/>
              </a:ext>
            </a:extLst>
          </p:cNvPr>
          <p:cNvSpPr/>
          <p:nvPr/>
        </p:nvSpPr>
        <p:spPr>
          <a:xfrm>
            <a:off x="2148840" y="3965448"/>
            <a:ext cx="329184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427" name="Rectangle 123426">
            <a:extLst>
              <a:ext uri="{FF2B5EF4-FFF2-40B4-BE49-F238E27FC236}">
                <a16:creationId xmlns:a16="http://schemas.microsoft.com/office/drawing/2014/main" id="{1E4B1DAA-5EAA-0C88-2CC6-A641C5C49F81}"/>
              </a:ext>
            </a:extLst>
          </p:cNvPr>
          <p:cNvSpPr/>
          <p:nvPr/>
        </p:nvSpPr>
        <p:spPr>
          <a:xfrm>
            <a:off x="2148840" y="3965448"/>
            <a:ext cx="64008" cy="914400"/>
          </a:xfrm>
          <a:prstGeom prst="rect">
            <a:avLst/>
          </a:prstGeom>
          <a:solidFill>
            <a:srgbClr val="86EFAC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481" name="Rectangle 123480">
            <a:extLst>
              <a:ext uri="{FF2B5EF4-FFF2-40B4-BE49-F238E27FC236}">
                <a16:creationId xmlns:a16="http://schemas.microsoft.com/office/drawing/2014/main" id="{5C48725F-8308-5636-34C3-3533AE68B36F}"/>
              </a:ext>
            </a:extLst>
          </p:cNvPr>
          <p:cNvSpPr/>
          <p:nvPr/>
        </p:nvSpPr>
        <p:spPr>
          <a:xfrm>
            <a:off x="1143000" y="411480"/>
            <a:ext cx="859536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onsolas" panose="020B0609020204030204" pitchFamily="49" charset="0"/>
              </a:rPr>
              <a:t>PART 10 · IOT BASICS AND INTRODUCTION
 </a:t>
            </a:r>
            <a:endParaRPr lang="en-US"/>
          </a:p>
        </p:txBody>
      </p:sp>
      <p:sp>
        <p:nvSpPr>
          <p:cNvPr id="123592" name="Rectangle 123591">
            <a:extLst>
              <a:ext uri="{FF2B5EF4-FFF2-40B4-BE49-F238E27FC236}">
                <a16:creationId xmlns:a16="http://schemas.microsoft.com/office/drawing/2014/main" id="{3EB0E669-ACC9-67BC-919D-3103ED717274}"/>
              </a:ext>
            </a:extLst>
          </p:cNvPr>
          <p:cNvSpPr/>
          <p:nvPr/>
        </p:nvSpPr>
        <p:spPr>
          <a:xfrm>
            <a:off x="548640" y="822960"/>
            <a:ext cx="11091672" cy="1066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32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A connected device is only useful</a:t>
            </a:r>
          </a:p>
          <a:p>
            <a:pPr>
              <a:buNone/>
            </a:pPr>
            <a:r>
              <a:rPr lang="en-US" sz="32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if someone can act on what it shares.</a:t>
            </a:r>
            <a:endParaRPr lang="en-US"/>
          </a:p>
        </p:txBody>
      </p:sp>
      <p:sp>
        <p:nvSpPr>
          <p:cNvPr id="123649" name="Rectangle 123648">
            <a:extLst>
              <a:ext uri="{FF2B5EF4-FFF2-40B4-BE49-F238E27FC236}">
                <a16:creationId xmlns:a16="http://schemas.microsoft.com/office/drawing/2014/main" id="{34EE3537-A8EB-B101-228B-36C7CC64C995}"/>
              </a:ext>
            </a:extLst>
          </p:cNvPr>
          <p:cNvSpPr/>
          <p:nvPr/>
        </p:nvSpPr>
        <p:spPr>
          <a:xfrm>
            <a:off x="777240" y="2209800"/>
            <a:ext cx="150876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67E8F9"/>
                </a:solidFill>
                <a:effectLst/>
                <a:latin typeface="Consolas" panose="020B0609020204030204" pitchFamily="49" charset="0"/>
              </a:rPr>
              <a:t>SENSOR</a:t>
            </a:r>
          </a:p>
          <a:p>
            <a:pPr>
              <a:buNone/>
            </a:pPr>
            <a:r>
              <a:rPr lang="en-US" sz="1400">
                <a:solidFill>
                  <a:srgbClr val="67E8F9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123707" name="Rectangle 123706">
            <a:extLst>
              <a:ext uri="{FF2B5EF4-FFF2-40B4-BE49-F238E27FC236}">
                <a16:creationId xmlns:a16="http://schemas.microsoft.com/office/drawing/2014/main" id="{615F6B9D-3F58-4C98-7A6E-59C651E898D1}"/>
              </a:ext>
            </a:extLst>
          </p:cNvPr>
          <p:cNvSpPr/>
          <p:nvPr/>
        </p:nvSpPr>
        <p:spPr>
          <a:xfrm>
            <a:off x="777240" y="2529840"/>
            <a:ext cx="1508760" cy="792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Observe the world</a:t>
            </a:r>
          </a:p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123766" name="Rectangle 123765">
            <a:extLst>
              <a:ext uri="{FF2B5EF4-FFF2-40B4-BE49-F238E27FC236}">
                <a16:creationId xmlns:a16="http://schemas.microsoft.com/office/drawing/2014/main" id="{F0DA977E-68C3-36E1-5E5A-E3ED39A8429E}"/>
              </a:ext>
            </a:extLst>
          </p:cNvPr>
          <p:cNvSpPr/>
          <p:nvPr/>
        </p:nvSpPr>
        <p:spPr>
          <a:xfrm>
            <a:off x="3081528" y="2209800"/>
            <a:ext cx="150876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DBA74"/>
                </a:solidFill>
                <a:effectLst/>
                <a:latin typeface="Consolas" panose="020B0609020204030204" pitchFamily="49" charset="0"/>
              </a:rPr>
              <a:t>ESP32</a:t>
            </a:r>
          </a:p>
          <a:p>
            <a:pPr>
              <a:buNone/>
            </a:pPr>
            <a:r>
              <a:rPr lang="en-US" sz="1400">
                <a:solidFill>
                  <a:srgbClr val="FDBA74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123826" name="Rectangle 123825">
            <a:extLst>
              <a:ext uri="{FF2B5EF4-FFF2-40B4-BE49-F238E27FC236}">
                <a16:creationId xmlns:a16="http://schemas.microsoft.com/office/drawing/2014/main" id="{B33F4077-BE9C-CDA2-8D24-3EA52C1EB971}"/>
              </a:ext>
            </a:extLst>
          </p:cNvPr>
          <p:cNvSpPr/>
          <p:nvPr/>
        </p:nvSpPr>
        <p:spPr>
          <a:xfrm>
            <a:off x="3081528" y="2529840"/>
            <a:ext cx="150876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Decide locally</a:t>
            </a:r>
          </a:p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123887" name="Rectangle 123886">
            <a:extLst>
              <a:ext uri="{FF2B5EF4-FFF2-40B4-BE49-F238E27FC236}">
                <a16:creationId xmlns:a16="http://schemas.microsoft.com/office/drawing/2014/main" id="{43E41581-3DB1-AA8A-EA49-7FC267FA8BFC}"/>
              </a:ext>
            </a:extLst>
          </p:cNvPr>
          <p:cNvSpPr/>
          <p:nvPr/>
        </p:nvSpPr>
        <p:spPr>
          <a:xfrm>
            <a:off x="5385816" y="2209800"/>
            <a:ext cx="150876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4B5FD"/>
                </a:solidFill>
                <a:effectLst/>
                <a:latin typeface="Consolas" panose="020B0609020204030204" pitchFamily="49" charset="0"/>
              </a:rPr>
              <a:t>WI-FI</a:t>
            </a:r>
          </a:p>
          <a:p>
            <a:pPr>
              <a:buNone/>
            </a:pPr>
            <a:r>
              <a:rPr lang="en-US" sz="1400">
                <a:solidFill>
                  <a:srgbClr val="C4B5FD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123949" name="Rectangle 123948">
            <a:extLst>
              <a:ext uri="{FF2B5EF4-FFF2-40B4-BE49-F238E27FC236}">
                <a16:creationId xmlns:a16="http://schemas.microsoft.com/office/drawing/2014/main" id="{AC529838-A673-1A32-4638-6A447C4FC942}"/>
              </a:ext>
            </a:extLst>
          </p:cNvPr>
          <p:cNvSpPr/>
          <p:nvPr/>
        </p:nvSpPr>
        <p:spPr>
          <a:xfrm>
            <a:off x="5385816" y="2529840"/>
            <a:ext cx="1508760" cy="792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Carry the message</a:t>
            </a:r>
          </a:p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124012" name="Rectangle 124011">
            <a:extLst>
              <a:ext uri="{FF2B5EF4-FFF2-40B4-BE49-F238E27FC236}">
                <a16:creationId xmlns:a16="http://schemas.microsoft.com/office/drawing/2014/main" id="{66056C97-5E50-9B5A-A8A1-CE576FF94F7B}"/>
              </a:ext>
            </a:extLst>
          </p:cNvPr>
          <p:cNvSpPr/>
          <p:nvPr/>
        </p:nvSpPr>
        <p:spPr>
          <a:xfrm>
            <a:off x="7690104" y="2209800"/>
            <a:ext cx="150876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4B5FD"/>
                </a:solidFill>
                <a:effectLst/>
                <a:latin typeface="Consolas" panose="020B0609020204030204" pitchFamily="49" charset="0"/>
              </a:rPr>
              <a:t>WEB / CLOUD
 </a:t>
            </a:r>
            <a:endParaRPr lang="en-US"/>
          </a:p>
        </p:txBody>
      </p:sp>
      <p:sp>
        <p:nvSpPr>
          <p:cNvPr id="124076" name="Rectangle 124075">
            <a:extLst>
              <a:ext uri="{FF2B5EF4-FFF2-40B4-BE49-F238E27FC236}">
                <a16:creationId xmlns:a16="http://schemas.microsoft.com/office/drawing/2014/main" id="{EE61E9A0-5F91-62F1-54D8-9E896C641DAF}"/>
              </a:ext>
            </a:extLst>
          </p:cNvPr>
          <p:cNvSpPr/>
          <p:nvPr/>
        </p:nvSpPr>
        <p:spPr>
          <a:xfrm>
            <a:off x="7690104" y="2529840"/>
            <a:ext cx="1508760" cy="792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Show status, keep history</a:t>
            </a:r>
          </a:p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124141" name="Rectangle 124140">
            <a:extLst>
              <a:ext uri="{FF2B5EF4-FFF2-40B4-BE49-F238E27FC236}">
                <a16:creationId xmlns:a16="http://schemas.microsoft.com/office/drawing/2014/main" id="{D3A5E092-BD6B-E90F-2595-CDECE645C8B4}"/>
              </a:ext>
            </a:extLst>
          </p:cNvPr>
          <p:cNvSpPr/>
          <p:nvPr/>
        </p:nvSpPr>
        <p:spPr>
          <a:xfrm>
            <a:off x="9994392" y="2209800"/>
            <a:ext cx="150876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86EFAC"/>
                </a:solidFill>
                <a:effectLst/>
                <a:latin typeface="Consolas" panose="020B0609020204030204" pitchFamily="49" charset="0"/>
              </a:rPr>
              <a:t>USER</a:t>
            </a:r>
          </a:p>
          <a:p>
            <a:pPr>
              <a:buNone/>
            </a:pPr>
            <a:r>
              <a:rPr lang="en-US" sz="1400">
                <a:solidFill>
                  <a:srgbClr val="86EFAC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124207" name="Rectangle 124206">
            <a:extLst>
              <a:ext uri="{FF2B5EF4-FFF2-40B4-BE49-F238E27FC236}">
                <a16:creationId xmlns:a16="http://schemas.microsoft.com/office/drawing/2014/main" id="{FA0318F1-7F9F-DF47-55F2-8B65E3E9E2B9}"/>
              </a:ext>
            </a:extLst>
          </p:cNvPr>
          <p:cNvSpPr/>
          <p:nvPr/>
        </p:nvSpPr>
        <p:spPr>
          <a:xfrm>
            <a:off x="9994392" y="2529840"/>
            <a:ext cx="150876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Take action</a:t>
            </a:r>
          </a:p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124274" name="Rectangle 124273">
            <a:extLst>
              <a:ext uri="{FF2B5EF4-FFF2-40B4-BE49-F238E27FC236}">
                <a16:creationId xmlns:a16="http://schemas.microsoft.com/office/drawing/2014/main" id="{C052DCCB-216A-ACD5-7DFE-74E962A463F5}"/>
              </a:ext>
            </a:extLst>
          </p:cNvPr>
          <p:cNvSpPr/>
          <p:nvPr/>
        </p:nvSpPr>
        <p:spPr>
          <a:xfrm>
            <a:off x="2377440" y="4011168"/>
            <a:ext cx="292608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86EFAC"/>
                </a:solidFill>
                <a:effectLst/>
                <a:latin typeface="Consolas" panose="020B0609020204030204" pitchFamily="49" charset="0"/>
              </a:rPr>
              <a:t>LOCAL OUTPUT</a:t>
            </a:r>
          </a:p>
          <a:p>
            <a:pPr>
              <a:buNone/>
            </a:pPr>
            <a:r>
              <a:rPr lang="en-US" sz="1400">
                <a:solidFill>
                  <a:srgbClr val="86EFAC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124342" name="Rectangle 124341">
            <a:extLst>
              <a:ext uri="{FF2B5EF4-FFF2-40B4-BE49-F238E27FC236}">
                <a16:creationId xmlns:a16="http://schemas.microsoft.com/office/drawing/2014/main" id="{19C15FCF-FA35-08C5-3AA3-AB5F4C18D68C}"/>
              </a:ext>
            </a:extLst>
          </p:cNvPr>
          <p:cNvSpPr/>
          <p:nvPr/>
        </p:nvSpPr>
        <p:spPr>
          <a:xfrm>
            <a:off x="2377440" y="4331208"/>
            <a:ext cx="2926080" cy="792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Buzzer or LED still responds if Wi-Fi drops</a:t>
            </a:r>
          </a:p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124411" name="Rectangle 124410">
            <a:extLst>
              <a:ext uri="{FF2B5EF4-FFF2-40B4-BE49-F238E27FC236}">
                <a16:creationId xmlns:a16="http://schemas.microsoft.com/office/drawing/2014/main" id="{85D0C90F-E8ED-44DF-3CF7-D79318BA65D0}"/>
              </a:ext>
            </a:extLst>
          </p:cNvPr>
          <p:cNvSpPr/>
          <p:nvPr/>
        </p:nvSpPr>
        <p:spPr>
          <a:xfrm>
            <a:off x="5760720" y="3947160"/>
            <a:ext cx="5879592" cy="1066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 dirty="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Smart alarm: The buzzer sounds locally</a:t>
            </a:r>
            <a:r>
              <a:rPr lang="en-US" sz="1600" dirty="0">
                <a:solidFill>
                  <a:srgbClr val="F8FAFC"/>
                </a:solidFill>
                <a:latin typeface="Calibri" panose="020F0502020204030204" pitchFamily="34" charset="0"/>
              </a:rPr>
              <a:t>, </a:t>
            </a:r>
            <a:r>
              <a:rPr lang="en-US" sz="1600" dirty="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the dashboard adds context.</a:t>
            </a:r>
          </a:p>
          <a:p>
            <a:pPr>
              <a:buNone/>
            </a:pPr>
            <a:endParaRPr lang="en-US" sz="1600" dirty="0">
              <a:solidFill>
                <a:srgbClr val="F8FAFC"/>
              </a:solidFill>
              <a:effectLst/>
              <a:latin typeface="Calibri" panose="020F0502020204030204" pitchFamily="34" charset="0"/>
            </a:endParaRPr>
          </a:p>
          <a:p>
            <a:pPr>
              <a:buNone/>
            </a:pPr>
            <a:r>
              <a:rPr lang="en-US" sz="1600" dirty="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Traffic model: Report the simulated event and never treat noise as authority.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8870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76" name="Rectangle 124975">
            <a:extLst>
              <a:ext uri="{FF2B5EF4-FFF2-40B4-BE49-F238E27FC236}">
                <a16:creationId xmlns:a16="http://schemas.microsoft.com/office/drawing/2014/main" id="{197E3307-F1BE-62DE-DBF5-5E4411E3A86D}"/>
              </a:ext>
            </a:extLst>
          </p:cNvPr>
          <p:cNvSpPr/>
          <p:nvPr/>
        </p:nvSpPr>
        <p:spPr>
          <a:xfrm>
            <a:off x="548640" y="621792"/>
            <a:ext cx="457200" cy="41148"/>
          </a:xfrm>
          <a:prstGeom prst="rect">
            <a:avLst/>
          </a:prstGeom>
          <a:solidFill>
            <a:srgbClr val="C4B5FD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979" name="Rectangle 124978">
            <a:extLst>
              <a:ext uri="{FF2B5EF4-FFF2-40B4-BE49-F238E27FC236}">
                <a16:creationId xmlns:a16="http://schemas.microsoft.com/office/drawing/2014/main" id="{4BA73FB7-BA03-F92E-2F16-9ACA78454348}"/>
              </a:ext>
            </a:extLst>
          </p:cNvPr>
          <p:cNvSpPr/>
          <p:nvPr/>
        </p:nvSpPr>
        <p:spPr>
          <a:xfrm>
            <a:off x="548640" y="2164080"/>
            <a:ext cx="5806440" cy="36393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983" name="Rectangle 124982">
            <a:extLst>
              <a:ext uri="{FF2B5EF4-FFF2-40B4-BE49-F238E27FC236}">
                <a16:creationId xmlns:a16="http://schemas.microsoft.com/office/drawing/2014/main" id="{0F0AC648-A6E9-50B7-4669-ABDF2F08BA87}"/>
              </a:ext>
            </a:extLst>
          </p:cNvPr>
          <p:cNvSpPr/>
          <p:nvPr/>
        </p:nvSpPr>
        <p:spPr>
          <a:xfrm>
            <a:off x="6675120" y="2164080"/>
            <a:ext cx="4965192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988" name="Rectangle 124987">
            <a:extLst>
              <a:ext uri="{FF2B5EF4-FFF2-40B4-BE49-F238E27FC236}">
                <a16:creationId xmlns:a16="http://schemas.microsoft.com/office/drawing/2014/main" id="{A10DA9E9-F54B-85FE-39C2-763122B834E5}"/>
              </a:ext>
            </a:extLst>
          </p:cNvPr>
          <p:cNvSpPr/>
          <p:nvPr/>
        </p:nvSpPr>
        <p:spPr>
          <a:xfrm>
            <a:off x="6675120" y="2164080"/>
            <a:ext cx="64008" cy="914400"/>
          </a:xfrm>
          <a:prstGeom prst="rect">
            <a:avLst/>
          </a:prstGeom>
          <a:solidFill>
            <a:srgbClr val="C4B5FD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994" name="Arrow: Down 124993">
            <a:extLst>
              <a:ext uri="{FF2B5EF4-FFF2-40B4-BE49-F238E27FC236}">
                <a16:creationId xmlns:a16="http://schemas.microsoft.com/office/drawing/2014/main" id="{458F5A2D-CC71-DD40-32AA-0EA6A824D11F}"/>
              </a:ext>
            </a:extLst>
          </p:cNvPr>
          <p:cNvSpPr/>
          <p:nvPr/>
        </p:nvSpPr>
        <p:spPr>
          <a:xfrm>
            <a:off x="9020556" y="3133344"/>
            <a:ext cx="274320" cy="173736"/>
          </a:xfrm>
          <a:prstGeom prst="downArrow">
            <a:avLst/>
          </a:prstGeom>
          <a:solidFill>
            <a:srgbClr val="CBD5E1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001" name="Rectangle 125000">
            <a:extLst>
              <a:ext uri="{FF2B5EF4-FFF2-40B4-BE49-F238E27FC236}">
                <a16:creationId xmlns:a16="http://schemas.microsoft.com/office/drawing/2014/main" id="{332BE3ED-7084-1785-78C6-5B5835508D24}"/>
              </a:ext>
            </a:extLst>
          </p:cNvPr>
          <p:cNvSpPr/>
          <p:nvPr/>
        </p:nvSpPr>
        <p:spPr>
          <a:xfrm>
            <a:off x="6675120" y="3361944"/>
            <a:ext cx="4965192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009" name="Rectangle 125008">
            <a:extLst>
              <a:ext uri="{FF2B5EF4-FFF2-40B4-BE49-F238E27FC236}">
                <a16:creationId xmlns:a16="http://schemas.microsoft.com/office/drawing/2014/main" id="{540A0DF3-A685-2AF1-23E9-E9F1BED72894}"/>
              </a:ext>
            </a:extLst>
          </p:cNvPr>
          <p:cNvSpPr/>
          <p:nvPr/>
        </p:nvSpPr>
        <p:spPr>
          <a:xfrm>
            <a:off x="6675120" y="3361944"/>
            <a:ext cx="64008" cy="914400"/>
          </a:xfrm>
          <a:prstGeom prst="rect">
            <a:avLst/>
          </a:prstGeom>
          <a:solidFill>
            <a:srgbClr val="C4B5FD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018" name="Arrow: Down 125017">
            <a:extLst>
              <a:ext uri="{FF2B5EF4-FFF2-40B4-BE49-F238E27FC236}">
                <a16:creationId xmlns:a16="http://schemas.microsoft.com/office/drawing/2014/main" id="{D796D2DD-BCAA-121D-D3D8-EF38662A522E}"/>
              </a:ext>
            </a:extLst>
          </p:cNvPr>
          <p:cNvSpPr/>
          <p:nvPr/>
        </p:nvSpPr>
        <p:spPr>
          <a:xfrm>
            <a:off x="9020556" y="4331208"/>
            <a:ext cx="274320" cy="173736"/>
          </a:xfrm>
          <a:prstGeom prst="downArrow">
            <a:avLst/>
          </a:prstGeom>
          <a:solidFill>
            <a:srgbClr val="CBD5E1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028" name="Rectangle 125027">
            <a:extLst>
              <a:ext uri="{FF2B5EF4-FFF2-40B4-BE49-F238E27FC236}">
                <a16:creationId xmlns:a16="http://schemas.microsoft.com/office/drawing/2014/main" id="{1A4F3CBD-018A-9536-37FB-4874727E7665}"/>
              </a:ext>
            </a:extLst>
          </p:cNvPr>
          <p:cNvSpPr/>
          <p:nvPr/>
        </p:nvSpPr>
        <p:spPr>
          <a:xfrm>
            <a:off x="6675120" y="4559808"/>
            <a:ext cx="4965192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039" name="Rectangle 125038">
            <a:extLst>
              <a:ext uri="{FF2B5EF4-FFF2-40B4-BE49-F238E27FC236}">
                <a16:creationId xmlns:a16="http://schemas.microsoft.com/office/drawing/2014/main" id="{E796B1E1-D138-7755-D306-C7693C778947}"/>
              </a:ext>
            </a:extLst>
          </p:cNvPr>
          <p:cNvSpPr/>
          <p:nvPr/>
        </p:nvSpPr>
        <p:spPr>
          <a:xfrm>
            <a:off x="6675120" y="4559808"/>
            <a:ext cx="64008" cy="914400"/>
          </a:xfrm>
          <a:prstGeom prst="rect">
            <a:avLst/>
          </a:prstGeom>
          <a:solidFill>
            <a:srgbClr val="86EFAC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051" name="Rectangle 125050">
            <a:extLst>
              <a:ext uri="{FF2B5EF4-FFF2-40B4-BE49-F238E27FC236}">
                <a16:creationId xmlns:a16="http://schemas.microsoft.com/office/drawing/2014/main" id="{681E550C-3403-F344-BCB7-F7A29D555E73}"/>
              </a:ext>
            </a:extLst>
          </p:cNvPr>
          <p:cNvSpPr/>
          <p:nvPr/>
        </p:nvSpPr>
        <p:spPr>
          <a:xfrm>
            <a:off x="1143000" y="411480"/>
            <a:ext cx="859536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onsolas" panose="020B0609020204030204" pitchFamily="49" charset="0"/>
              </a:rPr>
              <a:t>PART 11 · IOT ON THE ESP32 · SETTING UP A WEB SERVER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125078" name="Rectangle 125077">
            <a:extLst>
              <a:ext uri="{FF2B5EF4-FFF2-40B4-BE49-F238E27FC236}">
                <a16:creationId xmlns:a16="http://schemas.microsoft.com/office/drawing/2014/main" id="{13BF1C82-BD1F-1479-8FA9-983C431490C3}"/>
              </a:ext>
            </a:extLst>
          </p:cNvPr>
          <p:cNvSpPr/>
          <p:nvPr/>
        </p:nvSpPr>
        <p:spPr>
          <a:xfrm>
            <a:off x="548640" y="822960"/>
            <a:ext cx="11091672" cy="1066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32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The ESP32 can serve a web page</a:t>
            </a:r>
          </a:p>
          <a:p>
            <a:pPr>
              <a:buNone/>
            </a:pPr>
            <a:r>
              <a:rPr lang="en-US" sz="32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that shows its own sensor reading.</a:t>
            </a:r>
            <a:endParaRPr lang="en-US"/>
          </a:p>
        </p:txBody>
      </p:sp>
      <p:sp>
        <p:nvSpPr>
          <p:cNvPr id="125093" name="Rectangle 125092">
            <a:extLst>
              <a:ext uri="{FF2B5EF4-FFF2-40B4-BE49-F238E27FC236}">
                <a16:creationId xmlns:a16="http://schemas.microsoft.com/office/drawing/2014/main" id="{38A85817-0CAC-976C-7CD5-EEAF338F1F85}"/>
              </a:ext>
            </a:extLst>
          </p:cNvPr>
          <p:cNvSpPr/>
          <p:nvPr/>
        </p:nvSpPr>
        <p:spPr>
          <a:xfrm>
            <a:off x="685800" y="2191512"/>
            <a:ext cx="411480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onsolas" panose="020B0609020204030204" pitchFamily="49" charset="0"/>
              </a:rPr>
              <a:t>webserver.ino · arduino-esp32</a:t>
            </a:r>
          </a:p>
          <a:p>
            <a:pPr>
              <a:buNone/>
            </a:pPr>
            <a:r>
              <a:rPr lang="en-US" sz="1400">
                <a:solidFill>
                  <a:srgbClr val="CBD5E1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125126" name="Rectangle 125125">
            <a:extLst>
              <a:ext uri="{FF2B5EF4-FFF2-40B4-BE49-F238E27FC236}">
                <a16:creationId xmlns:a16="http://schemas.microsoft.com/office/drawing/2014/main" id="{890397F5-A206-6754-2DAC-A2C621C1B246}"/>
              </a:ext>
            </a:extLst>
          </p:cNvPr>
          <p:cNvSpPr/>
          <p:nvPr/>
        </p:nvSpPr>
        <p:spPr>
          <a:xfrm>
            <a:off x="6903720" y="2209800"/>
            <a:ext cx="4599432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4B5FD"/>
                </a:solidFill>
                <a:effectLst/>
                <a:latin typeface="Consolas" panose="020B0609020204030204" pitchFamily="49" charset="0"/>
              </a:rPr>
              <a:t>1 · JOIN THE NETWORK</a:t>
            </a:r>
          </a:p>
          <a:p>
            <a:pPr>
              <a:buNone/>
            </a:pPr>
            <a:r>
              <a:rPr lang="en-US" sz="1400">
                <a:solidFill>
                  <a:srgbClr val="C4B5FD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125144" name="Rectangle 125143">
            <a:extLst>
              <a:ext uri="{FF2B5EF4-FFF2-40B4-BE49-F238E27FC236}">
                <a16:creationId xmlns:a16="http://schemas.microsoft.com/office/drawing/2014/main" id="{2A78FB63-6BB1-9E4F-3FFA-63DD459A4364}"/>
              </a:ext>
            </a:extLst>
          </p:cNvPr>
          <p:cNvSpPr/>
          <p:nvPr/>
        </p:nvSpPr>
        <p:spPr>
          <a:xfrm>
            <a:off x="6903720" y="2502408"/>
            <a:ext cx="4599432" cy="792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WiFi.begin() joins the classroom Wi-Fi — or WiFi.softAP() makes the ESP32 its own hotspot.</a:t>
            </a:r>
          </a:p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125163" name="Rectangle 125162">
            <a:extLst>
              <a:ext uri="{FF2B5EF4-FFF2-40B4-BE49-F238E27FC236}">
                <a16:creationId xmlns:a16="http://schemas.microsoft.com/office/drawing/2014/main" id="{41624AE2-B739-EA12-5FD2-29F89F9F886C}"/>
              </a:ext>
            </a:extLst>
          </p:cNvPr>
          <p:cNvSpPr/>
          <p:nvPr/>
        </p:nvSpPr>
        <p:spPr>
          <a:xfrm>
            <a:off x="6903720" y="3407664"/>
            <a:ext cx="4599432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C4B5FD"/>
                </a:solidFill>
                <a:effectLst/>
                <a:latin typeface="Consolas" panose="020B0609020204030204" pitchFamily="49" charset="0"/>
              </a:rPr>
              <a:t>2 · LISTEN ON PORT 80</a:t>
            </a:r>
          </a:p>
          <a:p>
            <a:pPr>
              <a:buNone/>
            </a:pPr>
            <a:r>
              <a:rPr lang="en-US" sz="1400">
                <a:solidFill>
                  <a:srgbClr val="C4B5FD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125183" name="Rectangle 125182">
            <a:extLst>
              <a:ext uri="{FF2B5EF4-FFF2-40B4-BE49-F238E27FC236}">
                <a16:creationId xmlns:a16="http://schemas.microsoft.com/office/drawing/2014/main" id="{5804231B-4D98-2DB6-1BC5-8D53F09F303F}"/>
              </a:ext>
            </a:extLst>
          </p:cNvPr>
          <p:cNvSpPr/>
          <p:nvPr/>
        </p:nvSpPr>
        <p:spPr>
          <a:xfrm>
            <a:off x="6903720" y="3700272"/>
            <a:ext cx="4599432" cy="792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WebServer waits for requests and the Serial Monitor prints the board's IP address.</a:t>
            </a:r>
          </a:p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125204" name="Rectangle 125203">
            <a:extLst>
              <a:ext uri="{FF2B5EF4-FFF2-40B4-BE49-F238E27FC236}">
                <a16:creationId xmlns:a16="http://schemas.microsoft.com/office/drawing/2014/main" id="{3D95B23B-B8C8-EDAA-7F69-03C1BE80308F}"/>
              </a:ext>
            </a:extLst>
          </p:cNvPr>
          <p:cNvSpPr/>
          <p:nvPr/>
        </p:nvSpPr>
        <p:spPr>
          <a:xfrm>
            <a:off x="6903720" y="4605528"/>
            <a:ext cx="4599432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86EFAC"/>
                </a:solidFill>
                <a:effectLst/>
                <a:latin typeface="Consolas" panose="020B0609020204030204" pitchFamily="49" charset="0"/>
              </a:rPr>
              <a:t>3 · RESPOND</a:t>
            </a:r>
          </a:p>
          <a:p>
            <a:pPr>
              <a:buNone/>
            </a:pPr>
            <a:r>
              <a:rPr lang="en-US" sz="1400">
                <a:solidFill>
                  <a:srgbClr val="86EFAC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/>
          </a:p>
        </p:txBody>
      </p:sp>
      <p:sp>
        <p:nvSpPr>
          <p:cNvPr id="125226" name="Rectangle 125225">
            <a:extLst>
              <a:ext uri="{FF2B5EF4-FFF2-40B4-BE49-F238E27FC236}">
                <a16:creationId xmlns:a16="http://schemas.microsoft.com/office/drawing/2014/main" id="{D694648F-A86B-BDBD-C85E-2D3602DE747D}"/>
              </a:ext>
            </a:extLst>
          </p:cNvPr>
          <p:cNvSpPr/>
          <p:nvPr/>
        </p:nvSpPr>
        <p:spPr>
          <a:xfrm>
            <a:off x="6903720" y="4898136"/>
            <a:ext cx="4599432" cy="792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A laptop browser opens http://&lt;board-ip&gt;/ — the board replies with its live reading.</a:t>
            </a:r>
          </a:p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 </a:t>
            </a:r>
            <a:endParaRPr lang="en-US"/>
          </a:p>
        </p:txBody>
      </p:sp>
      <p:sp>
        <p:nvSpPr>
          <p:cNvPr id="128272" name="Rectangle 128271">
            <a:extLst>
              <a:ext uri="{FF2B5EF4-FFF2-40B4-BE49-F238E27FC236}">
                <a16:creationId xmlns:a16="http://schemas.microsoft.com/office/drawing/2014/main" id="{45EB05DD-3564-5D13-3B33-734F0041A6BB}"/>
              </a:ext>
            </a:extLst>
          </p:cNvPr>
          <p:cNvSpPr/>
          <p:nvPr/>
        </p:nvSpPr>
        <p:spPr>
          <a:xfrm>
            <a:off x="731520" y="2465832"/>
            <a:ext cx="5486400" cy="3078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onsolas" panose="020B0609020204030204" pitchFamily="49" charset="0"/>
              </a:rPr>
              <a:t>#include &lt;WiFi.h&gt;</a:t>
            </a:r>
          </a:p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onsolas" panose="020B0609020204030204" pitchFamily="49" charset="0"/>
              </a:rPr>
              <a:t>#include &lt;WebServer.h&gt;</a:t>
            </a:r>
          </a:p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onsolas" panose="020B0609020204030204" pitchFamily="49" charset="0"/>
              </a:rPr>
              <a:t>WebServer server(80);</a:t>
            </a:r>
          </a:p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onsolas" panose="020B0609020204030204" pitchFamily="49" charset="0"/>
              </a:rPr>
              <a:t>void setup() {</a:t>
            </a:r>
          </a:p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onsolas" panose="020B0609020204030204" pitchFamily="49" charset="0"/>
              </a:rPr>
              <a:t>  WiFi.begin(SSID, PASSWORD);</a:t>
            </a:r>
          </a:p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onsolas" panose="020B0609020204030204" pitchFamily="49" charset="0"/>
              </a:rPr>
              <a:t>  while (WiFi.status() != WL_CONNECTED)</a:t>
            </a:r>
          </a:p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onsolas" panose="020B0609020204030204" pitchFamily="49" charset="0"/>
              </a:rPr>
              <a:t>    delay(500);</a:t>
            </a:r>
          </a:p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onsolas" panose="020B0609020204030204" pitchFamily="49" charset="0"/>
              </a:rPr>
              <a:t>  server.on("/", []() {</a:t>
            </a:r>
          </a:p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onsolas" panose="020B0609020204030204" pitchFamily="49" charset="0"/>
              </a:rPr>
              <a:t>    server.send(200, "text/plain",</a:t>
            </a:r>
          </a:p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onsolas" panose="020B0609020204030204" pitchFamily="49" charset="0"/>
              </a:rPr>
              <a:t>                String(analogRead(POT_PIN)));</a:t>
            </a:r>
          </a:p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onsolas" panose="020B0609020204030204" pitchFamily="49" charset="0"/>
              </a:rPr>
              <a:t>  });</a:t>
            </a:r>
          </a:p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onsolas" panose="020B0609020204030204" pitchFamily="49" charset="0"/>
              </a:rPr>
              <a:t>  server.begin();</a:t>
            </a:r>
          </a:p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400">
                <a:solidFill>
                  <a:srgbClr val="F8FAFC"/>
                </a:solidFill>
                <a:effectLst/>
                <a:latin typeface="Consolas" panose="020B0609020204030204" pitchFamily="49" charset="0"/>
              </a:rPr>
              <a:t>void loop() { server.handleClient(); }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2106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630C88-0ED5-5197-A1F9-DFFED53BD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76" name="Rectangle 124975">
            <a:extLst>
              <a:ext uri="{FF2B5EF4-FFF2-40B4-BE49-F238E27FC236}">
                <a16:creationId xmlns:a16="http://schemas.microsoft.com/office/drawing/2014/main" id="{B02D2235-8CE7-CCC9-FAA0-F8C44139EB76}"/>
              </a:ext>
            </a:extLst>
          </p:cNvPr>
          <p:cNvSpPr/>
          <p:nvPr/>
        </p:nvSpPr>
        <p:spPr>
          <a:xfrm>
            <a:off x="548640" y="621792"/>
            <a:ext cx="457200" cy="41148"/>
          </a:xfrm>
          <a:prstGeom prst="rect">
            <a:avLst/>
          </a:prstGeom>
          <a:solidFill>
            <a:srgbClr val="C4B5FD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051" name="Rectangle 125050">
            <a:extLst>
              <a:ext uri="{FF2B5EF4-FFF2-40B4-BE49-F238E27FC236}">
                <a16:creationId xmlns:a16="http://schemas.microsoft.com/office/drawing/2014/main" id="{3F01235B-DC86-0F29-8164-0C5755757379}"/>
              </a:ext>
            </a:extLst>
          </p:cNvPr>
          <p:cNvSpPr/>
          <p:nvPr/>
        </p:nvSpPr>
        <p:spPr>
          <a:xfrm>
            <a:off x="1143000" y="411480"/>
            <a:ext cx="8595360" cy="579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endParaRPr lang="en-US" sz="1400" dirty="0">
              <a:solidFill>
                <a:srgbClr val="CBD5E1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CBD5E1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 dirty="0"/>
          </a:p>
        </p:txBody>
      </p:sp>
      <p:sp>
        <p:nvSpPr>
          <p:cNvPr id="125078" name="Rectangle 125077">
            <a:extLst>
              <a:ext uri="{FF2B5EF4-FFF2-40B4-BE49-F238E27FC236}">
                <a16:creationId xmlns:a16="http://schemas.microsoft.com/office/drawing/2014/main" id="{9A5CF932-3121-0223-548E-949ACC21D4C1}"/>
              </a:ext>
            </a:extLst>
          </p:cNvPr>
          <p:cNvSpPr/>
          <p:nvPr/>
        </p:nvSpPr>
        <p:spPr>
          <a:xfrm>
            <a:off x="452776" y="840462"/>
            <a:ext cx="11091672" cy="1066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3200" dirty="0">
                <a:solidFill>
                  <a:srgbClr val="F8FAFC"/>
                </a:solidFill>
                <a:effectLst/>
                <a:latin typeface="Calibri" panose="020F0502020204030204" pitchFamily="34" charset="0"/>
              </a:rPr>
              <a:t>The ESP32 can be connect to any APIs.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78E077-F2DE-D21B-3F66-FA7371A72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84784"/>
            <a:ext cx="5151783" cy="34345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FB158F-9F87-A832-D57E-7A47CC1D43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1579" y="2084785"/>
            <a:ext cx="5151783" cy="3434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389814"/>
      </p:ext>
    </p:extLst>
  </p:cSld>
  <p:clrMapOvr>
    <a:masterClrMapping/>
  </p:clrMapOvr>
</p:sld>
</file>

<file path=ppt/theme/theme1.xml><?xml version="1.0" encoding="utf-8"?>
<a:theme xmlns:a="http://schemas.openxmlformats.org/drawingml/2006/main" name="Axis">
  <a:themeElements>
    <a:clrScheme name="Southwester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A8BABF"/>
      </a:accent1>
      <a:accent2>
        <a:srgbClr val="C16A38"/>
      </a:accent2>
      <a:accent3>
        <a:srgbClr val="7B441F"/>
      </a:accent3>
      <a:accent4>
        <a:srgbClr val="DAC68B"/>
      </a:accent4>
      <a:accent5>
        <a:srgbClr val="B6BAA5"/>
      </a:accent5>
      <a:accent6>
        <a:srgbClr val="716C34"/>
      </a:accent6>
      <a:hlink>
        <a:srgbClr val="467886"/>
      </a:hlink>
      <a:folHlink>
        <a:srgbClr val="96607D"/>
      </a:folHlink>
    </a:clrScheme>
    <a:fontScheme name="Custom 13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xis" id="{2A75EA04-0AE5-4074-9538-7DA6C138DAE9}" vid="{E39B6906-D52F-4B95-B43C-27F512CB479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cf75356e-fe8e-498d-be4b-37ec8fbf04cf}" enabled="0" method="" siteId="{cf75356e-fe8e-498d-be4b-37ec8fbf04c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454</TotalTime>
  <Words>1936</Words>
  <Application>Microsoft Office PowerPoint</Application>
  <PresentationFormat>Widescreen</PresentationFormat>
  <Paragraphs>471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Consolas</vt:lpstr>
      <vt:lpstr>Neue Haas Grotesk Text Pro</vt:lpstr>
      <vt:lpstr>Axis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Rajavel, Nithish</cp:lastModifiedBy>
  <cp:revision>4</cp:revision>
  <dcterms:created xsi:type="dcterms:W3CDTF">2026-09-10T14:35:05Z</dcterms:created>
  <dcterms:modified xsi:type="dcterms:W3CDTF">2026-09-12T00:13:11Z</dcterms:modified>
  <cp:category/>
</cp:coreProperties>
</file>