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457" r:id="rId3"/>
    <p:sldId id="659" r:id="rId4"/>
    <p:sldId id="862" r:id="rId5"/>
    <p:sldId id="1066" r:id="rId6"/>
    <p:sldId id="1271" r:id="rId7"/>
    <p:sldId id="1477" r:id="rId8"/>
    <p:sldId id="1892" r:id="rId9"/>
    <p:sldId id="2311" r:id="rId10"/>
    <p:sldId id="2522" r:id="rId11"/>
    <p:sldId id="2734" r:id="rId12"/>
    <p:sldId id="1684" r:id="rId13"/>
    <p:sldId id="2101" r:id="rId14"/>
    <p:sldId id="2947" r:id="rId15"/>
    <p:sldId id="3161" r:id="rId16"/>
    <p:sldId id="3376" r:id="rId17"/>
    <p:sldId id="3592" r:id="rId18"/>
    <p:sldId id="4228" r:id="rId19"/>
    <p:sldId id="3809" r:id="rId20"/>
    <p:sldId id="4027"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CC62D7-DE3C-4775-992D-B371EEDE478C}" v="2" dt="2026-09-10T15:09:58.472"/>
    <p1510:client id="{42A897C0-9228-4EA1-A60D-489C309FD87E}" v="7" dt="2026-09-10T15:57:52.499"/>
    <p1510:client id="{57B643FA-356B-4D59-BB8A-E2EC6EF9CC9E}" v="2" dt="2026-09-10T14:43:58.294"/>
    <p1510:client id="{6AFE46F4-5918-44AB-9FA2-5ECE5EB19E1F}" v="1" dt="2026-09-10T15:18:48.361"/>
    <p1510:client id="{BB040130-D206-40EC-B57B-1A3B9CD24595}" v="7" dt="2026-09-10T14:56:02.173"/>
    <p1510:client id="{CC93231F-1CF4-4167-A5B1-31B9B41FDB55}" v="1" dt="2026-09-10T14:35:15.161"/>
    <p1510:client id="{DC232F59-37F0-42BE-89CD-4DF351B6F637}" v="4" dt="2026-09-10T17:14:43.1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BB040130-D206-40EC-B57B-1A3B9CD24595}"/>
    <pc:docChg chg="modSld">
      <pc:chgData name="" userId="" providerId="" clId="Web-{BB040130-D206-40EC-B57B-1A3B9CD24595}" dt="2026-09-10T14:56:02.173" v="13" actId="34807"/>
      <pc:docMkLst>
        <pc:docMk/>
      </pc:docMkLst>
      <pc:sldChg chg="modSp">
        <pc:chgData name="" userId="" providerId="" clId="Web-{BB040130-D206-40EC-B57B-1A3B9CD24595}" dt="2026-09-10T14:51:13.569" v="4" actId="34807"/>
        <pc:sldMkLst>
          <pc:docMk/>
          <pc:sldMk cId="3541133800" sldId="457"/>
        </pc:sldMkLst>
        <pc:spChg chg="mod">
          <ac:chgData name="" userId="" providerId="" clId="Web-{BB040130-D206-40EC-B57B-1A3B9CD24595}" dt="2026-09-10T14:51:13.569" v="4" actId="34807"/>
          <ac:spMkLst>
            <pc:docMk/>
            <pc:sldMk cId="3541133800" sldId="457"/>
            <ac:spMk id="182" creationId="{2A42EA21-C78B-88BF-DAB0-ECC34E972E68}"/>
          </ac:spMkLst>
        </pc:spChg>
      </pc:sldChg>
      <pc:sldChg chg="modSp">
        <pc:chgData name="" userId="" providerId="" clId="Web-{BB040130-D206-40EC-B57B-1A3B9CD24595}" dt="2026-09-10T14:51:55.820" v="6" actId="34807"/>
        <pc:sldMkLst>
          <pc:docMk/>
          <pc:sldMk cId="1763520816" sldId="659"/>
        </pc:sldMkLst>
        <pc:spChg chg="mod">
          <ac:chgData name="" userId="" providerId="" clId="Web-{BB040130-D206-40EC-B57B-1A3B9CD24595}" dt="2026-09-10T14:51:55.820" v="6" actId="34807"/>
          <ac:spMkLst>
            <pc:docMk/>
            <pc:sldMk cId="1763520816" sldId="659"/>
            <ac:spMk id="526" creationId="{91FFF11F-B0FC-999D-63AD-B1B77FA9E885}"/>
          </ac:spMkLst>
        </pc:spChg>
      </pc:sldChg>
      <pc:sldChg chg="addSp delSp modSp">
        <pc:chgData name="" userId="" providerId="" clId="Web-{BB040130-D206-40EC-B57B-1A3B9CD24595}" dt="2026-09-10T14:52:50.744" v="9" actId="34807"/>
        <pc:sldMkLst>
          <pc:docMk/>
          <pc:sldMk cId="1623597511" sldId="862"/>
        </pc:sldMkLst>
        <pc:spChg chg="mod">
          <ac:chgData name="" userId="" providerId="" clId="Web-{BB040130-D206-40EC-B57B-1A3B9CD24595}" dt="2026-09-10T14:51:55.820" v="6" actId="34807"/>
          <ac:spMkLst>
            <pc:docMk/>
            <pc:sldMk cId="1623597511" sldId="862"/>
            <ac:spMk id="1026" creationId="{1DD51418-2E5B-8D75-4ADE-429F9834BE4A}"/>
          </ac:spMkLst>
        </pc:spChg>
        <pc:spChg chg="del mod">
          <ac:chgData name="" userId="" providerId="" clId="Web-{BB040130-D206-40EC-B57B-1A3B9CD24595}" dt="2026-09-10T14:52:50.744" v="9" actId="34807"/>
          <ac:spMkLst>
            <pc:docMk/>
            <pc:sldMk cId="1623597511" sldId="862"/>
            <ac:spMk id="1178" creationId="{564B7BA1-F378-5B37-787F-19BCBFE6CA04}"/>
          </ac:spMkLst>
        </pc:spChg>
        <pc:spChg chg="add mod">
          <ac:chgData name="" userId="" providerId="" clId="Web-{BB040130-D206-40EC-B57B-1A3B9CD24595}" dt="2026-09-10T14:52:50.744" v="9" actId="34807"/>
          <ac:spMkLst>
            <pc:docMk/>
            <pc:sldMk cId="1623597511" sldId="862"/>
            <ac:spMk id="6771" creationId="{887969FE-8074-8904-C4E1-CABDB075B0D1}"/>
          </ac:spMkLst>
        </pc:spChg>
      </pc:sldChg>
      <pc:sldChg chg="modSp">
        <pc:chgData name="" userId="" providerId="" clId="Web-{BB040130-D206-40EC-B57B-1A3B9CD24595}" dt="2026-09-10T14:51:55.820" v="6" actId="34807"/>
        <pc:sldMkLst>
          <pc:docMk/>
          <pc:sldMk cId="4002290918" sldId="1066"/>
        </pc:sldMkLst>
        <pc:spChg chg="mod">
          <ac:chgData name="" userId="" providerId="" clId="Web-{BB040130-D206-40EC-B57B-1A3B9CD24595}" dt="2026-09-10T14:51:55.820" v="6" actId="34807"/>
          <ac:spMkLst>
            <pc:docMk/>
            <pc:sldMk cId="4002290918" sldId="1066"/>
            <ac:spMk id="1702" creationId="{C15CF04A-D8BE-2F26-4DB7-F6E717A335FC}"/>
          </ac:spMkLst>
        </pc:spChg>
      </pc:sldChg>
      <pc:sldChg chg="modSp">
        <pc:chgData name="" userId="" providerId="" clId="Web-{BB040130-D206-40EC-B57B-1A3B9CD24595}" dt="2026-09-10T14:51:55.820" v="6" actId="34807"/>
        <pc:sldMkLst>
          <pc:docMk/>
          <pc:sldMk cId="2736095792" sldId="1271"/>
        </pc:sldMkLst>
        <pc:spChg chg="mod">
          <ac:chgData name="" userId="" providerId="" clId="Web-{BB040130-D206-40EC-B57B-1A3B9CD24595}" dt="2026-09-10T14:51:55.820" v="6" actId="34807"/>
          <ac:spMkLst>
            <pc:docMk/>
            <pc:sldMk cId="2736095792" sldId="1271"/>
            <ac:spMk id="1817" creationId="{25A045A0-D60A-5D8E-943C-B1F4B5F37215}"/>
          </ac:spMkLst>
        </pc:spChg>
      </pc:sldChg>
      <pc:sldChg chg="addSp delSp modSp">
        <pc:chgData name="" userId="" providerId="" clId="Web-{BB040130-D206-40EC-B57B-1A3B9CD24595}" dt="2026-09-10T14:52:50.744" v="9" actId="34807"/>
        <pc:sldMkLst>
          <pc:docMk/>
          <pc:sldMk cId="3534592662" sldId="1477"/>
        </pc:sldMkLst>
        <pc:spChg chg="mod">
          <ac:chgData name="" userId="" providerId="" clId="Web-{BB040130-D206-40EC-B57B-1A3B9CD24595}" dt="2026-09-10T14:51:55.820" v="6" actId="34807"/>
          <ac:spMkLst>
            <pc:docMk/>
            <pc:sldMk cId="3534592662" sldId="1477"/>
            <ac:spMk id="2034" creationId="{377F3EAF-E64A-4290-9065-2E8589EEE46D}"/>
          </ac:spMkLst>
        </pc:spChg>
        <pc:spChg chg="del mod">
          <ac:chgData name="" userId="" providerId="" clId="Web-{BB040130-D206-40EC-B57B-1A3B9CD24595}" dt="2026-09-10T14:52:50.744" v="9" actId="34807"/>
          <ac:spMkLst>
            <pc:docMk/>
            <pc:sldMk cId="3534592662" sldId="1477"/>
            <ac:spMk id="2337" creationId="{97357963-1024-8105-5F32-2D54ABE62D49}"/>
          </ac:spMkLst>
        </pc:spChg>
        <pc:spChg chg="add mod">
          <ac:chgData name="" userId="" providerId="" clId="Web-{BB040130-D206-40EC-B57B-1A3B9CD24595}" dt="2026-09-10T14:52:50.744" v="9" actId="34807"/>
          <ac:spMkLst>
            <pc:docMk/>
            <pc:sldMk cId="3534592662" sldId="1477"/>
            <ac:spMk id="6775" creationId="{AB47704B-E317-56FE-656E-1A2FE9D295FC}"/>
          </ac:spMkLst>
        </pc:spChg>
      </pc:sldChg>
      <pc:sldChg chg="modSp">
        <pc:chgData name="" userId="" providerId="" clId="Web-{BB040130-D206-40EC-B57B-1A3B9CD24595}" dt="2026-09-10T14:51:55.820" v="6" actId="34807"/>
        <pc:sldMkLst>
          <pc:docMk/>
          <pc:sldMk cId="2369253086" sldId="1684"/>
        </pc:sldMkLst>
        <pc:spChg chg="mod">
          <ac:chgData name="" userId="" providerId="" clId="Web-{BB040130-D206-40EC-B57B-1A3B9CD24595}" dt="2026-09-10T14:51:55.820" v="6" actId="34807"/>
          <ac:spMkLst>
            <pc:docMk/>
            <pc:sldMk cId="2369253086" sldId="1684"/>
            <ac:spMk id="2505" creationId="{561D053F-CD99-6A10-CA85-2AB0C7DB78FF}"/>
          </ac:spMkLst>
        </pc:spChg>
      </pc:sldChg>
      <pc:sldChg chg="addSp modSp">
        <pc:chgData name="" userId="" providerId="" clId="Web-{BB040130-D206-40EC-B57B-1A3B9CD24595}" dt="2026-09-10T14:56:02.173" v="13" actId="34807"/>
        <pc:sldMkLst>
          <pc:docMk/>
          <pc:sldMk cId="3961531667" sldId="1892"/>
        </pc:sldMkLst>
        <pc:spChg chg="mod">
          <ac:chgData name="" userId="" providerId="" clId="Web-{BB040130-D206-40EC-B57B-1A3B9CD24595}" dt="2026-09-10T14:51:55.820" v="6" actId="34807"/>
          <ac:spMkLst>
            <pc:docMk/>
            <pc:sldMk cId="3961531667" sldId="1892"/>
            <ac:spMk id="3076" creationId="{D82E48C5-1F19-5D4E-E1C2-9E7B0E091DF7}"/>
          </ac:spMkLst>
        </pc:spChg>
        <pc:spChg chg="mod">
          <ac:chgData name="" userId="" providerId="" clId="Web-{BB040130-D206-40EC-B57B-1A3B9CD24595}" dt="2026-09-10T14:55:38.078" v="12" actId="34807"/>
          <ac:spMkLst>
            <pc:docMk/>
            <pc:sldMk cId="3961531667" sldId="1892"/>
            <ac:spMk id="3120" creationId="{9EBD796D-200B-80DD-A5CF-0171653AA8EE}"/>
          </ac:spMkLst>
        </pc:spChg>
        <pc:spChg chg="add mod">
          <ac:chgData name="" userId="" providerId="" clId="Web-{BB040130-D206-40EC-B57B-1A3B9CD24595}" dt="2026-09-10T14:55:38.078" v="12" actId="34807"/>
          <ac:spMkLst>
            <pc:docMk/>
            <pc:sldMk cId="3961531667" sldId="1892"/>
            <ac:spMk id="6814" creationId="{85A21D3F-3463-95F3-38BA-16AE01E850DD}"/>
          </ac:spMkLst>
        </pc:spChg>
        <pc:spChg chg="add mod">
          <ac:chgData name="" userId="" providerId="" clId="Web-{BB040130-D206-40EC-B57B-1A3B9CD24595}" dt="2026-09-10T14:55:38.078" v="12" actId="34807"/>
          <ac:spMkLst>
            <pc:docMk/>
            <pc:sldMk cId="3961531667" sldId="1892"/>
            <ac:spMk id="6827" creationId="{162DC153-C16B-9E65-D2F1-A764EECA09B1}"/>
          </ac:spMkLst>
        </pc:spChg>
        <pc:spChg chg="add mod">
          <ac:chgData name="" userId="" providerId="" clId="Web-{BB040130-D206-40EC-B57B-1A3B9CD24595}" dt="2026-09-10T14:55:38.078" v="12" actId="34807"/>
          <ac:spMkLst>
            <pc:docMk/>
            <pc:sldMk cId="3961531667" sldId="1892"/>
            <ac:spMk id="6841" creationId="{135A9F16-278A-1EA8-9876-CB02905768F4}"/>
          </ac:spMkLst>
        </pc:spChg>
        <pc:spChg chg="add mod">
          <ac:chgData name="" userId="" providerId="" clId="Web-{BB040130-D206-40EC-B57B-1A3B9CD24595}" dt="2026-09-10T14:56:02.173" v="13" actId="34807"/>
          <ac:spMkLst>
            <pc:docMk/>
            <pc:sldMk cId="3961531667" sldId="1892"/>
            <ac:spMk id="6856" creationId="{A84C6B9F-72C4-0A5B-BF3B-6FF35E0724E7}"/>
          </ac:spMkLst>
        </pc:spChg>
        <pc:spChg chg="add mod">
          <ac:chgData name="" userId="" providerId="" clId="Web-{BB040130-D206-40EC-B57B-1A3B9CD24595}" dt="2026-09-10T14:55:38.078" v="12" actId="34807"/>
          <ac:spMkLst>
            <pc:docMk/>
            <pc:sldMk cId="3961531667" sldId="1892"/>
            <ac:spMk id="6872" creationId="{814B5411-4848-241D-7632-890C9ABEB617}"/>
          </ac:spMkLst>
        </pc:spChg>
        <pc:spChg chg="add mod">
          <ac:chgData name="" userId="" providerId="" clId="Web-{BB040130-D206-40EC-B57B-1A3B9CD24595}" dt="2026-09-10T14:55:38.078" v="12" actId="34807"/>
          <ac:spMkLst>
            <pc:docMk/>
            <pc:sldMk cId="3961531667" sldId="1892"/>
            <ac:spMk id="6907" creationId="{AB7BBF35-DD63-9FA9-5CD7-C7BD15CDA9AC}"/>
          </ac:spMkLst>
        </pc:spChg>
        <pc:spChg chg="add mod">
          <ac:chgData name="" userId="" providerId="" clId="Web-{BB040130-D206-40EC-B57B-1A3B9CD24595}" dt="2026-09-10T14:55:38.078" v="12" actId="34807"/>
          <ac:spMkLst>
            <pc:docMk/>
            <pc:sldMk cId="3961531667" sldId="1892"/>
            <ac:spMk id="6926" creationId="{6658B052-060D-598E-963E-BAB631E4D8AC}"/>
          </ac:spMkLst>
        </pc:spChg>
        <pc:spChg chg="add mod">
          <ac:chgData name="" userId="" providerId="" clId="Web-{BB040130-D206-40EC-B57B-1A3B9CD24595}" dt="2026-09-10T14:56:02.173" v="13" actId="34807"/>
          <ac:spMkLst>
            <pc:docMk/>
            <pc:sldMk cId="3961531667" sldId="1892"/>
            <ac:spMk id="6946" creationId="{6A7C54F1-61BB-50F4-756E-1515205A1E5C}"/>
          </ac:spMkLst>
        </pc:spChg>
        <pc:spChg chg="add mod">
          <ac:chgData name="" userId="" providerId="" clId="Web-{BB040130-D206-40EC-B57B-1A3B9CD24595}" dt="2026-09-10T14:55:38.078" v="12" actId="34807"/>
          <ac:spMkLst>
            <pc:docMk/>
            <pc:sldMk cId="3961531667" sldId="1892"/>
            <ac:spMk id="6967" creationId="{FCE7666E-2466-F0CA-2BF0-8C585518C26C}"/>
          </ac:spMkLst>
        </pc:spChg>
      </pc:sldChg>
      <pc:sldChg chg="addSp modSp modNotesTx">
        <pc:chgData name="" userId="" providerId="" clId="Web-{BB040130-D206-40EC-B57B-1A3B9CD24595}" dt="2026-09-10T14:52:03.117" v="7" actId="34807"/>
        <pc:sldMkLst>
          <pc:docMk/>
          <pc:sldMk cId="3901143359" sldId="2101"/>
        </pc:sldMkLst>
        <pc:spChg chg="mod">
          <ac:chgData name="" userId="" providerId="" clId="Web-{BB040130-D206-40EC-B57B-1A3B9CD24595}" dt="2026-09-10T14:51:55.820" v="6" actId="34807"/>
          <ac:spMkLst>
            <pc:docMk/>
            <pc:sldMk cId="3901143359" sldId="2101"/>
            <ac:spMk id="3572" creationId="{EE7D7EF2-4501-15EC-7648-6629E5CAC9A1}"/>
          </ac:spMkLst>
        </pc:spChg>
        <pc:spChg chg="mod">
          <ac:chgData name="" userId="" providerId="" clId="Web-{BB040130-D206-40EC-B57B-1A3B9CD24595}" dt="2026-09-10T14:52:03.117" v="7" actId="34807"/>
          <ac:spMkLst>
            <pc:docMk/>
            <pc:sldMk cId="3901143359" sldId="2101"/>
            <ac:spMk id="4114" creationId="{565BA74C-CA5D-6609-9BB8-E13C912AB698}"/>
          </ac:spMkLst>
        </pc:spChg>
        <pc:spChg chg="add mod">
          <ac:chgData name="" userId="" providerId="" clId="Web-{BB040130-D206-40EC-B57B-1A3B9CD24595}" dt="2026-09-10T14:52:03.117" v="7" actId="34807"/>
          <ac:spMkLst>
            <pc:docMk/>
            <pc:sldMk cId="3901143359" sldId="2101"/>
            <ac:spMk id="4115" creationId="{13C5DB19-0F8B-BD6E-C85A-DC1DB0C37184}"/>
          </ac:spMkLst>
        </pc:spChg>
        <pc:spChg chg="add mod">
          <ac:chgData name="" userId="" providerId="" clId="Web-{BB040130-D206-40EC-B57B-1A3B9CD24595}" dt="2026-09-10T14:52:03.117" v="7" actId="34807"/>
          <ac:spMkLst>
            <pc:docMk/>
            <pc:sldMk cId="3901143359" sldId="2101"/>
            <ac:spMk id="4117" creationId="{D7FA4F3A-43CF-F657-828A-6D889C31DACB}"/>
          </ac:spMkLst>
        </pc:spChg>
        <pc:spChg chg="add mod">
          <ac:chgData name="" userId="" providerId="" clId="Web-{BB040130-D206-40EC-B57B-1A3B9CD24595}" dt="2026-09-10T14:52:03.117" v="7" actId="34807"/>
          <ac:spMkLst>
            <pc:docMk/>
            <pc:sldMk cId="3901143359" sldId="2101"/>
            <ac:spMk id="4120" creationId="{337DC77A-4D6E-43EC-DAF6-724F0D5F493C}"/>
          </ac:spMkLst>
        </pc:spChg>
        <pc:spChg chg="add mod">
          <ac:chgData name="" userId="" providerId="" clId="Web-{BB040130-D206-40EC-B57B-1A3B9CD24595}" dt="2026-09-10T14:52:03.117" v="7" actId="34807"/>
          <ac:spMkLst>
            <pc:docMk/>
            <pc:sldMk cId="3901143359" sldId="2101"/>
            <ac:spMk id="4124" creationId="{560DD526-BED4-FFA7-92DB-7D6FC5569EFA}"/>
          </ac:spMkLst>
        </pc:spChg>
        <pc:spChg chg="add mod">
          <ac:chgData name="" userId="" providerId="" clId="Web-{BB040130-D206-40EC-B57B-1A3B9CD24595}" dt="2026-09-10T14:48:48.376" v="0" actId="34807"/>
          <ac:spMkLst>
            <pc:docMk/>
            <pc:sldMk cId="3901143359" sldId="2101"/>
            <ac:spMk id="4129" creationId="{97DD39CA-3BC2-02B6-8BEA-E9D2F7CEEB18}"/>
          </ac:spMkLst>
        </pc:spChg>
        <pc:spChg chg="add mod">
          <ac:chgData name="" userId="" providerId="" clId="Web-{BB040130-D206-40EC-B57B-1A3B9CD24595}" dt="2026-09-10T14:48:48.376" v="0" actId="34807"/>
          <ac:spMkLst>
            <pc:docMk/>
            <pc:sldMk cId="3901143359" sldId="2101"/>
            <ac:spMk id="4135" creationId="{BE673736-2F99-2644-D2D3-1ECA6BFDF9BE}"/>
          </ac:spMkLst>
        </pc:spChg>
      </pc:sldChg>
      <pc:sldChg chg="addSp delSp modSp modNotesTx">
        <pc:chgData name="" userId="" providerId="" clId="Web-{BB040130-D206-40EC-B57B-1A3B9CD24595}" dt="2026-09-10T14:53:28.652" v="11" actId="34807"/>
        <pc:sldMkLst>
          <pc:docMk/>
          <pc:sldMk cId="1267224764" sldId="2311"/>
        </pc:sldMkLst>
        <pc:spChg chg="add mod">
          <ac:chgData name="" userId="" providerId="" clId="Web-{BB040130-D206-40EC-B57B-1A3B9CD24595}" dt="2026-09-10T14:48:48.376" v="0" actId="34807"/>
          <ac:spMkLst>
            <pc:docMk/>
            <pc:sldMk cId="1267224764" sldId="2311"/>
            <ac:spMk id="4143" creationId="{82FCA4C0-4B65-EC1E-FCE4-8A1557FE42C8}"/>
          </ac:spMkLst>
        </pc:spChg>
        <pc:spChg chg="add mod">
          <ac:chgData name="" userId="" providerId="" clId="Web-{BB040130-D206-40EC-B57B-1A3B9CD24595}" dt="2026-09-10T14:48:48.376" v="0" actId="34807"/>
          <ac:spMkLst>
            <pc:docMk/>
            <pc:sldMk cId="1267224764" sldId="2311"/>
            <ac:spMk id="4152" creationId="{4178998A-15B8-B651-4E8F-272B39516E0A}"/>
          </ac:spMkLst>
        </pc:spChg>
        <pc:spChg chg="add mod">
          <ac:chgData name="" userId="" providerId="" clId="Web-{BB040130-D206-40EC-B57B-1A3B9CD24595}" dt="2026-09-10T14:48:48.376" v="0" actId="34807"/>
          <ac:spMkLst>
            <pc:docMk/>
            <pc:sldMk cId="1267224764" sldId="2311"/>
            <ac:spMk id="4187" creationId="{CE2743D0-51AA-0EF7-E204-C29DED55DD81}"/>
          </ac:spMkLst>
        </pc:spChg>
        <pc:spChg chg="add mod">
          <ac:chgData name="" userId="" providerId="" clId="Web-{BB040130-D206-40EC-B57B-1A3B9CD24595}" dt="2026-09-10T14:48:48.376" v="0" actId="34807"/>
          <ac:spMkLst>
            <pc:docMk/>
            <pc:sldMk cId="1267224764" sldId="2311"/>
            <ac:spMk id="4201" creationId="{7A53924C-E1B9-0CA4-80F6-634FED77E71D}"/>
          </ac:spMkLst>
        </pc:spChg>
        <pc:spChg chg="add mod">
          <ac:chgData name="" userId="" providerId="" clId="Web-{BB040130-D206-40EC-B57B-1A3B9CD24595}" dt="2026-09-10T14:48:48.376" v="0" actId="34807"/>
          <ac:spMkLst>
            <pc:docMk/>
            <pc:sldMk cId="1267224764" sldId="2311"/>
            <ac:spMk id="4252" creationId="{8C6DF1B0-FE57-D909-9DD4-B036FBF55C56}"/>
          </ac:spMkLst>
        </pc:spChg>
        <pc:spChg chg="add del mod">
          <ac:chgData name="" userId="" providerId="" clId="Web-{BB040130-D206-40EC-B57B-1A3B9CD24595}" dt="2026-09-10T14:53:28.652" v="11" actId="34807"/>
          <ac:spMkLst>
            <pc:docMk/>
            <pc:sldMk cId="1267224764" sldId="2311"/>
            <ac:spMk id="4293" creationId="{BC8BBA68-5563-5036-FF92-91DB37CFFE61}"/>
          </ac:spMkLst>
        </pc:spChg>
        <pc:spChg chg="add mod">
          <ac:chgData name="" userId="" providerId="" clId="Web-{BB040130-D206-40EC-B57B-1A3B9CD24595}" dt="2026-09-10T14:48:48.376" v="0" actId="34807"/>
          <ac:spMkLst>
            <pc:docMk/>
            <pc:sldMk cId="1267224764" sldId="2311"/>
            <ac:spMk id="4315" creationId="{BD2991CD-6E85-7DC8-C003-C3BBBCED00F8}"/>
          </ac:spMkLst>
        </pc:spChg>
        <pc:spChg chg="add mod">
          <ac:chgData name="" userId="" providerId="" clId="Web-{BB040130-D206-40EC-B57B-1A3B9CD24595}" dt="2026-09-10T14:52:09.305" v="8" actId="34807"/>
          <ac:spMkLst>
            <pc:docMk/>
            <pc:sldMk cId="1267224764" sldId="2311"/>
            <ac:spMk id="4364" creationId="{F9D01AEC-2C20-746A-8010-7A213D4AB0E8}"/>
          </ac:spMkLst>
        </pc:spChg>
        <pc:spChg chg="add mod">
          <ac:chgData name="" userId="" providerId="" clId="Web-{BB040130-D206-40EC-B57B-1A3B9CD24595}" dt="2026-09-10T14:48:48.376" v="0" actId="34807"/>
          <ac:spMkLst>
            <pc:docMk/>
            <pc:sldMk cId="1267224764" sldId="2311"/>
            <ac:spMk id="4447" creationId="{5A2806A6-7B62-CB5B-4C48-2B28076FA692}"/>
          </ac:spMkLst>
        </pc:spChg>
        <pc:spChg chg="add mod">
          <ac:chgData name="" userId="" providerId="" clId="Web-{BB040130-D206-40EC-B57B-1A3B9CD24595}" dt="2026-09-10T14:48:48.376" v="0" actId="34807"/>
          <ac:spMkLst>
            <pc:docMk/>
            <pc:sldMk cId="1267224764" sldId="2311"/>
            <ac:spMk id="4477" creationId="{6B95AD48-73CB-671B-FFDC-CD69E096C144}"/>
          </ac:spMkLst>
        </pc:spChg>
        <pc:spChg chg="add mod">
          <ac:chgData name="" userId="" providerId="" clId="Web-{BB040130-D206-40EC-B57B-1A3B9CD24595}" dt="2026-09-10T14:53:28.652" v="11" actId="34807"/>
          <ac:spMkLst>
            <pc:docMk/>
            <pc:sldMk cId="1267224764" sldId="2311"/>
            <ac:spMk id="6784" creationId="{A6EC6423-7BC2-0386-3125-54216BE08FFB}"/>
          </ac:spMkLst>
        </pc:spChg>
      </pc:sldChg>
      <pc:sldChg chg="addSp modSp modNotesTx">
        <pc:chgData name="" userId="" providerId="" clId="Web-{BB040130-D206-40EC-B57B-1A3B9CD24595}" dt="2026-09-10T14:48:48.376" v="0" actId="34807"/>
        <pc:sldMkLst>
          <pc:docMk/>
          <pc:sldMk cId="1611565338" sldId="2522"/>
        </pc:sldMkLst>
        <pc:spChg chg="add mod">
          <ac:chgData name="" userId="" providerId="" clId="Web-{BB040130-D206-40EC-B57B-1A3B9CD24595}" dt="2026-09-10T14:48:48.376" v="0" actId="34807"/>
          <ac:spMkLst>
            <pc:docMk/>
            <pc:sldMk cId="1611565338" sldId="2522"/>
            <ac:spMk id="4541" creationId="{1727EA2F-F8A1-C4F7-C644-70CA5FBBDA49}"/>
          </ac:spMkLst>
        </pc:spChg>
        <pc:spChg chg="add mod">
          <ac:chgData name="" userId="" providerId="" clId="Web-{BB040130-D206-40EC-B57B-1A3B9CD24595}" dt="2026-09-10T14:48:48.376" v="0" actId="34807"/>
          <ac:spMkLst>
            <pc:docMk/>
            <pc:sldMk cId="1611565338" sldId="2522"/>
            <ac:spMk id="4610" creationId="{F4C2E2EF-447E-F710-2C5C-3BE5FDAA46C1}"/>
          </ac:spMkLst>
        </pc:spChg>
        <pc:spChg chg="add mod">
          <ac:chgData name="" userId="" providerId="" clId="Web-{BB040130-D206-40EC-B57B-1A3B9CD24595}" dt="2026-09-10T14:48:48.376" v="0" actId="34807"/>
          <ac:spMkLst>
            <pc:docMk/>
            <pc:sldMk cId="1611565338" sldId="2522"/>
            <ac:spMk id="4647" creationId="{E4CDE70E-6E28-9A9B-061D-45AEF53A1E38}"/>
          </ac:spMkLst>
        </pc:spChg>
        <pc:spChg chg="add mod">
          <ac:chgData name="" userId="" providerId="" clId="Web-{BB040130-D206-40EC-B57B-1A3B9CD24595}" dt="2026-09-10T14:48:48.376" v="0" actId="34807"/>
          <ac:spMkLst>
            <pc:docMk/>
            <pc:sldMk cId="1611565338" sldId="2522"/>
            <ac:spMk id="4807" creationId="{A1F9FB0F-DD30-DAF8-E7F6-1CD469C21428}"/>
          </ac:spMkLst>
        </pc:spChg>
        <pc:spChg chg="add mod">
          <ac:chgData name="" userId="" providerId="" clId="Web-{BB040130-D206-40EC-B57B-1A3B9CD24595}" dt="2026-09-10T14:48:48.376" v="0" actId="34807"/>
          <ac:spMkLst>
            <pc:docMk/>
            <pc:sldMk cId="1611565338" sldId="2522"/>
            <ac:spMk id="4850" creationId="{3981ED65-A9F7-D2A5-5350-B88C037B3B88}"/>
          </ac:spMkLst>
        </pc:spChg>
        <pc:spChg chg="add mod">
          <ac:chgData name="" userId="" providerId="" clId="Web-{BB040130-D206-40EC-B57B-1A3B9CD24595}" dt="2026-09-10T14:48:48.376" v="0" actId="34807"/>
          <ac:spMkLst>
            <pc:docMk/>
            <pc:sldMk cId="1611565338" sldId="2522"/>
            <ac:spMk id="4895" creationId="{3393B014-B2DC-0F47-D295-74A16EC18047}"/>
          </ac:spMkLst>
        </pc:spChg>
        <pc:spChg chg="add mod">
          <ac:chgData name="" userId="" providerId="" clId="Web-{BB040130-D206-40EC-B57B-1A3B9CD24595}" dt="2026-09-10T14:48:48.376" v="0" actId="34807"/>
          <ac:spMkLst>
            <pc:docMk/>
            <pc:sldMk cId="1611565338" sldId="2522"/>
            <ac:spMk id="4941" creationId="{FBBC3DDC-AA37-B2D8-D861-8199CC60D11C}"/>
          </ac:spMkLst>
        </pc:spChg>
        <pc:spChg chg="add mod">
          <ac:chgData name="" userId="" providerId="" clId="Web-{BB040130-D206-40EC-B57B-1A3B9CD24595}" dt="2026-09-10T14:48:48.376" v="0" actId="34807"/>
          <ac:spMkLst>
            <pc:docMk/>
            <pc:sldMk cId="1611565338" sldId="2522"/>
            <ac:spMk id="5191" creationId="{D2995B26-9951-CDC6-86DA-C11DA1A3B97B}"/>
          </ac:spMkLst>
        </pc:spChg>
        <pc:spChg chg="add mod">
          <ac:chgData name="" userId="" providerId="" clId="Web-{BB040130-D206-40EC-B57B-1A3B9CD24595}" dt="2026-09-10T14:48:48.376" v="0" actId="34807"/>
          <ac:spMkLst>
            <pc:docMk/>
            <pc:sldMk cId="1611565338" sldId="2522"/>
            <ac:spMk id="5245" creationId="{6B733CA2-FA90-50B2-B895-1E3D27FA754E}"/>
          </ac:spMkLst>
        </pc:spChg>
        <pc:spChg chg="add mod">
          <ac:chgData name="" userId="" providerId="" clId="Web-{BB040130-D206-40EC-B57B-1A3B9CD24595}" dt="2026-09-10T14:48:48.376" v="0" actId="34807"/>
          <ac:spMkLst>
            <pc:docMk/>
            <pc:sldMk cId="1611565338" sldId="2522"/>
            <ac:spMk id="5474" creationId="{1DD485F4-3E09-0250-43C3-13C3F3D6335A}"/>
          </ac:spMkLst>
        </pc:spChg>
      </pc:sldChg>
      <pc:sldChg chg="addSp delSp modSp modNotesTx">
        <pc:chgData name="" userId="" providerId="" clId="Web-{BB040130-D206-40EC-B57B-1A3B9CD24595}" dt="2026-09-10T14:52:56.776" v="10" actId="34807"/>
        <pc:sldMkLst>
          <pc:docMk/>
          <pc:sldMk cId="2468427689" sldId="2734"/>
        </pc:sldMkLst>
        <pc:spChg chg="add mod">
          <ac:chgData name="" userId="" providerId="" clId="Web-{BB040130-D206-40EC-B57B-1A3B9CD24595}" dt="2026-09-10T14:48:55.548" v="1" actId="34807"/>
          <ac:spMkLst>
            <pc:docMk/>
            <pc:sldMk cId="2468427689" sldId="2734"/>
            <ac:spMk id="5475" creationId="{4748CA39-7D5D-90D4-F769-CCBF4C626D0C}"/>
          </ac:spMkLst>
        </pc:spChg>
        <pc:spChg chg="add mod">
          <ac:chgData name="" userId="" providerId="" clId="Web-{BB040130-D206-40EC-B57B-1A3B9CD24595}" dt="2026-09-10T14:48:55.548" v="1" actId="34807"/>
          <ac:spMkLst>
            <pc:docMk/>
            <pc:sldMk cId="2468427689" sldId="2734"/>
            <ac:spMk id="5477" creationId="{C378095A-1AF6-0C20-6EF5-8EE3002254ED}"/>
          </ac:spMkLst>
        </pc:spChg>
        <pc:spChg chg="add mod">
          <ac:chgData name="" userId="" providerId="" clId="Web-{BB040130-D206-40EC-B57B-1A3B9CD24595}" dt="2026-09-10T14:48:55.548" v="1" actId="34807"/>
          <ac:spMkLst>
            <pc:docMk/>
            <pc:sldMk cId="2468427689" sldId="2734"/>
            <ac:spMk id="5480" creationId="{5613A75A-7B75-92BB-1000-1CDD51FB5F10}"/>
          </ac:spMkLst>
        </pc:spChg>
        <pc:spChg chg="add mod">
          <ac:chgData name="" userId="" providerId="" clId="Web-{BB040130-D206-40EC-B57B-1A3B9CD24595}" dt="2026-09-10T14:48:55.548" v="1" actId="34807"/>
          <ac:spMkLst>
            <pc:docMk/>
            <pc:sldMk cId="2468427689" sldId="2734"/>
            <ac:spMk id="5485" creationId="{545CC1C2-FA06-08D8-2ACF-473C85679EC8}"/>
          </ac:spMkLst>
        </pc:spChg>
        <pc:spChg chg="add mod">
          <ac:chgData name="" userId="" providerId="" clId="Web-{BB040130-D206-40EC-B57B-1A3B9CD24595}" dt="2026-09-10T14:48:55.548" v="1" actId="34807"/>
          <ac:spMkLst>
            <pc:docMk/>
            <pc:sldMk cId="2468427689" sldId="2734"/>
            <ac:spMk id="5491" creationId="{1DA67A41-D9B0-424C-BCE9-3AFAF6EE3A4F}"/>
          </ac:spMkLst>
        </pc:spChg>
        <pc:spChg chg="add mod">
          <ac:chgData name="" userId="" providerId="" clId="Web-{BB040130-D206-40EC-B57B-1A3B9CD24595}" dt="2026-09-10T14:48:55.548" v="1" actId="34807"/>
          <ac:spMkLst>
            <pc:docMk/>
            <pc:sldMk cId="2468427689" sldId="2734"/>
            <ac:spMk id="5498" creationId="{2CE62125-2B55-4DF5-4C29-2F39EE29F787}"/>
          </ac:spMkLst>
        </pc:spChg>
        <pc:spChg chg="add mod">
          <ac:chgData name="" userId="" providerId="" clId="Web-{BB040130-D206-40EC-B57B-1A3B9CD24595}" dt="2026-09-10T14:48:55.548" v="1" actId="34807"/>
          <ac:spMkLst>
            <pc:docMk/>
            <pc:sldMk cId="2468427689" sldId="2734"/>
            <ac:spMk id="5506" creationId="{31392012-4E41-25EC-6B00-C144333E3D32}"/>
          </ac:spMkLst>
        </pc:spChg>
        <pc:spChg chg="add del mod">
          <ac:chgData name="" userId="" providerId="" clId="Web-{BB040130-D206-40EC-B57B-1A3B9CD24595}" dt="2026-09-10T14:52:56.776" v="10" actId="34807"/>
          <ac:spMkLst>
            <pc:docMk/>
            <pc:sldMk cId="2468427689" sldId="2734"/>
            <ac:spMk id="5515" creationId="{BBD51EF4-1DA3-7983-74CC-D478AE48E8F9}"/>
          </ac:spMkLst>
        </pc:spChg>
        <pc:spChg chg="add mod">
          <ac:chgData name="" userId="" providerId="" clId="Web-{BB040130-D206-40EC-B57B-1A3B9CD24595}" dt="2026-09-10T14:48:55.548" v="1" actId="34807"/>
          <ac:spMkLst>
            <pc:docMk/>
            <pc:sldMk cId="2468427689" sldId="2734"/>
            <ac:spMk id="5525" creationId="{75AD70F8-C967-AA71-BBEE-48065D9EB2E4}"/>
          </ac:spMkLst>
        </pc:spChg>
        <pc:spChg chg="add mod">
          <ac:chgData name="" userId="" providerId="" clId="Web-{BB040130-D206-40EC-B57B-1A3B9CD24595}" dt="2026-09-10T14:52:56.776" v="10" actId="34807"/>
          <ac:spMkLst>
            <pc:docMk/>
            <pc:sldMk cId="2468427689" sldId="2734"/>
            <ac:spMk id="6777" creationId="{BC473D04-9C7B-80EA-D200-81BA6844BF20}"/>
          </ac:spMkLst>
        </pc:spChg>
      </pc:sldChg>
      <pc:sldChg chg="addSp delSp modSp modNotesTx">
        <pc:chgData name="" userId="" providerId="" clId="Web-{BB040130-D206-40EC-B57B-1A3B9CD24595}" dt="2026-09-10T14:55:38.078" v="12" actId="34807"/>
        <pc:sldMkLst>
          <pc:docMk/>
          <pc:sldMk cId="2234436394" sldId="2947"/>
        </pc:sldMkLst>
        <pc:spChg chg="add mod">
          <ac:chgData name="" userId="" providerId="" clId="Web-{BB040130-D206-40EC-B57B-1A3B9CD24595}" dt="2026-09-10T14:48:55.548" v="1" actId="34807"/>
          <ac:spMkLst>
            <pc:docMk/>
            <pc:sldMk cId="2234436394" sldId="2947"/>
            <ac:spMk id="5537" creationId="{0DF0950B-BC13-D643-98D1-258566266358}"/>
          </ac:spMkLst>
        </pc:spChg>
        <pc:spChg chg="add mod">
          <ac:chgData name="" userId="" providerId="" clId="Web-{BB040130-D206-40EC-B57B-1A3B9CD24595}" dt="2026-09-10T14:48:55.548" v="1" actId="34807"/>
          <ac:spMkLst>
            <pc:docMk/>
            <pc:sldMk cId="2234436394" sldId="2947"/>
            <ac:spMk id="5550" creationId="{BF199460-B37A-36D8-0CA4-97B99C2873C0}"/>
          </ac:spMkLst>
        </pc:spChg>
        <pc:spChg chg="add mod">
          <ac:chgData name="" userId="" providerId="" clId="Web-{BB040130-D206-40EC-B57B-1A3B9CD24595}" dt="2026-09-10T14:52:56.776" v="10" actId="34807"/>
          <ac:spMkLst>
            <pc:docMk/>
            <pc:sldMk cId="2234436394" sldId="2947"/>
            <ac:spMk id="5564" creationId="{3DBD297A-5DF3-9FEA-2D3C-4729222EAF35}"/>
          </ac:spMkLst>
        </pc:spChg>
        <pc:spChg chg="add mod">
          <ac:chgData name="" userId="" providerId="" clId="Web-{BB040130-D206-40EC-B57B-1A3B9CD24595}" dt="2026-09-10T14:48:55.548" v="1" actId="34807"/>
          <ac:spMkLst>
            <pc:docMk/>
            <pc:sldMk cId="2234436394" sldId="2947"/>
            <ac:spMk id="5580" creationId="{F1A2E1C8-ED07-ED0D-3D06-6695A515A882}"/>
          </ac:spMkLst>
        </pc:spChg>
        <pc:spChg chg="add mod">
          <ac:chgData name="" userId="" providerId="" clId="Web-{BB040130-D206-40EC-B57B-1A3B9CD24595}" dt="2026-09-10T14:48:55.548" v="1" actId="34807"/>
          <ac:spMkLst>
            <pc:docMk/>
            <pc:sldMk cId="2234436394" sldId="2947"/>
            <ac:spMk id="5597" creationId="{091E12A4-1EE3-EE69-B32F-9ABCD4AB8D76}"/>
          </ac:spMkLst>
        </pc:spChg>
        <pc:spChg chg="add mod">
          <ac:chgData name="" userId="" providerId="" clId="Web-{BB040130-D206-40EC-B57B-1A3B9CD24595}" dt="2026-09-10T14:55:38.078" v="12" actId="34807"/>
          <ac:spMkLst>
            <pc:docMk/>
            <pc:sldMk cId="2234436394" sldId="2947"/>
            <ac:spMk id="6786" creationId="{DB924D47-5EB6-F041-F8B1-C152061E7A4C}"/>
          </ac:spMkLst>
        </pc:spChg>
        <pc:graphicFrameChg chg="add mod">
          <ac:chgData name="" userId="" providerId="" clId="Web-{BB040130-D206-40EC-B57B-1A3B9CD24595}" dt="2026-09-10T14:55:38.078" v="12" actId="34807"/>
          <ac:graphicFrameMkLst>
            <pc:docMk/>
            <pc:sldMk cId="2234436394" sldId="2947"/>
            <ac:graphicFrameMk id="4" creationId="{84E74721-CB83-4E88-8CFD-91847EE52569}"/>
          </ac:graphicFrameMkLst>
        </pc:graphicFrameChg>
        <pc:graphicFrameChg chg="add del mod">
          <ac:chgData name="" userId="" providerId="" clId="Web-{BB040130-D206-40EC-B57B-1A3B9CD24595}" dt="2026-09-10T14:55:38.078" v="12" actId="34807"/>
          <ac:graphicFrameMkLst>
            <pc:docMk/>
            <pc:sldMk cId="2234436394" sldId="2947"/>
            <ac:graphicFrameMk id="8" creationId="{FE4DB535-1E13-4BD4-A388-A7D0EDECEA73}"/>
          </ac:graphicFrameMkLst>
        </pc:graphicFrameChg>
      </pc:sldChg>
      <pc:sldChg chg="addSp modSp modNotesTx">
        <pc:chgData name="" userId="" providerId="" clId="Web-{BB040130-D206-40EC-B57B-1A3B9CD24595}" dt="2026-09-10T14:48:55.548" v="1" actId="34807"/>
        <pc:sldMkLst>
          <pc:docMk/>
          <pc:sldMk cId="317257020" sldId="3161"/>
        </pc:sldMkLst>
        <pc:spChg chg="add mod">
          <ac:chgData name="" userId="" providerId="" clId="Web-{BB040130-D206-40EC-B57B-1A3B9CD24595}" dt="2026-09-10T14:48:55.548" v="1" actId="34807"/>
          <ac:spMkLst>
            <pc:docMk/>
            <pc:sldMk cId="317257020" sldId="3161"/>
            <ac:spMk id="5616" creationId="{A1BD09F1-5B77-3AAC-4F42-897A3F1137A7}"/>
          </ac:spMkLst>
        </pc:spChg>
        <pc:spChg chg="add mod">
          <ac:chgData name="" userId="" providerId="" clId="Web-{BB040130-D206-40EC-B57B-1A3B9CD24595}" dt="2026-09-10T14:48:55.548" v="1" actId="34807"/>
          <ac:spMkLst>
            <pc:docMk/>
            <pc:sldMk cId="317257020" sldId="3161"/>
            <ac:spMk id="5636" creationId="{FBEB8F72-CDA1-100F-393A-5EE77C951226}"/>
          </ac:spMkLst>
        </pc:spChg>
        <pc:spChg chg="add mod">
          <ac:chgData name="" userId="" providerId="" clId="Web-{BB040130-D206-40EC-B57B-1A3B9CD24595}" dt="2026-09-10T14:48:55.548" v="1" actId="34807"/>
          <ac:spMkLst>
            <pc:docMk/>
            <pc:sldMk cId="317257020" sldId="3161"/>
            <ac:spMk id="5679" creationId="{0A41E1CB-8455-354B-8355-7BA98B6482E1}"/>
          </ac:spMkLst>
        </pc:spChg>
        <pc:spChg chg="add mod">
          <ac:chgData name="" userId="" providerId="" clId="Web-{BB040130-D206-40EC-B57B-1A3B9CD24595}" dt="2026-09-10T14:48:55.548" v="1" actId="34807"/>
          <ac:spMkLst>
            <pc:docMk/>
            <pc:sldMk cId="317257020" sldId="3161"/>
            <ac:spMk id="5702" creationId="{E23098E7-E50C-8AA9-1754-729C1B156E64}"/>
          </ac:spMkLst>
        </pc:spChg>
        <pc:spChg chg="add mod">
          <ac:chgData name="" userId="" providerId="" clId="Web-{BB040130-D206-40EC-B57B-1A3B9CD24595}" dt="2026-09-10T14:48:55.548" v="1" actId="34807"/>
          <ac:spMkLst>
            <pc:docMk/>
            <pc:sldMk cId="317257020" sldId="3161"/>
            <ac:spMk id="5726" creationId="{6193C4FA-DA69-500C-4BA1-01D220C30B6C}"/>
          </ac:spMkLst>
        </pc:spChg>
        <pc:spChg chg="add mod">
          <ac:chgData name="" userId="" providerId="" clId="Web-{BB040130-D206-40EC-B57B-1A3B9CD24595}" dt="2026-09-10T14:48:55.548" v="1" actId="34807"/>
          <ac:spMkLst>
            <pc:docMk/>
            <pc:sldMk cId="317257020" sldId="3161"/>
            <ac:spMk id="5751" creationId="{D0EF4DD7-3B0C-2A35-CB44-4812A1779939}"/>
          </ac:spMkLst>
        </pc:spChg>
        <pc:spChg chg="add mod">
          <ac:chgData name="" userId="" providerId="" clId="Web-{BB040130-D206-40EC-B57B-1A3B9CD24595}" dt="2026-09-10T14:48:55.548" v="1" actId="34807"/>
          <ac:spMkLst>
            <pc:docMk/>
            <pc:sldMk cId="317257020" sldId="3161"/>
            <ac:spMk id="5804" creationId="{96C12C55-8960-8F84-4605-5C84172756B2}"/>
          </ac:spMkLst>
        </pc:spChg>
        <pc:spChg chg="add mod">
          <ac:chgData name="" userId="" providerId="" clId="Web-{BB040130-D206-40EC-B57B-1A3B9CD24595}" dt="2026-09-10T14:48:55.548" v="1" actId="34807"/>
          <ac:spMkLst>
            <pc:docMk/>
            <pc:sldMk cId="317257020" sldId="3161"/>
            <ac:spMk id="5832" creationId="{7DB09CF3-AEAF-4040-9C70-20D9DAA6DAFC}"/>
          </ac:spMkLst>
        </pc:spChg>
        <pc:spChg chg="add mod">
          <ac:chgData name="" userId="" providerId="" clId="Web-{BB040130-D206-40EC-B57B-1A3B9CD24595}" dt="2026-09-10T14:48:55.548" v="1" actId="34807"/>
          <ac:spMkLst>
            <pc:docMk/>
            <pc:sldMk cId="317257020" sldId="3161"/>
            <ac:spMk id="5891" creationId="{BC91C64C-191F-52B0-D9FC-8096A83AB797}"/>
          </ac:spMkLst>
        </pc:spChg>
        <pc:spChg chg="add mod">
          <ac:chgData name="" userId="" providerId="" clId="Web-{BB040130-D206-40EC-B57B-1A3B9CD24595}" dt="2026-09-10T14:48:55.548" v="1" actId="34807"/>
          <ac:spMkLst>
            <pc:docMk/>
            <pc:sldMk cId="317257020" sldId="3161"/>
            <ac:spMk id="5954" creationId="{AC917AF7-B9E3-CF57-B9F8-42C9C39EF1A0}"/>
          </ac:spMkLst>
        </pc:spChg>
      </pc:sldChg>
      <pc:sldChg chg="addSp modSp modNotesTx">
        <pc:chgData name="" userId="" providerId="" clId="Web-{BB040130-D206-40EC-B57B-1A3B9CD24595}" dt="2026-09-10T14:48:55.548" v="1" actId="34807"/>
        <pc:sldMkLst>
          <pc:docMk/>
          <pc:sldMk cId="2839915543" sldId="3376"/>
        </pc:sldMkLst>
        <pc:spChg chg="add mod">
          <ac:chgData name="" userId="" providerId="" clId="Web-{BB040130-D206-40EC-B57B-1A3B9CD24595}" dt="2026-09-10T14:48:55.548" v="1" actId="34807"/>
          <ac:spMkLst>
            <pc:docMk/>
            <pc:sldMk cId="2839915543" sldId="3376"/>
            <ac:spMk id="5988" creationId="{41B8FAF0-42DE-5463-A54A-D54A55A8E50F}"/>
          </ac:spMkLst>
        </pc:spChg>
        <pc:spChg chg="add mod">
          <ac:chgData name="" userId="" providerId="" clId="Web-{BB040130-D206-40EC-B57B-1A3B9CD24595}" dt="2026-09-10T14:48:55.548" v="1" actId="34807"/>
          <ac:spMkLst>
            <pc:docMk/>
            <pc:sldMk cId="2839915543" sldId="3376"/>
            <ac:spMk id="6059" creationId="{A146AC57-4089-57D5-79B4-B0D5E75B880B}"/>
          </ac:spMkLst>
        </pc:spChg>
        <pc:spChg chg="add mod">
          <ac:chgData name="" userId="" providerId="" clId="Web-{BB040130-D206-40EC-B57B-1A3B9CD24595}" dt="2026-09-10T14:48:55.548" v="1" actId="34807"/>
          <ac:spMkLst>
            <pc:docMk/>
            <pc:sldMk cId="2839915543" sldId="3376"/>
            <ac:spMk id="6097" creationId="{932D862A-FAB4-367E-7E61-D510236463A6}"/>
          </ac:spMkLst>
        </pc:spChg>
        <pc:spChg chg="add mod">
          <ac:chgData name="" userId="" providerId="" clId="Web-{BB040130-D206-40EC-B57B-1A3B9CD24595}" dt="2026-09-10T14:48:55.548" v="1" actId="34807"/>
          <ac:spMkLst>
            <pc:docMk/>
            <pc:sldMk cId="2839915543" sldId="3376"/>
            <ac:spMk id="6136" creationId="{7B6C918B-F628-1FC2-3F63-0C9C622D8980}"/>
          </ac:spMkLst>
        </pc:spChg>
        <pc:spChg chg="add mod">
          <ac:chgData name="" userId="" providerId="" clId="Web-{BB040130-D206-40EC-B57B-1A3B9CD24595}" dt="2026-09-10T14:48:55.548" v="1" actId="34807"/>
          <ac:spMkLst>
            <pc:docMk/>
            <pc:sldMk cId="2839915543" sldId="3376"/>
            <ac:spMk id="6177" creationId="{F3FBD00D-F06D-8AF5-7ED4-829A8A205FE5}"/>
          </ac:spMkLst>
        </pc:spChg>
        <pc:spChg chg="add mod">
          <ac:chgData name="" userId="" providerId="" clId="Web-{BB040130-D206-40EC-B57B-1A3B9CD24595}" dt="2026-09-10T14:48:55.548" v="1" actId="34807"/>
          <ac:spMkLst>
            <pc:docMk/>
            <pc:sldMk cId="2839915543" sldId="3376"/>
            <ac:spMk id="6219" creationId="{36896711-2496-9AC4-5F9F-1CB3E5EC22F8}"/>
          </ac:spMkLst>
        </pc:spChg>
        <pc:spChg chg="add mod">
          <ac:chgData name="" userId="" providerId="" clId="Web-{BB040130-D206-40EC-B57B-1A3B9CD24595}" dt="2026-09-10T14:48:55.548" v="1" actId="34807"/>
          <ac:spMkLst>
            <pc:docMk/>
            <pc:sldMk cId="2839915543" sldId="3376"/>
            <ac:spMk id="6262" creationId="{04B089A6-AD6F-C7F3-1517-D40CD99695A4}"/>
          </ac:spMkLst>
        </pc:spChg>
        <pc:spChg chg="add mod">
          <ac:chgData name="" userId="" providerId="" clId="Web-{BB040130-D206-40EC-B57B-1A3B9CD24595}" dt="2026-09-10T14:48:55.548" v="1" actId="34807"/>
          <ac:spMkLst>
            <pc:docMk/>
            <pc:sldMk cId="2839915543" sldId="3376"/>
            <ac:spMk id="6353" creationId="{E869C2A4-0521-2952-C047-9FF407B949B2}"/>
          </ac:spMkLst>
        </pc:spChg>
        <pc:spChg chg="add mod">
          <ac:chgData name="" userId="" providerId="" clId="Web-{BB040130-D206-40EC-B57B-1A3B9CD24595}" dt="2026-09-10T14:48:55.548" v="1" actId="34807"/>
          <ac:spMkLst>
            <pc:docMk/>
            <pc:sldMk cId="2839915543" sldId="3376"/>
            <ac:spMk id="6400" creationId="{DE7FA5C9-C22A-9638-6171-3E069D38AE0C}"/>
          </ac:spMkLst>
        </pc:spChg>
        <pc:spChg chg="add mod">
          <ac:chgData name="" userId="" providerId="" clId="Web-{BB040130-D206-40EC-B57B-1A3B9CD24595}" dt="2026-09-10T14:48:55.548" v="1" actId="34807"/>
          <ac:spMkLst>
            <pc:docMk/>
            <pc:sldMk cId="2839915543" sldId="3376"/>
            <ac:spMk id="6448" creationId="{16400565-E553-8866-6B59-23BFAB34004A}"/>
          </ac:spMkLst>
        </pc:spChg>
      </pc:sldChg>
      <pc:sldChg chg="addSp modSp modNotesTx">
        <pc:chgData name="" userId="" providerId="" clId="Web-{BB040130-D206-40EC-B57B-1A3B9CD24595}" dt="2026-09-10T14:49:01.501" v="2" actId="34807"/>
        <pc:sldMkLst>
          <pc:docMk/>
          <pc:sldMk cId="2770887063" sldId="3592"/>
        </pc:sldMkLst>
        <pc:spChg chg="add mod">
          <ac:chgData name="" userId="" providerId="" clId="Web-{BB040130-D206-40EC-B57B-1A3B9CD24595}" dt="2026-09-10T14:49:01.501" v="2" actId="34807"/>
          <ac:spMkLst>
            <pc:docMk/>
            <pc:sldMk cId="2770887063" sldId="3592"/>
            <ac:spMk id="6449" creationId="{632D8F37-E3D6-30C4-3EE0-519CD3761F49}"/>
          </ac:spMkLst>
        </pc:spChg>
        <pc:spChg chg="add mod">
          <ac:chgData name="" userId="" providerId="" clId="Web-{BB040130-D206-40EC-B57B-1A3B9CD24595}" dt="2026-09-10T14:49:01.501" v="2" actId="34807"/>
          <ac:spMkLst>
            <pc:docMk/>
            <pc:sldMk cId="2770887063" sldId="3592"/>
            <ac:spMk id="6458" creationId="{489935CF-4D36-BF57-0329-6F5BD1B700F5}"/>
          </ac:spMkLst>
        </pc:spChg>
        <pc:spChg chg="add mod">
          <ac:chgData name="" userId="" providerId="" clId="Web-{BB040130-D206-40EC-B57B-1A3B9CD24595}" dt="2026-09-10T14:49:01.501" v="2" actId="34807"/>
          <ac:spMkLst>
            <pc:docMk/>
            <pc:sldMk cId="2770887063" sldId="3592"/>
            <ac:spMk id="6463" creationId="{CCFDF40C-4B8F-8FE6-9339-25FC4A7D6B12}"/>
          </ac:spMkLst>
        </pc:spChg>
        <pc:spChg chg="add mod">
          <ac:chgData name="" userId="" providerId="" clId="Web-{BB040130-D206-40EC-B57B-1A3B9CD24595}" dt="2026-09-10T14:49:01.501" v="2" actId="34807"/>
          <ac:spMkLst>
            <pc:docMk/>
            <pc:sldMk cId="2770887063" sldId="3592"/>
            <ac:spMk id="6476" creationId="{68B84002-6F42-CD2A-6FD3-2D9B75E1CCD2}"/>
          </ac:spMkLst>
        </pc:spChg>
        <pc:spChg chg="add mod">
          <ac:chgData name="" userId="" providerId="" clId="Web-{BB040130-D206-40EC-B57B-1A3B9CD24595}" dt="2026-09-10T14:49:01.501" v="2" actId="34807"/>
          <ac:spMkLst>
            <pc:docMk/>
            <pc:sldMk cId="2770887063" sldId="3592"/>
            <ac:spMk id="6484" creationId="{E707C25F-5EDA-E5E4-7D1C-7E005C797E6E}"/>
          </ac:spMkLst>
        </pc:spChg>
        <pc:spChg chg="add mod">
          <ac:chgData name="" userId="" providerId="" clId="Web-{BB040130-D206-40EC-B57B-1A3B9CD24595}" dt="2026-09-10T14:49:01.501" v="2" actId="34807"/>
          <ac:spMkLst>
            <pc:docMk/>
            <pc:sldMk cId="2770887063" sldId="3592"/>
            <ac:spMk id="6493" creationId="{ABDF2A92-FC58-3D04-0CA8-664365F17769}"/>
          </ac:spMkLst>
        </pc:spChg>
        <pc:spChg chg="add mod">
          <ac:chgData name="" userId="" providerId="" clId="Web-{BB040130-D206-40EC-B57B-1A3B9CD24595}" dt="2026-09-10T14:49:01.501" v="2" actId="34807"/>
          <ac:spMkLst>
            <pc:docMk/>
            <pc:sldMk cId="2770887063" sldId="3592"/>
            <ac:spMk id="6514" creationId="{3F361FB1-5AB7-95CE-0749-BAD96DD48E89}"/>
          </ac:spMkLst>
        </pc:spChg>
        <pc:spChg chg="add mod">
          <ac:chgData name="" userId="" providerId="" clId="Web-{BB040130-D206-40EC-B57B-1A3B9CD24595}" dt="2026-09-10T14:49:01.501" v="2" actId="34807"/>
          <ac:spMkLst>
            <pc:docMk/>
            <pc:sldMk cId="2770887063" sldId="3592"/>
            <ac:spMk id="6526" creationId="{C026E02D-31ED-F756-D7BA-9DF313FAB360}"/>
          </ac:spMkLst>
        </pc:spChg>
        <pc:spChg chg="add mod">
          <ac:chgData name="" userId="" providerId="" clId="Web-{BB040130-D206-40EC-B57B-1A3B9CD24595}" dt="2026-09-10T14:49:01.501" v="2" actId="34807"/>
          <ac:spMkLst>
            <pc:docMk/>
            <pc:sldMk cId="2770887063" sldId="3592"/>
            <ac:spMk id="6539" creationId="{52772894-CDC1-1FD7-9AFD-E5E89174C19C}"/>
          </ac:spMkLst>
        </pc:spChg>
        <pc:spChg chg="add mod">
          <ac:chgData name="" userId="" providerId="" clId="Web-{BB040130-D206-40EC-B57B-1A3B9CD24595}" dt="2026-09-10T14:49:01.501" v="2" actId="34807"/>
          <ac:spMkLst>
            <pc:docMk/>
            <pc:sldMk cId="2770887063" sldId="3592"/>
            <ac:spMk id="6553" creationId="{DC6E85DE-23A0-045B-13CD-D7EE1AEE0EB9}"/>
          </ac:spMkLst>
        </pc:spChg>
      </pc:sldChg>
      <pc:sldChg chg="addSp delSp modSp modNotesTx">
        <pc:chgData name="" userId="" providerId="" clId="Web-{BB040130-D206-40EC-B57B-1A3B9CD24595}" dt="2026-09-10T14:52:56.776" v="10" actId="34807"/>
        <pc:sldMkLst>
          <pc:docMk/>
          <pc:sldMk cId="606611111" sldId="3809"/>
        </pc:sldMkLst>
        <pc:spChg chg="add mod">
          <ac:chgData name="" userId="" providerId="" clId="Web-{BB040130-D206-40EC-B57B-1A3B9CD24595}" dt="2026-09-10T14:49:01.501" v="2" actId="34807"/>
          <ac:spMkLst>
            <pc:docMk/>
            <pc:sldMk cId="606611111" sldId="3809"/>
            <ac:spMk id="6569" creationId="{9E397148-5A4C-3981-6727-F951E650D883}"/>
          </ac:spMkLst>
        </pc:spChg>
        <pc:spChg chg="add mod">
          <ac:chgData name="" userId="" providerId="" clId="Web-{BB040130-D206-40EC-B57B-1A3B9CD24595}" dt="2026-09-10T14:49:01.501" v="2" actId="34807"/>
          <ac:spMkLst>
            <pc:docMk/>
            <pc:sldMk cId="606611111" sldId="3809"/>
            <ac:spMk id="6586" creationId="{E599FB75-BCC2-9EA8-58FF-5CB31CB17520}"/>
          </ac:spMkLst>
        </pc:spChg>
        <pc:spChg chg="add mod">
          <ac:chgData name="" userId="" providerId="" clId="Web-{BB040130-D206-40EC-B57B-1A3B9CD24595}" dt="2026-09-10T14:49:01.501" v="2" actId="34807"/>
          <ac:spMkLst>
            <pc:docMk/>
            <pc:sldMk cId="606611111" sldId="3809"/>
            <ac:spMk id="6604" creationId="{733DA144-9F57-2A57-0D3D-54F04E52DE34}"/>
          </ac:spMkLst>
        </pc:spChg>
        <pc:spChg chg="add mod">
          <ac:chgData name="" userId="" providerId="" clId="Web-{BB040130-D206-40EC-B57B-1A3B9CD24595}" dt="2026-09-10T14:49:01.501" v="2" actId="34807"/>
          <ac:spMkLst>
            <pc:docMk/>
            <pc:sldMk cId="606611111" sldId="3809"/>
            <ac:spMk id="6624" creationId="{BDB6E1C7-9541-7BBB-7FAE-99C6B4C30CA8}"/>
          </ac:spMkLst>
        </pc:spChg>
        <pc:spChg chg="add mod">
          <ac:chgData name="" userId="" providerId="" clId="Web-{BB040130-D206-40EC-B57B-1A3B9CD24595}" dt="2026-09-10T14:49:01.501" v="2" actId="34807"/>
          <ac:spMkLst>
            <pc:docMk/>
            <pc:sldMk cId="606611111" sldId="3809"/>
            <ac:spMk id="6645" creationId="{1BF9E525-0D24-97D9-9B8D-DB96433261C1}"/>
          </ac:spMkLst>
        </pc:spChg>
        <pc:spChg chg="add del mod">
          <ac:chgData name="" userId="" providerId="" clId="Web-{BB040130-D206-40EC-B57B-1A3B9CD24595}" dt="2026-09-10T14:52:56.776" v="10" actId="34807"/>
          <ac:spMkLst>
            <pc:docMk/>
            <pc:sldMk cId="606611111" sldId="3809"/>
            <ac:spMk id="6667" creationId="{F72785CD-BC75-51C6-6A03-BE75361214E3}"/>
          </ac:spMkLst>
        </pc:spChg>
        <pc:spChg chg="add mod">
          <ac:chgData name="" userId="" providerId="" clId="Web-{BB040130-D206-40EC-B57B-1A3B9CD24595}" dt="2026-09-10T14:49:01.501" v="2" actId="34807"/>
          <ac:spMkLst>
            <pc:docMk/>
            <pc:sldMk cId="606611111" sldId="3809"/>
            <ac:spMk id="6690" creationId="{A6E1F012-A201-96E5-5F36-B01431645A72}"/>
          </ac:spMkLst>
        </pc:spChg>
        <pc:spChg chg="add mod">
          <ac:chgData name="" userId="" providerId="" clId="Web-{BB040130-D206-40EC-B57B-1A3B9CD24595}" dt="2026-09-10T14:52:56.776" v="10" actId="34807"/>
          <ac:spMkLst>
            <pc:docMk/>
            <pc:sldMk cId="606611111" sldId="3809"/>
            <ac:spMk id="6782" creationId="{03EBCEBA-2AFE-D563-FABD-AF20580115FC}"/>
          </ac:spMkLst>
        </pc:spChg>
      </pc:sldChg>
      <pc:sldChg chg="addSp delSp modSp modNotesTx">
        <pc:chgData name="" userId="" providerId="" clId="Web-{BB040130-D206-40EC-B57B-1A3B9CD24595}" dt="2026-09-10T14:55:38.078" v="12" actId="34807"/>
        <pc:sldMkLst>
          <pc:docMk/>
          <pc:sldMk cId="2161277717" sldId="4027"/>
        </pc:sldMkLst>
        <pc:spChg chg="add mod">
          <ac:chgData name="" userId="" providerId="" clId="Web-{BB040130-D206-40EC-B57B-1A3B9CD24595}" dt="2026-09-10T14:49:01.501" v="2" actId="34807"/>
          <ac:spMkLst>
            <pc:docMk/>
            <pc:sldMk cId="2161277717" sldId="4027"/>
            <ac:spMk id="6715" creationId="{87825D8B-EA29-F412-9FA2-638409B2A086}"/>
          </ac:spMkLst>
        </pc:spChg>
        <pc:spChg chg="add mod">
          <ac:chgData name="" userId="" providerId="" clId="Web-{BB040130-D206-40EC-B57B-1A3B9CD24595}" dt="2026-09-10T14:49:01.501" v="2" actId="34807"/>
          <ac:spMkLst>
            <pc:docMk/>
            <pc:sldMk cId="2161277717" sldId="4027"/>
            <ac:spMk id="6741" creationId="{6C167B51-1D8D-C31D-FBA4-79FDBF211804}"/>
          </ac:spMkLst>
        </pc:spChg>
        <pc:spChg chg="add mod">
          <ac:chgData name="" userId="" providerId="" clId="Web-{BB040130-D206-40EC-B57B-1A3B9CD24595}" dt="2026-09-10T14:52:56.776" v="10" actId="34807"/>
          <ac:spMkLst>
            <pc:docMk/>
            <pc:sldMk cId="2161277717" sldId="4027"/>
            <ac:spMk id="6769" creationId="{F72D74B9-D7F8-75A7-F9CF-ACE9C7C9DB93}"/>
          </ac:spMkLst>
        </pc:spChg>
        <pc:spChg chg="add mod">
          <ac:chgData name="" userId="" providerId="" clId="Web-{BB040130-D206-40EC-B57B-1A3B9CD24595}" dt="2026-09-10T14:55:38.078" v="12" actId="34807"/>
          <ac:spMkLst>
            <pc:docMk/>
            <pc:sldMk cId="2161277717" sldId="4027"/>
            <ac:spMk id="6791" creationId="{76CF3A81-04F6-D192-4F0E-A8A6B6BFF893}"/>
          </ac:spMkLst>
        </pc:spChg>
        <pc:graphicFrameChg chg="add del mod">
          <ac:chgData name="" userId="" providerId="" clId="Web-{BB040130-D206-40EC-B57B-1A3B9CD24595}" dt="2026-09-10T14:55:38.078" v="12" actId="34807"/>
          <ac:graphicFrameMkLst>
            <pc:docMk/>
            <pc:sldMk cId="2161277717" sldId="4027"/>
            <ac:graphicFrameMk id="3" creationId="{AA4D5725-A82E-4AD1-8EB0-03F5E25FB5AB}"/>
          </ac:graphicFrameMkLst>
        </pc:graphicFrameChg>
        <pc:graphicFrameChg chg="add mod">
          <ac:chgData name="" userId="" providerId="" clId="Web-{BB040130-D206-40EC-B57B-1A3B9CD24595}" dt="2026-09-10T14:55:38.078" v="12" actId="34807"/>
          <ac:graphicFrameMkLst>
            <pc:docMk/>
            <pc:sldMk cId="2161277717" sldId="4027"/>
            <ac:graphicFrameMk id="5" creationId="{1AF0664D-4A8B-4380-8723-10C58B3003B8}"/>
          </ac:graphicFrameMkLst>
        </pc:graphicFrameChg>
        <pc:graphicFrameChg chg="add del mod">
          <ac:chgData name="" userId="" providerId="" clId="Web-{BB040130-D206-40EC-B57B-1A3B9CD24595}" dt="2026-09-10T14:52:56.776" v="10" actId="34807"/>
          <ac:graphicFrameMkLst>
            <pc:docMk/>
            <pc:sldMk cId="2161277717" sldId="4027"/>
            <ac:graphicFrameMk id="6" creationId="{C1F7D027-ABDB-4EBF-9893-2421252BB8CB}"/>
          </ac:graphicFrameMkLst>
        </pc:graphicFrameChg>
      </pc:sldChg>
    </pc:docChg>
  </pc:docChgLst>
  <pc:docChgLst>
    <pc:chgData clId="Web-{42A897C0-9228-4EA1-A60D-489C309FD87E}"/>
    <pc:docChg chg="modSld">
      <pc:chgData name="" userId="" providerId="" clId="Web-{42A897C0-9228-4EA1-A60D-489C309FD87E}" dt="2026-09-10T15:59:50.457" v="29" actId="34807"/>
      <pc:docMkLst>
        <pc:docMk/>
      </pc:docMkLst>
      <pc:sldChg chg="addSp delSp modSp mod setBg modNotesTx">
        <pc:chgData name="" userId="" providerId="" clId="Web-{42A897C0-9228-4EA1-A60D-489C309FD87E}" dt="2026-09-10T15:49:57.997" v="17" actId="34807"/>
        <pc:sldMkLst>
          <pc:docMk/>
          <pc:sldMk cId="0" sldId="256"/>
        </pc:sldMkLst>
        <pc:spChg chg="del">
          <ac:chgData name="" userId="" providerId="" clId="Web-{42A897C0-9228-4EA1-A60D-489C309FD87E}" dt="2026-09-10T15:42:41.168" v="3" actId="34807"/>
          <ac:spMkLst>
            <pc:docMk/>
            <pc:sldMk cId="0" sldId="256"/>
            <ac:spMk id="6988" creationId="{B66462F2-CC11-A335-33AE-2BD95B22F889}"/>
          </ac:spMkLst>
        </pc:spChg>
        <pc:spChg chg="del">
          <ac:chgData name="" userId="" providerId="" clId="Web-{42A897C0-9228-4EA1-A60D-489C309FD87E}" dt="2026-09-10T15:42:41.168" v="3" actId="34807"/>
          <ac:spMkLst>
            <pc:docMk/>
            <pc:sldMk cId="0" sldId="256"/>
            <ac:spMk id="6995" creationId="{8B03669E-E53A-60B6-B59C-1D93133F3065}"/>
          </ac:spMkLst>
        </pc:spChg>
        <pc:spChg chg="del">
          <ac:chgData name="" userId="" providerId="" clId="Web-{42A897C0-9228-4EA1-A60D-489C309FD87E}" dt="2026-09-10T15:42:41.168" v="3" actId="34807"/>
          <ac:spMkLst>
            <pc:docMk/>
            <pc:sldMk cId="0" sldId="256"/>
            <ac:spMk id="7177" creationId="{02BE3976-5EAC-7674-9E77-9C5C6AF67C68}"/>
          </ac:spMkLst>
        </pc:spChg>
        <pc:spChg chg="del">
          <ac:chgData name="" userId="" providerId="" clId="Web-{42A897C0-9228-4EA1-A60D-489C309FD87E}" dt="2026-09-10T15:42:41.168" v="3" actId="34807"/>
          <ac:spMkLst>
            <pc:docMk/>
            <pc:sldMk cId="0" sldId="256"/>
            <ac:spMk id="7267" creationId="{F4F7E222-36FA-1724-1DA7-3F7B7B99DD90}"/>
          </ac:spMkLst>
        </pc:spChg>
        <pc:spChg chg="del">
          <ac:chgData name="" userId="" providerId="" clId="Web-{42A897C0-9228-4EA1-A60D-489C309FD87E}" dt="2026-09-10T15:42:41.168" v="3" actId="34807"/>
          <ac:spMkLst>
            <pc:docMk/>
            <pc:sldMk cId="0" sldId="256"/>
            <ac:spMk id="7292" creationId="{29BB0631-0138-75A5-74DF-244C1B7C4C07}"/>
          </ac:spMkLst>
        </pc:spChg>
        <pc:spChg chg="del">
          <ac:chgData name="" userId="" providerId="" clId="Web-{42A897C0-9228-4EA1-A60D-489C309FD87E}" dt="2026-09-10T15:42:41.168" v="3" actId="34807"/>
          <ac:spMkLst>
            <pc:docMk/>
            <pc:sldMk cId="0" sldId="256"/>
            <ac:spMk id="7373" creationId="{292D601B-F8F5-7E31-C1E5-1DC0657E5267}"/>
          </ac:spMkLst>
        </pc:spChg>
        <pc:spChg chg="del">
          <ac:chgData name="" userId="" providerId="" clId="Web-{42A897C0-9228-4EA1-A60D-489C309FD87E}" dt="2026-09-10T15:42:41.168" v="3" actId="34807"/>
          <ac:spMkLst>
            <pc:docMk/>
            <pc:sldMk cId="0" sldId="256"/>
            <ac:spMk id="8737" creationId="{D688DA63-561B-F4FF-CAA7-4AA8831EDC12}"/>
          </ac:spMkLst>
        </pc:spChg>
        <pc:spChg chg="del">
          <ac:chgData name="" userId="" providerId="" clId="Web-{42A897C0-9228-4EA1-A60D-489C309FD87E}" dt="2026-09-10T15:42:41.168" v="3" actId="34807"/>
          <ac:spMkLst>
            <pc:docMk/>
            <pc:sldMk cId="0" sldId="256"/>
            <ac:spMk id="9047" creationId="{E50D45D1-89B8-B46F-713A-81BB2E4C5E00}"/>
          </ac:spMkLst>
        </pc:spChg>
        <pc:spChg chg="del">
          <ac:chgData name="" userId="" providerId="" clId="Web-{42A897C0-9228-4EA1-A60D-489C309FD87E}" dt="2026-09-10T15:42:41.168" v="3" actId="34807"/>
          <ac:spMkLst>
            <pc:docMk/>
            <pc:sldMk cId="0" sldId="256"/>
            <ac:spMk id="9178" creationId="{BE4810FD-3405-D206-4B98-22B932B7DD2E}"/>
          </ac:spMkLst>
        </pc:spChg>
        <pc:spChg chg="add mod">
          <ac:chgData name="" userId="" providerId="" clId="Web-{42A897C0-9228-4EA1-A60D-489C309FD87E}" dt="2026-09-10T15:42:41.168" v="3" actId="34807"/>
          <ac:spMkLst>
            <pc:docMk/>
            <pc:sldMk cId="0" sldId="256"/>
            <ac:spMk id="43832" creationId="{6C9DB56F-484C-EDDF-721A-62114D4697D2}"/>
          </ac:spMkLst>
        </pc:spChg>
        <pc:spChg chg="del">
          <ac:chgData name="" userId="" providerId="" clId="Web-{42A897C0-9228-4EA1-A60D-489C309FD87E}" dt="2026-09-10T15:47:18.382" v="6" actId="34807"/>
          <ac:spMkLst>
            <pc:docMk/>
            <pc:sldMk cId="0" sldId="256"/>
            <ac:spMk id="43836" creationId="{FD4190F6-379C-4146-08ED-8198EDE4800D}"/>
          </ac:spMkLst>
        </pc:spChg>
        <pc:spChg chg="del">
          <ac:chgData name="" userId="" providerId="" clId="Web-{42A897C0-9228-4EA1-A60D-489C309FD87E}" dt="2026-09-10T15:47:18.382" v="6" actId="34807"/>
          <ac:spMkLst>
            <pc:docMk/>
            <pc:sldMk cId="0" sldId="256"/>
            <ac:spMk id="43841" creationId="{5FEBB97B-95C7-1EA2-2841-AF5579CD5FD1}"/>
          </ac:spMkLst>
        </pc:spChg>
        <pc:spChg chg="del">
          <ac:chgData name="" userId="" providerId="" clId="Web-{42A897C0-9228-4EA1-A60D-489C309FD87E}" dt="2026-09-10T15:47:18.382" v="6" actId="34807"/>
          <ac:spMkLst>
            <pc:docMk/>
            <pc:sldMk cId="0" sldId="256"/>
            <ac:spMk id="43871" creationId="{0F37BC86-D9CB-E99D-6378-F73A3300202E}"/>
          </ac:spMkLst>
        </pc:spChg>
        <pc:spChg chg="del mod">
          <ac:chgData name="" userId="" providerId="" clId="Web-{42A897C0-9228-4EA1-A60D-489C309FD87E}" dt="2026-09-10T15:47:18.382" v="6" actId="34807"/>
          <ac:spMkLst>
            <pc:docMk/>
            <pc:sldMk cId="0" sldId="256"/>
            <ac:spMk id="43881" creationId="{44DE3ACC-217A-F5E3-3961-B03728155611}"/>
          </ac:spMkLst>
        </pc:spChg>
        <pc:spChg chg="del">
          <ac:chgData name="" userId="" providerId="" clId="Web-{42A897C0-9228-4EA1-A60D-489C309FD87E}" dt="2026-09-10T15:47:18.382" v="6" actId="34807"/>
          <ac:spMkLst>
            <pc:docMk/>
            <pc:sldMk cId="0" sldId="256"/>
            <ac:spMk id="43892" creationId="{12D47488-6D2A-233E-480B-1BB698797D84}"/>
          </ac:spMkLst>
        </pc:spChg>
        <pc:spChg chg="del">
          <ac:chgData name="" userId="" providerId="" clId="Web-{42A897C0-9228-4EA1-A60D-489C309FD87E}" dt="2026-09-10T15:47:18.382" v="6" actId="34807"/>
          <ac:spMkLst>
            <pc:docMk/>
            <pc:sldMk cId="0" sldId="256"/>
            <ac:spMk id="43946" creationId="{4F363485-F3A0-D470-843F-A8571DE36221}"/>
          </ac:spMkLst>
        </pc:spChg>
        <pc:spChg chg="add mod">
          <ac:chgData name="" userId="" providerId="" clId="Web-{42A897C0-9228-4EA1-A60D-489C309FD87E}" dt="2026-09-10T15:47:18.382" v="6" actId="34807"/>
          <ac:spMkLst>
            <pc:docMk/>
            <pc:sldMk cId="0" sldId="256"/>
            <ac:spMk id="44079" creationId="{BFE52C15-77F7-2680-4A44-8432A02A172C}"/>
          </ac:spMkLst>
        </pc:spChg>
        <pc:spChg chg="mod">
          <ac:chgData name="" userId="" providerId="" clId="Web-{42A897C0-9228-4EA1-A60D-489C309FD87E}" dt="2026-09-10T15:49:57.997" v="17" actId="34807"/>
          <ac:spMkLst>
            <pc:docMk/>
            <pc:sldMk cId="0" sldId="256"/>
            <ac:spMk id="44102" creationId="{2EC727D3-E563-1EB7-2342-D0982B427084}"/>
          </ac:spMkLst>
        </pc:spChg>
        <pc:spChg chg="add mod">
          <ac:chgData name="" userId="" providerId="" clId="Web-{42A897C0-9228-4EA1-A60D-489C309FD87E}" dt="2026-09-10T15:47:18.382" v="6" actId="34807"/>
          <ac:spMkLst>
            <pc:docMk/>
            <pc:sldMk cId="0" sldId="256"/>
            <ac:spMk id="44151" creationId="{608D5CC9-2450-F157-EBE2-EC94C573C738}"/>
          </ac:spMkLst>
        </pc:spChg>
        <pc:spChg chg="add mod">
          <ac:chgData name="" userId="" providerId="" clId="Web-{42A897C0-9228-4EA1-A60D-489C309FD87E}" dt="2026-09-10T15:47:18.382" v="6" actId="34807"/>
          <ac:spMkLst>
            <pc:docMk/>
            <pc:sldMk cId="0" sldId="256"/>
            <ac:spMk id="44232" creationId="{D4255E98-0625-A36B-CF2B-4AA6B71C2900}"/>
          </ac:spMkLst>
        </pc:spChg>
        <pc:spChg chg="add mod">
          <ac:chgData name="" userId="" providerId="" clId="Web-{42A897C0-9228-4EA1-A60D-489C309FD87E}" dt="2026-09-10T15:47:18.382" v="6" actId="34807"/>
          <ac:spMkLst>
            <pc:docMk/>
            <pc:sldMk cId="0" sldId="256"/>
            <ac:spMk id="44529" creationId="{13295470-65DC-140F-EA3E-DC90C5DFB3B0}"/>
          </ac:spMkLst>
        </pc:spChg>
        <pc:picChg chg="add">
          <ac:chgData name="" userId="" providerId="" clId="Web-{42A897C0-9228-4EA1-A60D-489C309FD87E}" dt="2026-09-10T15:42:16.980" v="1" actId="34807"/>
          <ac:picMkLst>
            <pc:docMk/>
            <pc:sldMk cId="0" sldId="256"/>
            <ac:picMk id="43824" creationId="{ADF36EB3-6661-749A-289F-480DE4BE3727}"/>
          </ac:picMkLst>
        </pc:picChg>
      </pc:sldChg>
      <pc:sldChg chg="addSp delSp modSp mod setBg modNotesTx">
        <pc:chgData name="" userId="" providerId="" clId="Web-{42A897C0-9228-4EA1-A60D-489C309FD87E}" dt="2026-09-10T15:57:52.499" v="28" actId="34807"/>
        <pc:sldMkLst>
          <pc:docMk/>
          <pc:sldMk cId="3541133800" sldId="457"/>
        </pc:sldMkLst>
        <pc:spChg chg="del">
          <ac:chgData name="" userId="" providerId="" clId="Web-{42A897C0-9228-4EA1-A60D-489C309FD87E}" dt="2026-09-10T15:47:31.132" v="7" actId="34807"/>
          <ac:spMkLst>
            <pc:docMk/>
            <pc:sldMk cId="3541133800" sldId="457"/>
            <ac:spMk id="9179" creationId="{AB3D3BC5-48D6-A6AA-5B32-70AF01A68756}"/>
          </ac:spMkLst>
        </pc:spChg>
        <pc:spChg chg="del">
          <ac:chgData name="" userId="" providerId="" clId="Web-{42A897C0-9228-4EA1-A60D-489C309FD87E}" dt="2026-09-10T15:47:31.132" v="7" actId="34807"/>
          <ac:spMkLst>
            <pc:docMk/>
            <pc:sldMk cId="3541133800" sldId="457"/>
            <ac:spMk id="9184" creationId="{4DCCB143-C948-9F80-823C-C10217C5C7A9}"/>
          </ac:spMkLst>
        </pc:spChg>
        <pc:spChg chg="del">
          <ac:chgData name="" userId="" providerId="" clId="Web-{42A897C0-9228-4EA1-A60D-489C309FD87E}" dt="2026-09-10T15:47:31.132" v="7" actId="34807"/>
          <ac:spMkLst>
            <pc:docMk/>
            <pc:sldMk cId="3541133800" sldId="457"/>
            <ac:spMk id="9256" creationId="{89E81FA2-B2D7-F704-2DFA-D86547B9D0DF}"/>
          </ac:spMkLst>
        </pc:spChg>
        <pc:spChg chg="mod">
          <ac:chgData name="" userId="" providerId="" clId="Web-{42A897C0-9228-4EA1-A60D-489C309FD87E}" dt="2026-09-10T15:49:57.997" v="17" actId="34807"/>
          <ac:spMkLst>
            <pc:docMk/>
            <pc:sldMk cId="3541133800" sldId="457"/>
            <ac:spMk id="44677" creationId="{65C0348B-1737-6EAA-2359-7B42F8DC18E8}"/>
          </ac:spMkLst>
        </pc:spChg>
        <pc:spChg chg="add del mod">
          <ac:chgData name="" userId="" providerId="" clId="Web-{42A897C0-9228-4EA1-A60D-489C309FD87E}" dt="2026-09-10T15:55:36.072" v="18" actId="34807"/>
          <ac:spMkLst>
            <pc:docMk/>
            <pc:sldMk cId="3541133800" sldId="457"/>
            <ac:spMk id="44712" creationId="{E2D0D48B-9FF5-672F-3C55-F50D5E6FAAC1}"/>
          </ac:spMkLst>
        </pc:spChg>
        <pc:spChg chg="mod">
          <ac:chgData name="" userId="" providerId="" clId="Web-{42A897C0-9228-4EA1-A60D-489C309FD87E}" dt="2026-09-10T15:49:57.997" v="17" actId="34807"/>
          <ac:spMkLst>
            <pc:docMk/>
            <pc:sldMk cId="3541133800" sldId="457"/>
            <ac:spMk id="44751" creationId="{0E96D361-24A9-0D42-1CAD-0FB69A7F183C}"/>
          </ac:spMkLst>
        </pc:spChg>
        <pc:spChg chg="add del mod">
          <ac:chgData name="" userId="" providerId="" clId="Web-{42A897C0-9228-4EA1-A60D-489C309FD87E}" dt="2026-09-10T15:55:36.072" v="18" actId="34807"/>
          <ac:spMkLst>
            <pc:docMk/>
            <pc:sldMk cId="3541133800" sldId="457"/>
            <ac:spMk id="44794" creationId="{603591A1-05DA-96C6-E1FD-FD979CBA510D}"/>
          </ac:spMkLst>
        </pc:spChg>
        <pc:spChg chg="mod">
          <ac:chgData name="" userId="" providerId="" clId="Web-{42A897C0-9228-4EA1-A60D-489C309FD87E}" dt="2026-09-10T15:49:57.997" v="17" actId="34807"/>
          <ac:spMkLst>
            <pc:docMk/>
            <pc:sldMk cId="3541133800" sldId="457"/>
            <ac:spMk id="44817" creationId="{357F4A25-C793-BD47-ECFD-C0F0FFFBFFA0}"/>
          </ac:spMkLst>
        </pc:spChg>
        <pc:spChg chg="add mod">
          <ac:chgData name="" userId="" providerId="" clId="Web-{42A897C0-9228-4EA1-A60D-489C309FD87E}" dt="2026-09-10T15:47:31.132" v="7" actId="34807"/>
          <ac:spMkLst>
            <pc:docMk/>
            <pc:sldMk cId="3541133800" sldId="457"/>
            <ac:spMk id="44866" creationId="{3E762677-3FF8-AD2D-DFB0-1F9A7CAADE41}"/>
          </ac:spMkLst>
        </pc:spChg>
        <pc:spChg chg="mod">
          <ac:chgData name="" userId="" providerId="" clId="Web-{42A897C0-9228-4EA1-A60D-489C309FD87E}" dt="2026-09-10T15:49:57.997" v="17" actId="34807"/>
          <ac:spMkLst>
            <pc:docMk/>
            <pc:sldMk cId="3541133800" sldId="457"/>
            <ac:spMk id="44919" creationId="{24E1E318-B74D-EBEA-CF57-69C15B84C036}"/>
          </ac:spMkLst>
        </pc:spChg>
        <pc:spChg chg="mod">
          <ac:chgData name="" userId="" providerId="" clId="Web-{42A897C0-9228-4EA1-A60D-489C309FD87E}" dt="2026-09-10T15:49:57.997" v="17" actId="34807"/>
          <ac:spMkLst>
            <pc:docMk/>
            <pc:sldMk cId="3541133800" sldId="457"/>
            <ac:spMk id="44976" creationId="{66773F9D-8C75-9200-7E3F-7F1ECBF574F1}"/>
          </ac:spMkLst>
        </pc:spChg>
        <pc:spChg chg="add del mod">
          <ac:chgData name="" userId="" providerId="" clId="Web-{42A897C0-9228-4EA1-A60D-489C309FD87E}" dt="2026-09-10T15:55:36.072" v="18" actId="34807"/>
          <ac:spMkLst>
            <pc:docMk/>
            <pc:sldMk cId="3541133800" sldId="457"/>
            <ac:spMk id="45207" creationId="{F3E30D17-508E-C6AA-E1C0-415AEFD3483C}"/>
          </ac:spMkLst>
        </pc:spChg>
        <pc:spChg chg="add mod">
          <ac:chgData name="" userId="" providerId="" clId="Web-{42A897C0-9228-4EA1-A60D-489C309FD87E}" dt="2026-09-10T15:47:31.132" v="7" actId="34807"/>
          <ac:spMkLst>
            <pc:docMk/>
            <pc:sldMk cId="3541133800" sldId="457"/>
            <ac:spMk id="45282" creationId="{E510A6ED-135E-F343-88FA-9BC3BBA47569}"/>
          </ac:spMkLst>
        </pc:spChg>
        <pc:spChg chg="add mod">
          <ac:chgData name="" userId="" providerId="" clId="Web-{42A897C0-9228-4EA1-A60D-489C309FD87E}" dt="2026-09-10T15:47:31.132" v="7" actId="34807"/>
          <ac:spMkLst>
            <pc:docMk/>
            <pc:sldMk cId="3541133800" sldId="457"/>
            <ac:spMk id="45402" creationId="{62575313-4F9D-BDD3-529E-A47FC0B5F79C}"/>
          </ac:spMkLst>
        </pc:spChg>
        <pc:spChg chg="add del mod">
          <ac:chgData name="" userId="" providerId="" clId="Web-{42A897C0-9228-4EA1-A60D-489C309FD87E}" dt="2026-09-10T15:55:36.072" v="18" actId="34807"/>
          <ac:spMkLst>
            <pc:docMk/>
            <pc:sldMk cId="3541133800" sldId="457"/>
            <ac:spMk id="45487" creationId="{77988E4B-9A11-29F0-F94B-088072FA2ADD}"/>
          </ac:spMkLst>
        </pc:spChg>
        <pc:spChg chg="mod">
          <ac:chgData name="" userId="" providerId="" clId="Web-{42A897C0-9228-4EA1-A60D-489C309FD87E}" dt="2026-09-10T15:57:52.499" v="28" actId="34807"/>
          <ac:spMkLst>
            <pc:docMk/>
            <pc:sldMk cId="3541133800" sldId="457"/>
            <ac:spMk id="84348" creationId="{A295F632-D4CB-0513-288F-FEC7629BCF88}"/>
          </ac:spMkLst>
        </pc:spChg>
        <pc:spChg chg="add mod">
          <ac:chgData name="" userId="" providerId="" clId="Web-{42A897C0-9228-4EA1-A60D-489C309FD87E}" dt="2026-09-10T15:55:36.072" v="18" actId="34807"/>
          <ac:spMkLst>
            <pc:docMk/>
            <pc:sldMk cId="3541133800" sldId="457"/>
            <ac:spMk id="84384" creationId="{ED2A3A90-4335-9EF0-45B1-E0838111DCFC}"/>
          </ac:spMkLst>
        </pc:spChg>
        <pc:spChg chg="mod">
          <ac:chgData name="" userId="" providerId="" clId="Web-{42A897C0-9228-4EA1-A60D-489C309FD87E}" dt="2026-09-10T15:57:52.499" v="28" actId="34807"/>
          <ac:spMkLst>
            <pc:docMk/>
            <pc:sldMk cId="3541133800" sldId="457"/>
            <ac:spMk id="84421" creationId="{97417604-7322-F942-E33F-24410EC3B484}"/>
          </ac:spMkLst>
        </pc:spChg>
        <pc:spChg chg="add mod">
          <ac:chgData name="" userId="" providerId="" clId="Web-{42A897C0-9228-4EA1-A60D-489C309FD87E}" dt="2026-09-10T15:55:36.072" v="18" actId="34807"/>
          <ac:spMkLst>
            <pc:docMk/>
            <pc:sldMk cId="3541133800" sldId="457"/>
            <ac:spMk id="84459" creationId="{8E4745B3-0BD6-36DD-AE69-83F68F79CB5F}"/>
          </ac:spMkLst>
        </pc:spChg>
        <pc:spChg chg="add mod">
          <ac:chgData name="" userId="" providerId="" clId="Web-{42A897C0-9228-4EA1-A60D-489C309FD87E}" dt="2026-09-10T15:57:52.499" v="28" actId="34807"/>
          <ac:spMkLst>
            <pc:docMk/>
            <pc:sldMk cId="3541133800" sldId="457"/>
            <ac:spMk id="84498" creationId="{36089BFA-68C9-64E7-C4DE-D8034CA24F3F}"/>
          </ac:spMkLst>
        </pc:spChg>
        <pc:spChg chg="mod">
          <ac:chgData name="" userId="" providerId="" clId="Web-{42A897C0-9228-4EA1-A60D-489C309FD87E}" dt="2026-09-10T15:57:52.499" v="28" actId="34807"/>
          <ac:spMkLst>
            <pc:docMk/>
            <pc:sldMk cId="3541133800" sldId="457"/>
            <ac:spMk id="84621" creationId="{884A291B-80AC-1121-1517-B6E93084D7A8}"/>
          </ac:spMkLst>
        </pc:spChg>
        <pc:spChg chg="mod">
          <ac:chgData name="" userId="" providerId="" clId="Web-{42A897C0-9228-4EA1-A60D-489C309FD87E}" dt="2026-09-10T15:57:52.499" v="28" actId="34807"/>
          <ac:spMkLst>
            <pc:docMk/>
            <pc:sldMk cId="3541133800" sldId="457"/>
            <ac:spMk id="84799" creationId="{BA2147A5-7C81-F039-12CD-54824FA301BF}"/>
          </ac:spMkLst>
        </pc:spChg>
        <pc:spChg chg="add mod">
          <ac:chgData name="" userId="" providerId="" clId="Web-{42A897C0-9228-4EA1-A60D-489C309FD87E}" dt="2026-09-10T15:57:52.499" v="28" actId="34807"/>
          <ac:spMkLst>
            <pc:docMk/>
            <pc:sldMk cId="3541133800" sldId="457"/>
            <ac:spMk id="84894" creationId="{3D9B5177-41C9-CA37-1088-D3D5A95F3642}"/>
          </ac:spMkLst>
        </pc:spChg>
        <pc:spChg chg="add mod">
          <ac:chgData name="" userId="" providerId="" clId="Web-{42A897C0-9228-4EA1-A60D-489C309FD87E}" dt="2026-09-10T15:55:36.072" v="18" actId="34807"/>
          <ac:spMkLst>
            <pc:docMk/>
            <pc:sldMk cId="3541133800" sldId="457"/>
            <ac:spMk id="85258" creationId="{CDB1F94B-50C9-1443-8C12-4321CAC7513D}"/>
          </ac:spMkLst>
        </pc:spChg>
        <pc:spChg chg="add mod">
          <ac:chgData name="" userId="" providerId="" clId="Web-{42A897C0-9228-4EA1-A60D-489C309FD87E}" dt="2026-09-10T15:55:36.072" v="18" actId="34807"/>
          <ac:spMkLst>
            <pc:docMk/>
            <pc:sldMk cId="3541133800" sldId="457"/>
            <ac:spMk id="85548" creationId="{F92E1231-EDB7-1A8C-DF4D-799A4B3BA506}"/>
          </ac:spMkLst>
        </pc:spChg>
      </pc:sldChg>
      <pc:sldChg chg="addSp delSp modSp mod setBg modNotesTx">
        <pc:chgData name="" userId="" providerId="" clId="Web-{42A897C0-9228-4EA1-A60D-489C309FD87E}" dt="2026-09-10T15:55:36.072" v="18" actId="34807"/>
        <pc:sldMkLst>
          <pc:docMk/>
          <pc:sldMk cId="1763520816" sldId="659"/>
        </pc:sldMkLst>
        <pc:spChg chg="del">
          <ac:chgData name="" userId="" providerId="" clId="Web-{42A897C0-9228-4EA1-A60D-489C309FD87E}" dt="2026-09-10T15:47:31.132" v="7" actId="34807"/>
          <ac:spMkLst>
            <pc:docMk/>
            <pc:sldMk cId="1763520816" sldId="659"/>
            <ac:spMk id="9535" creationId="{7A57E887-925C-C83D-C7AA-61B0B7F95A64}"/>
          </ac:spMkLst>
        </pc:spChg>
        <pc:spChg chg="del">
          <ac:chgData name="" userId="" providerId="" clId="Web-{42A897C0-9228-4EA1-A60D-489C309FD87E}" dt="2026-09-10T15:47:31.132" v="7" actId="34807"/>
          <ac:spMkLst>
            <pc:docMk/>
            <pc:sldMk cId="1763520816" sldId="659"/>
            <ac:spMk id="9766" creationId="{304ECD2A-94C6-4FAB-21BA-28E643C7AC4A}"/>
          </ac:spMkLst>
        </pc:spChg>
        <pc:spChg chg="del">
          <ac:chgData name="" userId="" providerId="" clId="Web-{42A897C0-9228-4EA1-A60D-489C309FD87E}" dt="2026-09-10T15:55:36.072" v="18" actId="34807"/>
          <ac:spMkLst>
            <pc:docMk/>
            <pc:sldMk cId="1763520816" sldId="659"/>
            <ac:spMk id="45740" creationId="{2E119D3E-53D7-CD8E-7B69-710A968A0468}"/>
          </ac:spMkLst>
        </pc:spChg>
        <pc:spChg chg="add mod">
          <ac:chgData name="" userId="" providerId="" clId="Web-{42A897C0-9228-4EA1-A60D-489C309FD87E}" dt="2026-09-10T15:47:31.132" v="7" actId="34807"/>
          <ac:spMkLst>
            <pc:docMk/>
            <pc:sldMk cId="1763520816" sldId="659"/>
            <ac:spMk id="45959" creationId="{DF1CF310-FD13-B46E-0ED6-B2641E4904C3}"/>
          </ac:spMkLst>
        </pc:spChg>
        <pc:spChg chg="del">
          <ac:chgData name="" userId="" providerId="" clId="Web-{42A897C0-9228-4EA1-A60D-489C309FD87E}" dt="2026-09-10T15:55:36.072" v="18" actId="34807"/>
          <ac:spMkLst>
            <pc:docMk/>
            <pc:sldMk cId="1763520816" sldId="659"/>
            <ac:spMk id="46187" creationId="{AA0B4E6F-8DFF-4BCF-365C-1236CB84EF7A}"/>
          </ac:spMkLst>
        </pc:spChg>
        <pc:spChg chg="add mod">
          <ac:chgData name="" userId="" providerId="" clId="Web-{42A897C0-9228-4EA1-A60D-489C309FD87E}" dt="2026-09-10T15:47:31.132" v="7" actId="34807"/>
          <ac:spMkLst>
            <pc:docMk/>
            <pc:sldMk cId="1763520816" sldId="659"/>
            <ac:spMk id="46344" creationId="{486A917C-4DC0-D4D3-C1F1-9E0FCB3EE9F3}"/>
          </ac:spMkLst>
        </pc:spChg>
        <pc:spChg chg="add mod">
          <ac:chgData name="" userId="" providerId="" clId="Web-{42A897C0-9228-4EA1-A60D-489C309FD87E}" dt="2026-09-10T15:47:31.132" v="7" actId="34807"/>
          <ac:spMkLst>
            <pc:docMk/>
            <pc:sldMk cId="1763520816" sldId="659"/>
            <ac:spMk id="46505" creationId="{F7767533-40CE-77E2-C62A-3D9893833C95}"/>
          </ac:spMkLst>
        </pc:spChg>
        <pc:spChg chg="add mod">
          <ac:chgData name="" userId="" providerId="" clId="Web-{42A897C0-9228-4EA1-A60D-489C309FD87E}" dt="2026-09-10T15:47:31.132" v="7" actId="34807"/>
          <ac:spMkLst>
            <pc:docMk/>
            <pc:sldMk cId="1763520816" sldId="659"/>
            <ac:spMk id="46587" creationId="{C25A7C10-73CB-09D5-38D8-379CB0595EF5}"/>
          </ac:spMkLst>
        </pc:spChg>
        <pc:spChg chg="del">
          <ac:chgData name="" userId="" providerId="" clId="Web-{42A897C0-9228-4EA1-A60D-489C309FD87E}" dt="2026-09-10T15:55:36.072" v="18" actId="34807"/>
          <ac:spMkLst>
            <pc:docMk/>
            <pc:sldMk cId="1763520816" sldId="659"/>
            <ac:spMk id="47100" creationId="{6A92BACB-B37D-9377-7156-B49B42FB41FF}"/>
          </ac:spMkLst>
        </pc:spChg>
        <pc:spChg chg="add mod">
          <ac:chgData name="" userId="" providerId="" clId="Web-{42A897C0-9228-4EA1-A60D-489C309FD87E}" dt="2026-09-10T15:47:31.132" v="7" actId="34807"/>
          <ac:spMkLst>
            <pc:docMk/>
            <pc:sldMk cId="1763520816" sldId="659"/>
            <ac:spMk id="47189" creationId="{2737F86F-25CC-418A-0656-0806C78FE000}"/>
          </ac:spMkLst>
        </pc:spChg>
        <pc:spChg chg="add mod">
          <ac:chgData name="" userId="" providerId="" clId="Web-{42A897C0-9228-4EA1-A60D-489C309FD87E}" dt="2026-09-10T15:47:31.132" v="7" actId="34807"/>
          <ac:spMkLst>
            <pc:docMk/>
            <pc:sldMk cId="1763520816" sldId="659"/>
            <ac:spMk id="47279" creationId="{CF1EED3C-BC92-7649-609D-F9743901A625}"/>
          </ac:spMkLst>
        </pc:spChg>
        <pc:spChg chg="del">
          <ac:chgData name="" userId="" providerId="" clId="Web-{42A897C0-9228-4EA1-A60D-489C309FD87E}" dt="2026-09-10T15:55:36.072" v="18" actId="34807"/>
          <ac:spMkLst>
            <pc:docMk/>
            <pc:sldMk cId="1763520816" sldId="659"/>
            <ac:spMk id="47649" creationId="{6A1B7044-CE52-5E72-F24C-3A7A421682DD}"/>
          </ac:spMkLst>
        </pc:spChg>
        <pc:spChg chg="del">
          <ac:chgData name="" userId="" providerId="" clId="Web-{42A897C0-9228-4EA1-A60D-489C309FD87E}" dt="2026-09-10T15:55:36.072" v="18" actId="34807"/>
          <ac:spMkLst>
            <pc:docMk/>
            <pc:sldMk cId="1763520816" sldId="659"/>
            <ac:spMk id="47840" creationId="{D1B7AB25-99CE-22EC-521C-2A649DC8C5BD}"/>
          </ac:spMkLst>
        </pc:spChg>
        <pc:spChg chg="add mod">
          <ac:chgData name="" userId="" providerId="" clId="Web-{42A897C0-9228-4EA1-A60D-489C309FD87E}" dt="2026-09-10T15:47:31.132" v="7" actId="34807"/>
          <ac:spMkLst>
            <pc:docMk/>
            <pc:sldMk cId="1763520816" sldId="659"/>
            <ac:spMk id="47937" creationId="{1D795D06-D2B9-DAE5-8C82-278F3480CCEE}"/>
          </ac:spMkLst>
        </pc:spChg>
        <pc:spChg chg="add mod">
          <ac:chgData name="" userId="" providerId="" clId="Web-{42A897C0-9228-4EA1-A60D-489C309FD87E}" dt="2026-09-10T15:47:31.132" v="7" actId="34807"/>
          <ac:spMkLst>
            <pc:docMk/>
            <pc:sldMk cId="1763520816" sldId="659"/>
            <ac:spMk id="48234" creationId="{27A50973-77D0-F9F3-1ABC-C4614634BEF6}"/>
          </ac:spMkLst>
        </pc:spChg>
        <pc:spChg chg="add mod">
          <ac:chgData name="" userId="" providerId="" clId="Web-{42A897C0-9228-4EA1-A60D-489C309FD87E}" dt="2026-09-10T15:55:36.072" v="18" actId="34807"/>
          <ac:spMkLst>
            <pc:docMk/>
            <pc:sldMk cId="1763520816" sldId="659"/>
            <ac:spMk id="86226" creationId="{7C0130F2-DD74-E4D2-BB57-43E24AB90234}"/>
          </ac:spMkLst>
        </pc:spChg>
        <pc:spChg chg="add mod">
          <ac:chgData name="" userId="" providerId="" clId="Web-{42A897C0-9228-4EA1-A60D-489C309FD87E}" dt="2026-09-10T15:55:36.072" v="18" actId="34807"/>
          <ac:spMkLst>
            <pc:docMk/>
            <pc:sldMk cId="1763520816" sldId="659"/>
            <ac:spMk id="86636" creationId="{ED444DA7-66D6-1CEB-FD2D-C99E24A60990}"/>
          </ac:spMkLst>
        </pc:spChg>
        <pc:spChg chg="add mod">
          <ac:chgData name="" userId="" providerId="" clId="Web-{42A897C0-9228-4EA1-A60D-489C309FD87E}" dt="2026-09-10T15:55:36.072" v="18" actId="34807"/>
          <ac:spMkLst>
            <pc:docMk/>
            <pc:sldMk cId="1763520816" sldId="659"/>
            <ac:spMk id="86847" creationId="{DA1C2141-4F38-D19F-C7DA-E9F13CA1D0E9}"/>
          </ac:spMkLst>
        </pc:spChg>
        <pc:spChg chg="add mod">
          <ac:chgData name="" userId="" providerId="" clId="Web-{42A897C0-9228-4EA1-A60D-489C309FD87E}" dt="2026-09-10T15:55:36.072" v="18" actId="34807"/>
          <ac:spMkLst>
            <pc:docMk/>
            <pc:sldMk cId="1763520816" sldId="659"/>
            <ac:spMk id="87171" creationId="{C95D17D6-9DA5-92F2-78AF-33A766F016B5}"/>
          </ac:spMkLst>
        </pc:spChg>
        <pc:spChg chg="add mod">
          <ac:chgData name="" userId="" providerId="" clId="Web-{42A897C0-9228-4EA1-A60D-489C309FD87E}" dt="2026-09-10T15:55:36.072" v="18" actId="34807"/>
          <ac:spMkLst>
            <pc:docMk/>
            <pc:sldMk cId="1763520816" sldId="659"/>
            <ac:spMk id="88197" creationId="{4E4850ED-3289-592A-903A-18CD29DC347D}"/>
          </ac:spMkLst>
        </pc:spChg>
      </pc:sldChg>
      <pc:sldChg chg="addSp delSp modSp mod setBg modNotesTx">
        <pc:chgData name="" userId="" providerId="" clId="Web-{42A897C0-9228-4EA1-A60D-489C309FD87E}" dt="2026-09-10T15:55:51.041" v="19" actId="34807"/>
        <pc:sldMkLst>
          <pc:docMk/>
          <pc:sldMk cId="1623597511" sldId="862"/>
        </pc:sldMkLst>
        <pc:spChg chg="del">
          <ac:chgData name="" userId="" providerId="" clId="Web-{42A897C0-9228-4EA1-A60D-489C309FD87E}" dt="2026-09-10T15:47:44.695" v="8" actId="34807"/>
          <ac:spMkLst>
            <pc:docMk/>
            <pc:sldMk cId="1623597511" sldId="862"/>
            <ac:spMk id="10952" creationId="{42BD8A38-8C21-711D-EF1E-BA999A81243B}"/>
          </ac:spMkLst>
        </pc:spChg>
        <pc:spChg chg="del">
          <ac:chgData name="" userId="" providerId="" clId="Web-{42A897C0-9228-4EA1-A60D-489C309FD87E}" dt="2026-09-10T15:47:44.695" v="8" actId="34807"/>
          <ac:spMkLst>
            <pc:docMk/>
            <pc:sldMk cId="1623597511" sldId="862"/>
            <ac:spMk id="11027" creationId="{0709E75E-70C5-F63A-460B-098B09C9A926}"/>
          </ac:spMkLst>
        </pc:spChg>
        <pc:spChg chg="add mod">
          <ac:chgData name="" userId="" providerId="" clId="Web-{42A897C0-9228-4EA1-A60D-489C309FD87E}" dt="2026-09-10T15:47:44.695" v="8" actId="34807"/>
          <ac:spMkLst>
            <pc:docMk/>
            <pc:sldMk cId="1623597511" sldId="862"/>
            <ac:spMk id="48249" creationId="{E5DEBB48-3303-1852-D219-A99DCBF6B157}"/>
          </ac:spMkLst>
        </pc:spChg>
        <pc:spChg chg="add mod">
          <ac:chgData name="" userId="" providerId="" clId="Web-{42A897C0-9228-4EA1-A60D-489C309FD87E}" dt="2026-09-10T15:47:44.695" v="8" actId="34807"/>
          <ac:spMkLst>
            <pc:docMk/>
            <pc:sldMk cId="1623597511" sldId="862"/>
            <ac:spMk id="48282" creationId="{E1685884-CA48-E640-815F-D4EFA56F28C6}"/>
          </ac:spMkLst>
        </pc:spChg>
        <pc:spChg chg="add mod">
          <ac:chgData name="" userId="" providerId="" clId="Web-{42A897C0-9228-4EA1-A60D-489C309FD87E}" dt="2026-09-10T15:47:44.695" v="8" actId="34807"/>
          <ac:spMkLst>
            <pc:docMk/>
            <pc:sldMk cId="1623597511" sldId="862"/>
            <ac:spMk id="48319" creationId="{348685BF-6283-3852-6384-B0AA4D8D9941}"/>
          </ac:spMkLst>
        </pc:spChg>
        <pc:spChg chg="add mod">
          <ac:chgData name="" userId="" providerId="" clId="Web-{42A897C0-9228-4EA1-A60D-489C309FD87E}" dt="2026-09-10T15:47:44.695" v="8" actId="34807"/>
          <ac:spMkLst>
            <pc:docMk/>
            <pc:sldMk cId="1623597511" sldId="862"/>
            <ac:spMk id="48360" creationId="{4BDABBA5-27A4-179A-E557-84E57039E65B}"/>
          </ac:spMkLst>
        </pc:spChg>
        <pc:spChg chg="add mod">
          <ac:chgData name="" userId="" providerId="" clId="Web-{42A897C0-9228-4EA1-A60D-489C309FD87E}" dt="2026-09-10T15:47:44.695" v="8" actId="34807"/>
          <ac:spMkLst>
            <pc:docMk/>
            <pc:sldMk cId="1623597511" sldId="862"/>
            <ac:spMk id="48454" creationId="{FB017875-3277-8D5E-D9B5-E01C7CD5E8F6}"/>
          </ac:spMkLst>
        </pc:spChg>
        <pc:spChg chg="add mod">
          <ac:chgData name="" userId="" providerId="" clId="Web-{42A897C0-9228-4EA1-A60D-489C309FD87E}" dt="2026-09-10T15:47:44.695" v="8" actId="34807"/>
          <ac:spMkLst>
            <pc:docMk/>
            <pc:sldMk cId="1623597511" sldId="862"/>
            <ac:spMk id="48724" creationId="{770C8EDA-DF39-F696-FEB8-3BC25876231D}"/>
          </ac:spMkLst>
        </pc:spChg>
        <pc:spChg chg="add mod">
          <ac:chgData name="" userId="" providerId="" clId="Web-{42A897C0-9228-4EA1-A60D-489C309FD87E}" dt="2026-09-10T15:47:44.695" v="8" actId="34807"/>
          <ac:spMkLst>
            <pc:docMk/>
            <pc:sldMk cId="1623597511" sldId="862"/>
            <ac:spMk id="48909" creationId="{6E271C4F-A1DD-13ED-858D-DC4453ED0450}"/>
          </ac:spMkLst>
        </pc:spChg>
        <pc:spChg chg="add mod">
          <ac:chgData name="" userId="" providerId="" clId="Web-{42A897C0-9228-4EA1-A60D-489C309FD87E}" dt="2026-09-10T15:47:44.695" v="8" actId="34807"/>
          <ac:spMkLst>
            <pc:docMk/>
            <pc:sldMk cId="1623597511" sldId="862"/>
            <ac:spMk id="48949" creationId="{FA4C7D95-117A-87E2-A3B3-A9DFC126986F}"/>
          </ac:spMkLst>
        </pc:spChg>
        <pc:spChg chg="add mod">
          <ac:chgData name="" userId="" providerId="" clId="Web-{42A897C0-9228-4EA1-A60D-489C309FD87E}" dt="2026-09-10T15:55:51.041" v="19" actId="34807"/>
          <ac:spMkLst>
            <pc:docMk/>
            <pc:sldMk cId="1623597511" sldId="862"/>
            <ac:spMk id="89481" creationId="{FB6E5BD4-958F-ED66-31BA-A0D0CC062A04}"/>
          </ac:spMkLst>
        </pc:spChg>
        <pc:spChg chg="add mod">
          <ac:chgData name="" userId="" providerId="" clId="Web-{42A897C0-9228-4EA1-A60D-489C309FD87E}" dt="2026-09-10T15:55:51.041" v="19" actId="34807"/>
          <ac:spMkLst>
            <pc:docMk/>
            <pc:sldMk cId="1623597511" sldId="862"/>
            <ac:spMk id="89514" creationId="{B33585A1-1C2D-C914-4CC7-67069A52B63C}"/>
          </ac:spMkLst>
        </pc:spChg>
        <pc:spChg chg="add mod">
          <ac:chgData name="" userId="" providerId="" clId="Web-{42A897C0-9228-4EA1-A60D-489C309FD87E}" dt="2026-09-10T15:55:51.041" v="19" actId="34807"/>
          <ac:spMkLst>
            <pc:docMk/>
            <pc:sldMk cId="1623597511" sldId="862"/>
            <ac:spMk id="89619" creationId="{A2DACAB4-CC81-DF31-4D06-DCEB28479BB1}"/>
          </ac:spMkLst>
        </pc:spChg>
        <pc:spChg chg="add mod">
          <ac:chgData name="" userId="" providerId="" clId="Web-{42A897C0-9228-4EA1-A60D-489C309FD87E}" dt="2026-09-10T15:55:51.041" v="19" actId="34807"/>
          <ac:spMkLst>
            <pc:docMk/>
            <pc:sldMk cId="1623597511" sldId="862"/>
            <ac:spMk id="89656" creationId="{0F8C7C1D-61CA-AB13-81BD-216E69C0F364}"/>
          </ac:spMkLst>
        </pc:spChg>
        <pc:spChg chg="add mod">
          <ac:chgData name="" userId="" providerId="" clId="Web-{42A897C0-9228-4EA1-A60D-489C309FD87E}" dt="2026-09-10T15:55:51.041" v="19" actId="34807"/>
          <ac:spMkLst>
            <pc:docMk/>
            <pc:sldMk cId="1623597511" sldId="862"/>
            <ac:spMk id="89694" creationId="{02D67011-A95D-82DA-507A-D237A9D33FEF}"/>
          </ac:spMkLst>
        </pc:spChg>
        <pc:spChg chg="add mod">
          <ac:chgData name="" userId="" providerId="" clId="Web-{42A897C0-9228-4EA1-A60D-489C309FD87E}" dt="2026-09-10T15:55:51.041" v="19" actId="34807"/>
          <ac:spMkLst>
            <pc:docMk/>
            <pc:sldMk cId="1623597511" sldId="862"/>
            <ac:spMk id="89814" creationId="{62176130-6723-7821-42B0-76804F5ABDE9}"/>
          </ac:spMkLst>
        </pc:spChg>
        <pc:spChg chg="add mod">
          <ac:chgData name="" userId="" providerId="" clId="Web-{42A897C0-9228-4EA1-A60D-489C309FD87E}" dt="2026-09-10T15:55:51.041" v="19" actId="34807"/>
          <ac:spMkLst>
            <pc:docMk/>
            <pc:sldMk cId="1623597511" sldId="862"/>
            <ac:spMk id="89899" creationId="{85BBEC80-3395-CFB9-1DE7-A70F39E07D7A}"/>
          </ac:spMkLst>
        </pc:spChg>
        <pc:spChg chg="add mod">
          <ac:chgData name="" userId="" providerId="" clId="Web-{42A897C0-9228-4EA1-A60D-489C309FD87E}" dt="2026-09-10T15:55:51.041" v="19" actId="34807"/>
          <ac:spMkLst>
            <pc:docMk/>
            <pc:sldMk cId="1623597511" sldId="862"/>
            <ac:spMk id="90034" creationId="{DA40C801-38C2-D9DE-5AFF-02721E4125A7}"/>
          </ac:spMkLst>
        </pc:spChg>
        <pc:spChg chg="add mod">
          <ac:chgData name="" userId="" providerId="" clId="Web-{42A897C0-9228-4EA1-A60D-489C309FD87E}" dt="2026-09-10T15:55:51.041" v="19" actId="34807"/>
          <ac:spMkLst>
            <pc:docMk/>
            <pc:sldMk cId="1623597511" sldId="862"/>
            <ac:spMk id="90279" creationId="{19C7E7A4-D9C6-CDF0-E919-361418280884}"/>
          </ac:spMkLst>
        </pc:spChg>
        <pc:spChg chg="add mod">
          <ac:chgData name="" userId="" providerId="" clId="Web-{42A897C0-9228-4EA1-A60D-489C309FD87E}" dt="2026-09-10T15:55:51.041" v="19" actId="34807"/>
          <ac:spMkLst>
            <pc:docMk/>
            <pc:sldMk cId="1623597511" sldId="862"/>
            <ac:spMk id="90331" creationId="{6236D584-0BE3-C273-CE94-A2C963D5F5BA}"/>
          </ac:spMkLst>
        </pc:spChg>
      </pc:sldChg>
      <pc:sldChg chg="addSp delSp modSp mod setBg modNotesTx">
        <pc:chgData name="" userId="" providerId="" clId="Web-{42A897C0-9228-4EA1-A60D-489C309FD87E}" dt="2026-09-10T15:57:52.499" v="28" actId="34807"/>
        <pc:sldMkLst>
          <pc:docMk/>
          <pc:sldMk cId="4002290918" sldId="1066"/>
        </pc:sldMkLst>
        <pc:spChg chg="del">
          <ac:chgData name="" userId="" providerId="" clId="Web-{42A897C0-9228-4EA1-A60D-489C309FD87E}" dt="2026-09-10T15:47:44.695" v="8" actId="34807"/>
          <ac:spMkLst>
            <pc:docMk/>
            <pc:sldMk cId="4002290918" sldId="1066"/>
            <ac:spMk id="12803" creationId="{ECEC16F5-AEFE-E1D4-E623-1EE3906451F7}"/>
          </ac:spMkLst>
        </pc:spChg>
        <pc:spChg chg="del">
          <ac:chgData name="" userId="" providerId="" clId="Web-{42A897C0-9228-4EA1-A60D-489C309FD87E}" dt="2026-09-10T15:47:44.695" v="8" actId="34807"/>
          <ac:spMkLst>
            <pc:docMk/>
            <pc:sldMk cId="4002290918" sldId="1066"/>
            <ac:spMk id="13358" creationId="{2C0BCF7C-F29E-D459-73A2-B4961563A260}"/>
          </ac:spMkLst>
        </pc:spChg>
        <pc:spChg chg="add mod">
          <ac:chgData name="" userId="" providerId="" clId="Web-{42A897C0-9228-4EA1-A60D-489C309FD87E}" dt="2026-09-10T15:47:44.695" v="8" actId="34807"/>
          <ac:spMkLst>
            <pc:docMk/>
            <pc:sldMk cId="4002290918" sldId="1066"/>
            <ac:spMk id="49013" creationId="{6FCF7734-F3F4-19F8-5853-6BD8CAD00EA8}"/>
          </ac:spMkLst>
        </pc:spChg>
        <pc:spChg chg="add del mod">
          <ac:chgData name="" userId="" providerId="" clId="Web-{42A897C0-9228-4EA1-A60D-489C309FD87E}" dt="2026-09-10T15:55:51.041" v="19" actId="34807"/>
          <ac:spMkLst>
            <pc:docMk/>
            <pc:sldMk cId="4002290918" sldId="1066"/>
            <ac:spMk id="49078" creationId="{C7200C99-79A4-8F3F-0AC2-8ACF7B80218B}"/>
          </ac:spMkLst>
        </pc:spChg>
        <pc:spChg chg="mod">
          <ac:chgData name="" userId="" providerId="" clId="Web-{42A897C0-9228-4EA1-A60D-489C309FD87E}" dt="2026-09-10T15:49:57.997" v="17" actId="34807"/>
          <ac:spMkLst>
            <pc:docMk/>
            <pc:sldMk cId="4002290918" sldId="1066"/>
            <ac:spMk id="49144" creationId="{7D2339C3-2074-EF93-22AF-C4CD0FBD500F}"/>
          </ac:spMkLst>
        </pc:spChg>
        <pc:spChg chg="mod">
          <ac:chgData name="" userId="" providerId="" clId="Web-{42A897C0-9228-4EA1-A60D-489C309FD87E}" dt="2026-09-10T15:49:57.997" v="17" actId="34807"/>
          <ac:spMkLst>
            <pc:docMk/>
            <pc:sldMk cId="4002290918" sldId="1066"/>
            <ac:spMk id="49211" creationId="{004E0852-78E1-A571-751D-844116A7587F}"/>
          </ac:spMkLst>
        </pc:spChg>
        <pc:spChg chg="del mod">
          <ac:chgData name="" userId="" providerId="" clId="Web-{42A897C0-9228-4EA1-A60D-489C309FD87E}" dt="2026-09-10T15:55:51.041" v="19" actId="34807"/>
          <ac:spMkLst>
            <pc:docMk/>
            <pc:sldMk cId="4002290918" sldId="1066"/>
            <ac:spMk id="49348" creationId="{FE0AB839-19E9-57B2-4DD2-CA10DED102A4}"/>
          </ac:spMkLst>
        </pc:spChg>
        <pc:spChg chg="mod">
          <ac:chgData name="" userId="" providerId="" clId="Web-{42A897C0-9228-4EA1-A60D-489C309FD87E}" dt="2026-09-10T15:49:57.997" v="17" actId="34807"/>
          <ac:spMkLst>
            <pc:docMk/>
            <pc:sldMk cId="4002290918" sldId="1066"/>
            <ac:spMk id="49489" creationId="{73AEC6EA-7CCE-598F-7CAC-165CA04455F1}"/>
          </ac:spMkLst>
        </pc:spChg>
        <pc:spChg chg="add mod">
          <ac:chgData name="" userId="" providerId="" clId="Web-{42A897C0-9228-4EA1-A60D-489C309FD87E}" dt="2026-09-10T15:47:44.695" v="8" actId="34807"/>
          <ac:spMkLst>
            <pc:docMk/>
            <pc:sldMk cId="4002290918" sldId="1066"/>
            <ac:spMk id="49561" creationId="{4563F2AF-946F-228B-EAE5-943177948342}"/>
          </ac:spMkLst>
        </pc:spChg>
        <pc:spChg chg="mod">
          <ac:chgData name="" userId="" providerId="" clId="Web-{42A897C0-9228-4EA1-A60D-489C309FD87E}" dt="2026-09-10T15:49:57.997" v="17" actId="34807"/>
          <ac:spMkLst>
            <pc:docMk/>
            <pc:sldMk cId="4002290918" sldId="1066"/>
            <ac:spMk id="49634" creationId="{EF3BA448-1CA9-829A-A28D-B6523C370C59}"/>
          </ac:spMkLst>
        </pc:spChg>
        <pc:spChg chg="add mod">
          <ac:chgData name="" userId="" providerId="" clId="Web-{42A897C0-9228-4EA1-A60D-489C309FD87E}" dt="2026-09-10T15:47:44.695" v="8" actId="34807"/>
          <ac:spMkLst>
            <pc:docMk/>
            <pc:sldMk cId="4002290918" sldId="1066"/>
            <ac:spMk id="49708" creationId="{1B968112-B28A-B7E5-E8FC-3069B08EE558}"/>
          </ac:spMkLst>
        </pc:spChg>
        <pc:spChg chg="mod">
          <ac:chgData name="" userId="" providerId="" clId="Web-{42A897C0-9228-4EA1-A60D-489C309FD87E}" dt="2026-09-10T15:49:57.997" v="17" actId="34807"/>
          <ac:spMkLst>
            <pc:docMk/>
            <pc:sldMk cId="4002290918" sldId="1066"/>
            <ac:spMk id="49783" creationId="{6C8632C5-DE1E-DC24-8570-BD51648E2984}"/>
          </ac:spMkLst>
        </pc:spChg>
        <pc:spChg chg="mod">
          <ac:chgData name="" userId="" providerId="" clId="Web-{42A897C0-9228-4EA1-A60D-489C309FD87E}" dt="2026-09-10T15:49:57.997" v="17" actId="34807"/>
          <ac:spMkLst>
            <pc:docMk/>
            <pc:sldMk cId="4002290918" sldId="1066"/>
            <ac:spMk id="49936" creationId="{59A7E626-EB5E-2477-B32A-340408D5C239}"/>
          </ac:spMkLst>
        </pc:spChg>
        <pc:spChg chg="add mod">
          <ac:chgData name="" userId="" providerId="" clId="Web-{42A897C0-9228-4EA1-A60D-489C309FD87E}" dt="2026-09-10T15:47:44.695" v="8" actId="34807"/>
          <ac:spMkLst>
            <pc:docMk/>
            <pc:sldMk cId="4002290918" sldId="1066"/>
            <ac:spMk id="50173" creationId="{E701C642-FEA6-9EAB-80C0-EB9518646F4D}"/>
          </ac:spMkLst>
        </pc:spChg>
        <pc:spChg chg="add mod">
          <ac:chgData name="" userId="" providerId="" clId="Web-{42A897C0-9228-4EA1-A60D-489C309FD87E}" dt="2026-09-10T15:47:44.695" v="8" actId="34807"/>
          <ac:spMkLst>
            <pc:docMk/>
            <pc:sldMk cId="4002290918" sldId="1066"/>
            <ac:spMk id="51028" creationId="{3AAD241F-D3BC-D7F2-8B15-4DA8162035E8}"/>
          </ac:spMkLst>
        </pc:spChg>
        <pc:spChg chg="del">
          <ac:chgData name="" userId="" providerId="" clId="Web-{42A897C0-9228-4EA1-A60D-489C309FD87E}" dt="2026-09-10T15:55:51.041" v="19" actId="34807"/>
          <ac:spMkLst>
            <pc:docMk/>
            <pc:sldMk cId="4002290918" sldId="1066"/>
            <ac:spMk id="51211" creationId="{CD49383C-ADBF-43B3-AB26-B93E1AB8C093}"/>
          </ac:spMkLst>
        </pc:spChg>
        <pc:spChg chg="del">
          <ac:chgData name="" userId="" providerId="" clId="Web-{42A897C0-9228-4EA1-A60D-489C309FD87E}" dt="2026-09-10T15:55:51.041" v="19" actId="34807"/>
          <ac:spMkLst>
            <pc:docMk/>
            <pc:sldMk cId="4002290918" sldId="1066"/>
            <ac:spMk id="51304" creationId="{1FB2CA57-7C37-F0E7-9BE6-3BB6E477BEDE}"/>
          </ac:spMkLst>
        </pc:spChg>
        <pc:spChg chg="add mod">
          <ac:chgData name="" userId="" providerId="" clId="Web-{42A897C0-9228-4EA1-A60D-489C309FD87E}" dt="2026-09-10T15:47:44.695" v="8" actId="34807"/>
          <ac:spMkLst>
            <pc:docMk/>
            <pc:sldMk cId="4002290918" sldId="1066"/>
            <ac:spMk id="51983" creationId="{6A10C917-1F13-4395-BB89-8C825206F038}"/>
          </ac:spMkLst>
        </pc:spChg>
        <pc:spChg chg="add del mod">
          <ac:chgData name="" userId="" providerId="" clId="Web-{42A897C0-9228-4EA1-A60D-489C309FD87E}" dt="2026-09-10T15:55:51.041" v="19" actId="34807"/>
          <ac:spMkLst>
            <pc:docMk/>
            <pc:sldMk cId="4002290918" sldId="1066"/>
            <ac:spMk id="52186" creationId="{579371B8-559A-5DB5-5DE7-F6AE0A383228}"/>
          </ac:spMkLst>
        </pc:spChg>
        <pc:spChg chg="del">
          <ac:chgData name="" userId="" providerId="" clId="Web-{42A897C0-9228-4EA1-A60D-489C309FD87E}" dt="2026-09-10T15:55:51.041" v="19" actId="34807"/>
          <ac:spMkLst>
            <pc:docMk/>
            <pc:sldMk cId="4002290918" sldId="1066"/>
            <ac:spMk id="52604" creationId="{54A2FB72-6F32-9154-BA5C-3FF118E24B2E}"/>
          </ac:spMkLst>
        </pc:spChg>
        <pc:spChg chg="mod">
          <ac:chgData name="" userId="" providerId="" clId="Web-{42A897C0-9228-4EA1-A60D-489C309FD87E}" dt="2026-09-10T15:57:52.499" v="28" actId="34807"/>
          <ac:spMkLst>
            <pc:docMk/>
            <pc:sldMk cId="4002290918" sldId="1066"/>
            <ac:spMk id="90528" creationId="{F689D638-60C4-68CE-605D-96770646B03E}"/>
          </ac:spMkLst>
        </pc:spChg>
        <pc:spChg chg="mod">
          <ac:chgData name="" userId="" providerId="" clId="Web-{42A897C0-9228-4EA1-A60D-489C309FD87E}" dt="2026-09-10T15:57:52.499" v="28" actId="34807"/>
          <ac:spMkLst>
            <pc:docMk/>
            <pc:sldMk cId="4002290918" sldId="1066"/>
            <ac:spMk id="90628" creationId="{BA759AF8-D2F4-8FF7-C5B3-3D73C921033B}"/>
          </ac:spMkLst>
        </pc:spChg>
        <pc:spChg chg="mod">
          <ac:chgData name="" userId="" providerId="" clId="Web-{42A897C0-9228-4EA1-A60D-489C309FD87E}" dt="2026-09-10T15:57:52.499" v="28" actId="34807"/>
          <ac:spMkLst>
            <pc:docMk/>
            <pc:sldMk cId="4002290918" sldId="1066"/>
            <ac:spMk id="90729" creationId="{027699F3-BD69-163B-95E2-414582F85644}"/>
          </ac:spMkLst>
        </pc:spChg>
        <pc:spChg chg="mod">
          <ac:chgData name="" userId="" providerId="" clId="Web-{42A897C0-9228-4EA1-A60D-489C309FD87E}" dt="2026-09-10T15:57:52.499" v="28" actId="34807"/>
          <ac:spMkLst>
            <pc:docMk/>
            <pc:sldMk cId="4002290918" sldId="1066"/>
            <ac:spMk id="90934" creationId="{F80FC049-A474-F774-63DC-74AA7D6ACBA9}"/>
          </ac:spMkLst>
        </pc:spChg>
        <pc:spChg chg="mod">
          <ac:chgData name="" userId="" providerId="" clId="Web-{42A897C0-9228-4EA1-A60D-489C309FD87E}" dt="2026-09-10T15:57:52.499" v="28" actId="34807"/>
          <ac:spMkLst>
            <pc:docMk/>
            <pc:sldMk cId="4002290918" sldId="1066"/>
            <ac:spMk id="91143" creationId="{2667F683-C64D-3A09-959E-77F73AB3F3A9}"/>
          </ac:spMkLst>
        </pc:spChg>
        <pc:spChg chg="mod">
          <ac:chgData name="" userId="" providerId="" clId="Web-{42A897C0-9228-4EA1-A60D-489C309FD87E}" dt="2026-09-10T15:57:52.499" v="28" actId="34807"/>
          <ac:spMkLst>
            <pc:docMk/>
            <pc:sldMk cId="4002290918" sldId="1066"/>
            <ac:spMk id="91356" creationId="{07F9AAE9-150F-7071-6BA1-E8FBDF1FBF42}"/>
          </ac:spMkLst>
        </pc:spChg>
        <pc:spChg chg="mod">
          <ac:chgData name="" userId="" providerId="" clId="Web-{42A897C0-9228-4EA1-A60D-489C309FD87E}" dt="2026-09-10T15:57:52.499" v="28" actId="34807"/>
          <ac:spMkLst>
            <pc:docMk/>
            <pc:sldMk cId="4002290918" sldId="1066"/>
            <ac:spMk id="91573" creationId="{44DCACA6-7909-F4C6-7182-1CB9F068A510}"/>
          </ac:spMkLst>
        </pc:spChg>
        <pc:spChg chg="mod">
          <ac:chgData name="" userId="" providerId="" clId="Web-{42A897C0-9228-4EA1-A60D-489C309FD87E}" dt="2026-09-10T15:57:52.499" v="28" actId="34807"/>
          <ac:spMkLst>
            <pc:docMk/>
            <pc:sldMk cId="4002290918" sldId="1066"/>
            <ac:spMk id="91794" creationId="{569E3687-DBBB-ED5F-B771-FD803D699CB0}"/>
          </ac:spMkLst>
        </pc:spChg>
        <pc:spChg chg="add mod">
          <ac:chgData name="" userId="" providerId="" clId="Web-{42A897C0-9228-4EA1-A60D-489C309FD87E}" dt="2026-09-10T15:55:51.041" v="19" actId="34807"/>
          <ac:spMkLst>
            <pc:docMk/>
            <pc:sldMk cId="4002290918" sldId="1066"/>
            <ac:spMk id="91906" creationId="{AA2D3E41-3A74-C622-3BF8-DAC46632F068}"/>
          </ac:spMkLst>
        </pc:spChg>
        <pc:spChg chg="add mod">
          <ac:chgData name="" userId="" providerId="" clId="Web-{42A897C0-9228-4EA1-A60D-489C309FD87E}" dt="2026-09-10T15:55:51.041" v="19" actId="34807"/>
          <ac:spMkLst>
            <pc:docMk/>
            <pc:sldMk cId="4002290918" sldId="1066"/>
            <ac:spMk id="92364" creationId="{D9933404-7D78-42CE-A2F1-1C5F76BCD561}"/>
          </ac:spMkLst>
        </pc:spChg>
        <pc:spChg chg="add mod">
          <ac:chgData name="" userId="" providerId="" clId="Web-{42A897C0-9228-4EA1-A60D-489C309FD87E}" dt="2026-09-10T15:55:51.041" v="19" actId="34807"/>
          <ac:spMkLst>
            <pc:docMk/>
            <pc:sldMk cId="4002290918" sldId="1066"/>
            <ac:spMk id="92959" creationId="{23315457-8B4F-ADBB-1308-B2C0776C4040}"/>
          </ac:spMkLst>
        </pc:spChg>
        <pc:spChg chg="add mod">
          <ac:chgData name="" userId="" providerId="" clId="Web-{42A897C0-9228-4EA1-A60D-489C309FD87E}" dt="2026-09-10T15:55:51.041" v="19" actId="34807"/>
          <ac:spMkLst>
            <pc:docMk/>
            <pc:sldMk cId="4002290918" sldId="1066"/>
            <ac:spMk id="95031" creationId="{36F65E2F-0AE7-1D07-4DF9-CB3007BC446C}"/>
          </ac:spMkLst>
        </pc:spChg>
      </pc:sldChg>
      <pc:sldChg chg="addSp delSp modSp mod setBg modNotesTx">
        <pc:chgData name="" userId="" providerId="" clId="Web-{42A897C0-9228-4EA1-A60D-489C309FD87E}" dt="2026-09-10T15:57:52.499" v="28" actId="34807"/>
        <pc:sldMkLst>
          <pc:docMk/>
          <pc:sldMk cId="2736095792" sldId="1271"/>
        </pc:sldMkLst>
        <pc:spChg chg="del">
          <ac:chgData name="" userId="" providerId="" clId="Web-{42A897C0-9228-4EA1-A60D-489C309FD87E}" dt="2026-09-10T15:48:01.836" v="9" actId="34807"/>
          <ac:spMkLst>
            <pc:docMk/>
            <pc:sldMk cId="2736095792" sldId="1271"/>
            <ac:spMk id="13386" creationId="{B8768855-5FC4-EB2E-3496-10772F9E5FE4}"/>
          </ac:spMkLst>
        </pc:spChg>
        <pc:spChg chg="del">
          <ac:chgData name="" userId="" providerId="" clId="Web-{42A897C0-9228-4EA1-A60D-489C309FD87E}" dt="2026-09-10T15:48:01.836" v="9" actId="34807"/>
          <ac:spMkLst>
            <pc:docMk/>
            <pc:sldMk cId="2736095792" sldId="1271"/>
            <ac:spMk id="13424" creationId="{AD976E85-6095-642A-FD9E-1DD6D3CAFB9A}"/>
          </ac:spMkLst>
        </pc:spChg>
        <pc:spChg chg="del">
          <ac:chgData name="" userId="" providerId="" clId="Web-{42A897C0-9228-4EA1-A60D-489C309FD87E}" dt="2026-09-10T15:48:01.836" v="9" actId="34807"/>
          <ac:spMkLst>
            <pc:docMk/>
            <pc:sldMk cId="2736095792" sldId="1271"/>
            <ac:spMk id="13436" creationId="{24EF7A87-A884-C0F1-000D-7EF942EAAC5A}"/>
          </ac:spMkLst>
        </pc:spChg>
        <pc:spChg chg="mod">
          <ac:chgData name="" userId="" providerId="" clId="Web-{42A897C0-9228-4EA1-A60D-489C309FD87E}" dt="2026-09-10T15:49:57.997" v="17" actId="34807"/>
          <ac:spMkLst>
            <pc:docMk/>
            <pc:sldMk cId="2736095792" sldId="1271"/>
            <ac:spMk id="52742" creationId="{99FBD262-3E6C-9391-1E87-84DD8121FD00}"/>
          </ac:spMkLst>
        </pc:spChg>
        <pc:spChg chg="del">
          <ac:chgData name="" userId="" providerId="" clId="Web-{42A897C0-9228-4EA1-A60D-489C309FD87E}" dt="2026-09-10T15:56:04.526" v="20" actId="34807"/>
          <ac:spMkLst>
            <pc:docMk/>
            <pc:sldMk cId="2736095792" sldId="1271"/>
            <ac:spMk id="52777" creationId="{4304166A-F104-D840-869D-CA333D565FE6}"/>
          </ac:spMkLst>
        </pc:spChg>
        <pc:spChg chg="add mod">
          <ac:chgData name="" userId="" providerId="" clId="Web-{42A897C0-9228-4EA1-A60D-489C309FD87E}" dt="2026-09-10T15:49:57.997" v="17" actId="34807"/>
          <ac:spMkLst>
            <pc:docMk/>
            <pc:sldMk cId="2736095792" sldId="1271"/>
            <ac:spMk id="52796" creationId="{70ED067C-C473-A750-81B9-A86C235002FC}"/>
          </ac:spMkLst>
        </pc:spChg>
        <pc:spChg chg="mod">
          <ac:chgData name="" userId="" providerId="" clId="Web-{42A897C0-9228-4EA1-A60D-489C309FD87E}" dt="2026-09-10T15:49:57.997" v="17" actId="34807"/>
          <ac:spMkLst>
            <pc:docMk/>
            <pc:sldMk cId="2736095792" sldId="1271"/>
            <ac:spMk id="52859" creationId="{54FC2209-E7D5-15A0-D53C-CDA1FD633116}"/>
          </ac:spMkLst>
        </pc:spChg>
        <pc:spChg chg="del">
          <ac:chgData name="" userId="" providerId="" clId="Web-{42A897C0-9228-4EA1-A60D-489C309FD87E}" dt="2026-09-10T15:56:04.526" v="20" actId="34807"/>
          <ac:spMkLst>
            <pc:docMk/>
            <pc:sldMk cId="2736095792" sldId="1271"/>
            <ac:spMk id="52882" creationId="{3ABD2286-49B2-360A-1ADB-223DBC17E24F}"/>
          </ac:spMkLst>
        </pc:spChg>
        <pc:spChg chg="mod">
          <ac:chgData name="" userId="" providerId="" clId="Web-{42A897C0-9228-4EA1-A60D-489C309FD87E}" dt="2026-09-10T15:49:57.997" v="17" actId="34807"/>
          <ac:spMkLst>
            <pc:docMk/>
            <pc:sldMk cId="2736095792" sldId="1271"/>
            <ac:spMk id="52906" creationId="{C6151FCF-4753-50E6-0030-C45CCA0C9210}"/>
          </ac:spMkLst>
        </pc:spChg>
        <pc:spChg chg="add mod">
          <ac:chgData name="" userId="" providerId="" clId="Web-{42A897C0-9228-4EA1-A60D-489C309FD87E}" dt="2026-09-10T15:49:57.997" v="17" actId="34807"/>
          <ac:spMkLst>
            <pc:docMk/>
            <pc:sldMk cId="2736095792" sldId="1271"/>
            <ac:spMk id="52931" creationId="{E1010FDA-F88D-5AA0-981C-67E4C1371173}"/>
          </ac:spMkLst>
        </pc:spChg>
        <pc:spChg chg="add del mod">
          <ac:chgData name="" userId="" providerId="" clId="Web-{42A897C0-9228-4EA1-A60D-489C309FD87E}" dt="2026-09-10T15:56:04.526" v="20" actId="34807"/>
          <ac:spMkLst>
            <pc:docMk/>
            <pc:sldMk cId="2736095792" sldId="1271"/>
            <ac:spMk id="52957" creationId="{9EED6E40-F7A7-DF50-B72D-05E7D7FAFDC2}"/>
          </ac:spMkLst>
        </pc:spChg>
        <pc:spChg chg="del">
          <ac:chgData name="" userId="" providerId="" clId="Web-{42A897C0-9228-4EA1-A60D-489C309FD87E}" dt="2026-09-10T15:56:04.526" v="20" actId="34807"/>
          <ac:spMkLst>
            <pc:docMk/>
            <pc:sldMk cId="2736095792" sldId="1271"/>
            <ac:spMk id="52984" creationId="{02984ED2-0651-46B8-903F-D9ECE3424233}"/>
          </ac:spMkLst>
        </pc:spChg>
        <pc:spChg chg="add mod">
          <ac:chgData name="" userId="" providerId="" clId="Web-{42A897C0-9228-4EA1-A60D-489C309FD87E}" dt="2026-09-10T15:48:01.836" v="9" actId="34807"/>
          <ac:spMkLst>
            <pc:docMk/>
            <pc:sldMk cId="2736095792" sldId="1271"/>
            <ac:spMk id="53041" creationId="{3F126DE1-202F-12A7-9926-C833417720B4}"/>
          </ac:spMkLst>
        </pc:spChg>
        <pc:spChg chg="del">
          <ac:chgData name="" userId="" providerId="" clId="Web-{42A897C0-9228-4EA1-A60D-489C309FD87E}" dt="2026-09-10T15:56:04.526" v="20" actId="34807"/>
          <ac:spMkLst>
            <pc:docMk/>
            <pc:sldMk cId="2736095792" sldId="1271"/>
            <ac:spMk id="53167" creationId="{1ED54332-4C2D-DB64-67F1-BCF8DB911533}"/>
          </ac:spMkLst>
        </pc:spChg>
        <pc:spChg chg="del">
          <ac:chgData name="" userId="" providerId="" clId="Web-{42A897C0-9228-4EA1-A60D-489C309FD87E}" dt="2026-09-10T15:56:04.526" v="20" actId="34807"/>
          <ac:spMkLst>
            <pc:docMk/>
            <pc:sldMk cId="2736095792" sldId="1271"/>
            <ac:spMk id="53347" creationId="{BAA27362-3F9D-7E24-95FA-E883DA0B98D6}"/>
          </ac:spMkLst>
        </pc:spChg>
        <pc:spChg chg="add mod">
          <ac:chgData name="" userId="" providerId="" clId="Web-{42A897C0-9228-4EA1-A60D-489C309FD87E}" dt="2026-09-10T15:48:01.836" v="9" actId="34807"/>
          <ac:spMkLst>
            <pc:docMk/>
            <pc:sldMk cId="2736095792" sldId="1271"/>
            <ac:spMk id="53386" creationId="{AC5B020A-077E-4A17-6BEC-D31A688911F2}"/>
          </ac:spMkLst>
        </pc:spChg>
        <pc:spChg chg="add mod">
          <ac:chgData name="" userId="" providerId="" clId="Web-{42A897C0-9228-4EA1-A60D-489C309FD87E}" dt="2026-09-10T15:48:01.836" v="9" actId="34807"/>
          <ac:spMkLst>
            <pc:docMk/>
            <pc:sldMk cId="2736095792" sldId="1271"/>
            <ac:spMk id="53426" creationId="{AC4E218B-3097-FEE8-B69C-F160D4606B7E}"/>
          </ac:spMkLst>
        </pc:spChg>
        <pc:spChg chg="add del mod">
          <ac:chgData name="" userId="" providerId="" clId="Web-{42A897C0-9228-4EA1-A60D-489C309FD87E}" dt="2026-09-10T15:56:04.526" v="20" actId="34807"/>
          <ac:spMkLst>
            <pc:docMk/>
            <pc:sldMk cId="2736095792" sldId="1271"/>
            <ac:spMk id="53509" creationId="{413A7DEC-0ADA-1627-A433-8906B7A18907}"/>
          </ac:spMkLst>
        </pc:spChg>
        <pc:spChg chg="mod">
          <ac:chgData name="" userId="" providerId="" clId="Web-{42A897C0-9228-4EA1-A60D-489C309FD87E}" dt="2026-09-10T15:57:52.499" v="28" actId="34807"/>
          <ac:spMkLst>
            <pc:docMk/>
            <pc:sldMk cId="2736095792" sldId="1271"/>
            <ac:spMk id="95648" creationId="{E0DBBC2F-CE50-A42C-0FAB-9A2A1DFBFA55}"/>
          </ac:spMkLst>
        </pc:spChg>
        <pc:spChg chg="mod">
          <ac:chgData name="" userId="" providerId="" clId="Web-{42A897C0-9228-4EA1-A60D-489C309FD87E}" dt="2026-09-10T15:57:52.499" v="28" actId="34807"/>
          <ac:spMkLst>
            <pc:docMk/>
            <pc:sldMk cId="2736095792" sldId="1271"/>
            <ac:spMk id="95744" creationId="{AC0F1E81-BF7B-4874-714B-24E8219AEB15}"/>
          </ac:spMkLst>
        </pc:spChg>
        <pc:spChg chg="mod">
          <ac:chgData name="" userId="" providerId="" clId="Web-{42A897C0-9228-4EA1-A60D-489C309FD87E}" dt="2026-09-10T15:57:52.499" v="28" actId="34807"/>
          <ac:spMkLst>
            <pc:docMk/>
            <pc:sldMk cId="2736095792" sldId="1271"/>
            <ac:spMk id="95849" creationId="{2D02EB8C-E14E-BD56-AB33-BB93343A5CE6}"/>
          </ac:spMkLst>
        </pc:spChg>
        <pc:spChg chg="mod">
          <ac:chgData name="" userId="" providerId="" clId="Web-{42A897C0-9228-4EA1-A60D-489C309FD87E}" dt="2026-09-10T15:57:52.499" v="28" actId="34807"/>
          <ac:spMkLst>
            <pc:docMk/>
            <pc:sldMk cId="2736095792" sldId="1271"/>
            <ac:spMk id="95924" creationId="{B66F3E13-BEC7-E468-3061-7BEB7EAC884C}"/>
          </ac:spMkLst>
        </pc:spChg>
        <pc:spChg chg="mod">
          <ac:chgData name="" userId="" providerId="" clId="Web-{42A897C0-9228-4EA1-A60D-489C309FD87E}" dt="2026-09-10T15:57:52.499" v="28" actId="34807"/>
          <ac:spMkLst>
            <pc:docMk/>
            <pc:sldMk cId="2736095792" sldId="1271"/>
            <ac:spMk id="95963" creationId="{E6AFFA27-CC0C-30AC-30E4-69E80B0E3196}"/>
          </ac:spMkLst>
        </pc:spChg>
        <pc:spChg chg="add mod">
          <ac:chgData name="" userId="" providerId="" clId="Web-{42A897C0-9228-4EA1-A60D-489C309FD87E}" dt="2026-09-10T15:56:04.526" v="20" actId="34807"/>
          <ac:spMkLst>
            <pc:docMk/>
            <pc:sldMk cId="2736095792" sldId="1271"/>
            <ac:spMk id="96086" creationId="{30511A4A-0B74-E655-2F57-9919EF58A156}"/>
          </ac:spMkLst>
        </pc:spChg>
        <pc:spChg chg="add mod">
          <ac:chgData name="" userId="" providerId="" clId="Web-{42A897C0-9228-4EA1-A60D-489C309FD87E}" dt="2026-09-10T15:56:04.526" v="20" actId="34807"/>
          <ac:spMkLst>
            <pc:docMk/>
            <pc:sldMk cId="2736095792" sldId="1271"/>
            <ac:spMk id="96264" creationId="{956E1F25-8D2A-3609-43FE-71B61145C890}"/>
          </ac:spMkLst>
        </pc:spChg>
        <pc:spChg chg="add mod">
          <ac:chgData name="" userId="" providerId="" clId="Web-{42A897C0-9228-4EA1-A60D-489C309FD87E}" dt="2026-09-10T15:56:04.526" v="20" actId="34807"/>
          <ac:spMkLst>
            <pc:docMk/>
            <pc:sldMk cId="2736095792" sldId="1271"/>
            <ac:spMk id="96311" creationId="{64255A6B-422F-2D56-29E1-2FD4E9639946}"/>
          </ac:spMkLst>
        </pc:spChg>
      </pc:sldChg>
      <pc:sldChg chg="addSp delSp modSp mod setBg modNotesTx">
        <pc:chgData name="" userId="" providerId="" clId="Web-{42A897C0-9228-4EA1-A60D-489C309FD87E}" dt="2026-09-10T15:56:04.526" v="20" actId="34807"/>
        <pc:sldMkLst>
          <pc:docMk/>
          <pc:sldMk cId="3534592662" sldId="1477"/>
        </pc:sldMkLst>
        <pc:spChg chg="del">
          <ac:chgData name="" userId="" providerId="" clId="Web-{42A897C0-9228-4EA1-A60D-489C309FD87E}" dt="2026-09-10T15:48:01.836" v="9" actId="34807"/>
          <ac:spMkLst>
            <pc:docMk/>
            <pc:sldMk cId="3534592662" sldId="1477"/>
            <ac:spMk id="13489" creationId="{3336A730-55F3-4BE0-CB94-31D1C65B3B85}"/>
          </ac:spMkLst>
        </pc:spChg>
        <pc:spChg chg="del">
          <ac:chgData name="" userId="" providerId="" clId="Web-{42A897C0-9228-4EA1-A60D-489C309FD87E}" dt="2026-09-10T15:48:01.836" v="9" actId="34807"/>
          <ac:spMkLst>
            <pc:docMk/>
            <pc:sldMk cId="3534592662" sldId="1477"/>
            <ac:spMk id="13516" creationId="{74CA415F-B39B-D2C8-6684-3C4237E158E1}"/>
          </ac:spMkLst>
        </pc:spChg>
        <pc:spChg chg="del">
          <ac:chgData name="" userId="" providerId="" clId="Web-{42A897C0-9228-4EA1-A60D-489C309FD87E}" dt="2026-09-10T15:48:01.836" v="9" actId="34807"/>
          <ac:spMkLst>
            <pc:docMk/>
            <pc:sldMk cId="3534592662" sldId="1477"/>
            <ac:spMk id="13544" creationId="{134DA186-8118-9E73-4C05-38B58A57B53E}"/>
          </ac:spMkLst>
        </pc:spChg>
        <pc:spChg chg="del">
          <ac:chgData name="" userId="" providerId="" clId="Web-{42A897C0-9228-4EA1-A60D-489C309FD87E}" dt="2026-09-10T15:48:01.836" v="9" actId="34807"/>
          <ac:spMkLst>
            <pc:docMk/>
            <pc:sldMk cId="3534592662" sldId="1477"/>
            <ac:spMk id="13573" creationId="{60D9C191-A798-FCB2-9CE2-29632E73F552}"/>
          </ac:spMkLst>
        </pc:spChg>
        <pc:spChg chg="del">
          <ac:chgData name="" userId="" providerId="" clId="Web-{42A897C0-9228-4EA1-A60D-489C309FD87E}" dt="2026-09-10T15:48:01.836" v="9" actId="34807"/>
          <ac:spMkLst>
            <pc:docMk/>
            <pc:sldMk cId="3534592662" sldId="1477"/>
            <ac:spMk id="13768" creationId="{0ED876BC-8894-50B7-19E2-592F6DC8C12E}"/>
          </ac:spMkLst>
        </pc:spChg>
        <pc:spChg chg="del">
          <ac:chgData name="" userId="" providerId="" clId="Web-{42A897C0-9228-4EA1-A60D-489C309FD87E}" dt="2026-09-10T15:48:01.836" v="9" actId="34807"/>
          <ac:spMkLst>
            <pc:docMk/>
            <pc:sldMk cId="3534592662" sldId="1477"/>
            <ac:spMk id="13841" creationId="{45952623-AE54-BDD2-3623-42B9E2298093}"/>
          </ac:spMkLst>
        </pc:spChg>
        <pc:spChg chg="del">
          <ac:chgData name="" userId="" providerId="" clId="Web-{42A897C0-9228-4EA1-A60D-489C309FD87E}" dt="2026-09-10T15:48:01.836" v="9" actId="34807"/>
          <ac:spMkLst>
            <pc:docMk/>
            <pc:sldMk cId="3534592662" sldId="1477"/>
            <ac:spMk id="13958" creationId="{373D6CEA-5565-608A-D8FE-BED96352CB63}"/>
          </ac:spMkLst>
        </pc:spChg>
        <pc:spChg chg="add del mod">
          <ac:chgData name="" userId="" providerId="" clId="Web-{42A897C0-9228-4EA1-A60D-489C309FD87E}" dt="2026-09-10T15:56:04.526" v="20" actId="34807"/>
          <ac:spMkLst>
            <pc:docMk/>
            <pc:sldMk cId="3534592662" sldId="1477"/>
            <ac:spMk id="53581" creationId="{D03CCFD8-42A5-63C4-4B2F-96E56B3374B9}"/>
          </ac:spMkLst>
        </pc:spChg>
        <pc:spChg chg="add del mod">
          <ac:chgData name="" userId="" providerId="" clId="Web-{42A897C0-9228-4EA1-A60D-489C309FD87E}" dt="2026-09-10T15:56:04.526" v="20" actId="34807"/>
          <ac:spMkLst>
            <pc:docMk/>
            <pc:sldMk cId="3534592662" sldId="1477"/>
            <ac:spMk id="53728" creationId="{CF929B22-D8C0-7842-51D8-C2A1488EFA11}"/>
          </ac:spMkLst>
        </pc:spChg>
        <pc:spChg chg="del">
          <ac:chgData name="" userId="" providerId="" clId="Web-{42A897C0-9228-4EA1-A60D-489C309FD87E}" dt="2026-09-10T15:56:04.526" v="20" actId="34807"/>
          <ac:spMkLst>
            <pc:docMk/>
            <pc:sldMk cId="3534592662" sldId="1477"/>
            <ac:spMk id="54694" creationId="{E6312A1C-59E0-B91E-B5B4-FB79C81EACBB}"/>
          </ac:spMkLst>
        </pc:spChg>
        <pc:spChg chg="add del mod">
          <ac:chgData name="" userId="" providerId="" clId="Web-{42A897C0-9228-4EA1-A60D-489C309FD87E}" dt="2026-09-10T15:56:04.526" v="20" actId="34807"/>
          <ac:spMkLst>
            <pc:docMk/>
            <pc:sldMk cId="3534592662" sldId="1477"/>
            <ac:spMk id="55324" creationId="{F12F53EB-98F6-0EEF-327A-F3900B4EFC77}"/>
          </ac:spMkLst>
        </pc:spChg>
        <pc:spChg chg="add mod">
          <ac:chgData name="" userId="" providerId="" clId="Web-{42A897C0-9228-4EA1-A60D-489C309FD87E}" dt="2026-09-10T15:56:04.526" v="20" actId="34807"/>
          <ac:spMkLst>
            <pc:docMk/>
            <pc:sldMk cId="3534592662" sldId="1477"/>
            <ac:spMk id="97455" creationId="{03DED3A9-9DF9-B66E-B2B2-91A899075043}"/>
          </ac:spMkLst>
        </pc:spChg>
        <pc:spChg chg="add mod">
          <ac:chgData name="" userId="" providerId="" clId="Web-{42A897C0-9228-4EA1-A60D-489C309FD87E}" dt="2026-09-10T15:56:04.526" v="20" actId="34807"/>
          <ac:spMkLst>
            <pc:docMk/>
            <pc:sldMk cId="3534592662" sldId="1477"/>
            <ac:spMk id="97544" creationId="{A53BC31D-7A95-9D7A-C0D9-34A486FE4C26}"/>
          </ac:spMkLst>
        </pc:spChg>
        <pc:spChg chg="add mod">
          <ac:chgData name="" userId="" providerId="" clId="Web-{42A897C0-9228-4EA1-A60D-489C309FD87E}" dt="2026-09-10T15:56:04.526" v="20" actId="34807"/>
          <ac:spMkLst>
            <pc:docMk/>
            <pc:sldMk cId="3534592662" sldId="1477"/>
            <ac:spMk id="97725" creationId="{801A21C1-4C49-E4FC-7C1C-9FB042228EFC}"/>
          </ac:spMkLst>
        </pc:spChg>
        <pc:spChg chg="add mod">
          <ac:chgData name="" userId="" providerId="" clId="Web-{42A897C0-9228-4EA1-A60D-489C309FD87E}" dt="2026-09-10T15:56:04.526" v="20" actId="34807"/>
          <ac:spMkLst>
            <pc:docMk/>
            <pc:sldMk cId="3534592662" sldId="1477"/>
            <ac:spMk id="98004" creationId="{96EA2662-5CB8-864C-779E-5291C62299BF}"/>
          </ac:spMkLst>
        </pc:spChg>
        <pc:spChg chg="add mod">
          <ac:chgData name="" userId="" providerId="" clId="Web-{42A897C0-9228-4EA1-A60D-489C309FD87E}" dt="2026-09-10T15:56:04.526" v="20" actId="34807"/>
          <ac:spMkLst>
            <pc:docMk/>
            <pc:sldMk cId="3534592662" sldId="1477"/>
            <ac:spMk id="98690" creationId="{60839225-B0F0-59CC-F874-41B84ED636A6}"/>
          </ac:spMkLst>
        </pc:spChg>
        <pc:spChg chg="add mod">
          <ac:chgData name="" userId="" providerId="" clId="Web-{42A897C0-9228-4EA1-A60D-489C309FD87E}" dt="2026-09-10T15:56:04.526" v="20" actId="34807"/>
          <ac:spMkLst>
            <pc:docMk/>
            <pc:sldMk cId="3534592662" sldId="1477"/>
            <ac:spMk id="98895" creationId="{0F2F32A1-AB33-6733-A8DA-50D53137B7CB}"/>
          </ac:spMkLst>
        </pc:spChg>
      </pc:sldChg>
      <pc:sldChg chg="addSp delSp modSp mod setBg modNotesTx">
        <pc:chgData name="" userId="" providerId="" clId="Web-{42A897C0-9228-4EA1-A60D-489C309FD87E}" dt="2026-09-10T15:57:52.499" v="28" actId="34807"/>
        <pc:sldMkLst>
          <pc:docMk/>
          <pc:sldMk cId="2369253086" sldId="1684"/>
        </pc:sldMkLst>
        <pc:spChg chg="del">
          <ac:chgData name="" userId="" providerId="" clId="Web-{42A897C0-9228-4EA1-A60D-489C309FD87E}" dt="2026-09-10T15:48:12.962" v="10" actId="34807"/>
          <ac:spMkLst>
            <pc:docMk/>
            <pc:sldMk cId="2369253086" sldId="1684"/>
            <ac:spMk id="15451" creationId="{9127F04F-11EE-0360-9A02-31ECC8C27C67}"/>
          </ac:spMkLst>
        </pc:spChg>
        <pc:spChg chg="del">
          <ac:chgData name="" userId="" providerId="" clId="Web-{42A897C0-9228-4EA1-A60D-489C309FD87E}" dt="2026-09-10T15:48:12.962" v="10" actId="34807"/>
          <ac:spMkLst>
            <pc:docMk/>
            <pc:sldMk cId="2369253086" sldId="1684"/>
            <ac:spMk id="15531" creationId="{C6FF9D55-320C-7DD9-98D3-DE9D8EBD61ED}"/>
          </ac:spMkLst>
        </pc:spChg>
        <pc:spChg chg="del">
          <ac:chgData name="" userId="" providerId="" clId="Web-{42A897C0-9228-4EA1-A60D-489C309FD87E}" dt="2026-09-10T15:48:12.962" v="10" actId="34807"/>
          <ac:spMkLst>
            <pc:docMk/>
            <pc:sldMk cId="2369253086" sldId="1684"/>
            <ac:spMk id="15777" creationId="{A976CCA4-347B-924E-5C7A-B397D0922B32}"/>
          </ac:spMkLst>
        </pc:spChg>
        <pc:spChg chg="del">
          <ac:chgData name="" userId="" providerId="" clId="Web-{42A897C0-9228-4EA1-A60D-489C309FD87E}" dt="2026-09-10T15:48:12.962" v="10" actId="34807"/>
          <ac:spMkLst>
            <pc:docMk/>
            <pc:sldMk cId="2369253086" sldId="1684"/>
            <ac:spMk id="16662" creationId="{85FADEAB-EFF5-0509-3AA1-A56FA09B60C9}"/>
          </ac:spMkLst>
        </pc:spChg>
        <pc:spChg chg="del">
          <ac:chgData name="" userId="" providerId="" clId="Web-{42A897C0-9228-4EA1-A60D-489C309FD87E}" dt="2026-09-10T15:48:12.962" v="10" actId="34807"/>
          <ac:spMkLst>
            <pc:docMk/>
            <pc:sldMk cId="2369253086" sldId="1684"/>
            <ac:spMk id="16851" creationId="{B2ED5EF7-8709-7493-3D04-0FA66FE41F1C}"/>
          </ac:spMkLst>
        </pc:spChg>
        <pc:spChg chg="mod">
          <ac:chgData name="" userId="" providerId="" clId="Web-{42A897C0-9228-4EA1-A60D-489C309FD87E}" dt="2026-09-10T15:49:57.997" v="17" actId="34807"/>
          <ac:spMkLst>
            <pc:docMk/>
            <pc:sldMk cId="2369253086" sldId="1684"/>
            <ac:spMk id="55489" creationId="{85131AD8-C80B-0B50-5AC0-00D730EC0AAD}"/>
          </ac:spMkLst>
        </pc:spChg>
        <pc:spChg chg="mod">
          <ac:chgData name="" userId="" providerId="" clId="Web-{42A897C0-9228-4EA1-A60D-489C309FD87E}" dt="2026-09-10T15:49:57.997" v="17" actId="34807"/>
          <ac:spMkLst>
            <pc:docMk/>
            <pc:sldMk cId="2369253086" sldId="1684"/>
            <ac:spMk id="55526" creationId="{02FC6F74-804B-5DC9-8ADD-26C6BFB710A2}"/>
          </ac:spMkLst>
        </pc:spChg>
        <pc:spChg chg="mod">
          <ac:chgData name="" userId="" providerId="" clId="Web-{42A897C0-9228-4EA1-A60D-489C309FD87E}" dt="2026-09-10T15:49:57.997" v="17" actId="34807"/>
          <ac:spMkLst>
            <pc:docMk/>
            <pc:sldMk cId="2369253086" sldId="1684"/>
            <ac:spMk id="55564" creationId="{57AC6A06-3F77-8A37-1FC9-E5C7D656EB27}"/>
          </ac:spMkLst>
        </pc:spChg>
        <pc:spChg chg="add del mod">
          <ac:chgData name="" userId="" providerId="" clId="Web-{42A897C0-9228-4EA1-A60D-489C309FD87E}" dt="2026-09-10T15:56:16.730" v="21" actId="34807"/>
          <ac:spMkLst>
            <pc:docMk/>
            <pc:sldMk cId="2369253086" sldId="1684"/>
            <ac:spMk id="55603" creationId="{75030DE3-4914-4BA1-DF75-A341B0659405}"/>
          </ac:spMkLst>
        </pc:spChg>
        <pc:spChg chg="mod">
          <ac:chgData name="" userId="" providerId="" clId="Web-{42A897C0-9228-4EA1-A60D-489C309FD87E}" dt="2026-09-10T15:49:57.997" v="17" actId="34807"/>
          <ac:spMkLst>
            <pc:docMk/>
            <pc:sldMk cId="2369253086" sldId="1684"/>
            <ac:spMk id="55769" creationId="{3495D686-7852-C5BC-6D93-E9D49A45C6EB}"/>
          </ac:spMkLst>
        </pc:spChg>
        <pc:spChg chg="add del mod">
          <ac:chgData name="" userId="" providerId="" clId="Web-{42A897C0-9228-4EA1-A60D-489C309FD87E}" dt="2026-09-10T15:56:16.730" v="21" actId="34807"/>
          <ac:spMkLst>
            <pc:docMk/>
            <pc:sldMk cId="2369253086" sldId="1684"/>
            <ac:spMk id="55813" creationId="{031A5638-252E-72C3-FB2C-DA36654E0EA2}"/>
          </ac:spMkLst>
        </pc:spChg>
        <pc:spChg chg="mod">
          <ac:chgData name="" userId="" providerId="" clId="Web-{42A897C0-9228-4EA1-A60D-489C309FD87E}" dt="2026-09-10T15:49:57.997" v="17" actId="34807"/>
          <ac:spMkLst>
            <pc:docMk/>
            <pc:sldMk cId="2369253086" sldId="1684"/>
            <ac:spMk id="55858" creationId="{9DA408EC-EFA2-6036-9632-13BFDC632A03}"/>
          </ac:spMkLst>
        </pc:spChg>
        <pc:spChg chg="mod">
          <ac:chgData name="" userId="" providerId="" clId="Web-{42A897C0-9228-4EA1-A60D-489C309FD87E}" dt="2026-09-10T15:49:57.997" v="17" actId="34807"/>
          <ac:spMkLst>
            <pc:docMk/>
            <pc:sldMk cId="2369253086" sldId="1684"/>
            <ac:spMk id="55904" creationId="{56AE938C-7A17-AF7C-CA17-0E57F2160EBF}"/>
          </ac:spMkLst>
        </pc:spChg>
        <pc:spChg chg="add del mod">
          <ac:chgData name="" userId="" providerId="" clId="Web-{42A897C0-9228-4EA1-A60D-489C309FD87E}" dt="2026-09-10T15:56:16.730" v="21" actId="34807"/>
          <ac:spMkLst>
            <pc:docMk/>
            <pc:sldMk cId="2369253086" sldId="1684"/>
            <ac:spMk id="55999" creationId="{12188538-7DC5-D49C-06BA-D3BA593B86D2}"/>
          </ac:spMkLst>
        </pc:spChg>
        <pc:spChg chg="add del mod">
          <ac:chgData name="" userId="" providerId="" clId="Web-{42A897C0-9228-4EA1-A60D-489C309FD87E}" dt="2026-09-10T15:56:16.730" v="21" actId="34807"/>
          <ac:spMkLst>
            <pc:docMk/>
            <pc:sldMk cId="2369253086" sldId="1684"/>
            <ac:spMk id="56149" creationId="{42F90889-4146-BCBB-7583-37CE97F13B80}"/>
          </ac:spMkLst>
        </pc:spChg>
        <pc:spChg chg="add del mod">
          <ac:chgData name="" userId="" providerId="" clId="Web-{42A897C0-9228-4EA1-A60D-489C309FD87E}" dt="2026-09-10T15:56:16.730" v="21" actId="34807"/>
          <ac:spMkLst>
            <pc:docMk/>
            <pc:sldMk cId="2369253086" sldId="1684"/>
            <ac:spMk id="56593" creationId="{E5749340-12BC-0939-A346-57D290B6C704}"/>
          </ac:spMkLst>
        </pc:spChg>
        <pc:spChg chg="add mod">
          <ac:chgData name="" userId="" providerId="" clId="Web-{42A897C0-9228-4EA1-A60D-489C309FD87E}" dt="2026-09-10T15:56:16.730" v="21" actId="34807"/>
          <ac:spMkLst>
            <pc:docMk/>
            <pc:sldMk cId="2369253086" sldId="1684"/>
            <ac:spMk id="98923" creationId="{4E6E3C17-543F-FB65-95F8-57749007292F}"/>
          </ac:spMkLst>
        </pc:spChg>
        <pc:spChg chg="mod">
          <ac:chgData name="" userId="" providerId="" clId="Web-{42A897C0-9228-4EA1-A60D-489C309FD87E}" dt="2026-09-10T15:57:52.499" v="28" actId="34807"/>
          <ac:spMkLst>
            <pc:docMk/>
            <pc:sldMk cId="2369253086" sldId="1684"/>
            <ac:spMk id="98952" creationId="{3C6C109E-DABF-FE72-99CA-EABCCEAE2DA4}"/>
          </ac:spMkLst>
        </pc:spChg>
        <pc:spChg chg="mod">
          <ac:chgData name="" userId="" providerId="" clId="Web-{42A897C0-9228-4EA1-A60D-489C309FD87E}" dt="2026-09-10T15:57:52.499" v="28" actId="34807"/>
          <ac:spMkLst>
            <pc:docMk/>
            <pc:sldMk cId="2369253086" sldId="1684"/>
            <ac:spMk id="98982" creationId="{86B96742-7B5C-DC4D-6F01-B9C1D64E5374}"/>
          </ac:spMkLst>
        </pc:spChg>
        <pc:spChg chg="mod">
          <ac:chgData name="" userId="" providerId="" clId="Web-{42A897C0-9228-4EA1-A60D-489C309FD87E}" dt="2026-09-10T15:57:52.499" v="28" actId="34807"/>
          <ac:spMkLst>
            <pc:docMk/>
            <pc:sldMk cId="2369253086" sldId="1684"/>
            <ac:spMk id="99013" creationId="{220D256F-F889-D889-C39A-989FCFC8F69C}"/>
          </ac:spMkLst>
        </pc:spChg>
        <pc:spChg chg="mod">
          <ac:chgData name="" userId="" providerId="" clId="Web-{42A897C0-9228-4EA1-A60D-489C309FD87E}" dt="2026-09-10T15:57:52.499" v="28" actId="34807"/>
          <ac:spMkLst>
            <pc:docMk/>
            <pc:sldMk cId="2369253086" sldId="1684"/>
            <ac:spMk id="99183" creationId="{F4E2785A-0967-E2A3-813E-9EA00F46E9FA}"/>
          </ac:spMkLst>
        </pc:spChg>
        <pc:spChg chg="mod">
          <ac:chgData name="" userId="" providerId="" clId="Web-{42A897C0-9228-4EA1-A60D-489C309FD87E}" dt="2026-09-10T15:57:52.499" v="28" actId="34807"/>
          <ac:spMkLst>
            <pc:docMk/>
            <pc:sldMk cId="2369253086" sldId="1684"/>
            <ac:spMk id="99220" creationId="{DF9877A7-1523-BCB8-C94A-686359C1DD51}"/>
          </ac:spMkLst>
        </pc:spChg>
        <pc:spChg chg="mod">
          <ac:chgData name="" userId="" providerId="" clId="Web-{42A897C0-9228-4EA1-A60D-489C309FD87E}" dt="2026-09-10T15:57:52.499" v="28" actId="34807"/>
          <ac:spMkLst>
            <pc:docMk/>
            <pc:sldMk cId="2369253086" sldId="1684"/>
            <ac:spMk id="99258" creationId="{FE6C0A4A-9787-9CAE-DFFB-6F633D374048}"/>
          </ac:spMkLst>
        </pc:spChg>
        <pc:spChg chg="mod">
          <ac:chgData name="" userId="" providerId="" clId="Web-{42A897C0-9228-4EA1-A60D-489C309FD87E}" dt="2026-09-10T15:57:52.499" v="28" actId="34807"/>
          <ac:spMkLst>
            <pc:docMk/>
            <pc:sldMk cId="2369253086" sldId="1684"/>
            <ac:spMk id="99297" creationId="{57A78A51-417C-9669-8B1E-0FD04F7C5861}"/>
          </ac:spMkLst>
        </pc:spChg>
        <pc:spChg chg="add mod">
          <ac:chgData name="" userId="" providerId="" clId="Web-{42A897C0-9228-4EA1-A60D-489C309FD87E}" dt="2026-09-10T15:56:16.730" v="21" actId="34807"/>
          <ac:spMkLst>
            <pc:docMk/>
            <pc:sldMk cId="2369253086" sldId="1684"/>
            <ac:spMk id="99337" creationId="{139A2EAC-E74F-30F7-3B5D-9D02074AB855}"/>
          </ac:spMkLst>
        </pc:spChg>
        <pc:spChg chg="add mod">
          <ac:chgData name="" userId="" providerId="" clId="Web-{42A897C0-9228-4EA1-A60D-489C309FD87E}" dt="2026-09-10T15:56:16.730" v="21" actId="34807"/>
          <ac:spMkLst>
            <pc:docMk/>
            <pc:sldMk cId="2369253086" sldId="1684"/>
            <ac:spMk id="99420" creationId="{1C5CFD24-7378-A519-D259-2EB9B05BCA1F}"/>
          </ac:spMkLst>
        </pc:spChg>
        <pc:spChg chg="add mod">
          <ac:chgData name="" userId="" providerId="" clId="Web-{42A897C0-9228-4EA1-A60D-489C309FD87E}" dt="2026-09-10T15:56:16.730" v="21" actId="34807"/>
          <ac:spMkLst>
            <pc:docMk/>
            <pc:sldMk cId="2369253086" sldId="1684"/>
            <ac:spMk id="99792" creationId="{C188EBAA-36F8-BE6E-0F7E-2F3D509C8BE3}"/>
          </ac:spMkLst>
        </pc:spChg>
        <pc:spChg chg="add mod">
          <ac:chgData name="" userId="" providerId="" clId="Web-{42A897C0-9228-4EA1-A60D-489C309FD87E}" dt="2026-09-10T15:56:16.730" v="21" actId="34807"/>
          <ac:spMkLst>
            <pc:docMk/>
            <pc:sldMk cId="2369253086" sldId="1684"/>
            <ac:spMk id="99843" creationId="{EB06F2BD-44C7-8E8F-583B-7E33808CA1F4}"/>
          </ac:spMkLst>
        </pc:spChg>
      </pc:sldChg>
      <pc:sldChg chg="addSp delSp modSp mod setBg modNotesTx">
        <pc:chgData name="" userId="" providerId="" clId="Web-{42A897C0-9228-4EA1-A60D-489C309FD87E}" dt="2026-09-10T15:57:52.499" v="28" actId="34807"/>
        <pc:sldMkLst>
          <pc:docMk/>
          <pc:sldMk cId="3961531667" sldId="1892"/>
        </pc:sldMkLst>
        <pc:spChg chg="del">
          <ac:chgData name="" userId="" providerId="" clId="Web-{42A897C0-9228-4EA1-A60D-489C309FD87E}" dt="2026-09-10T15:48:12.962" v="10" actId="34807"/>
          <ac:spMkLst>
            <pc:docMk/>
            <pc:sldMk cId="3961531667" sldId="1892"/>
            <ac:spMk id="17675" creationId="{0CE38047-5A3B-2686-50C0-3A9355C03E8F}"/>
          </ac:spMkLst>
        </pc:spChg>
        <pc:spChg chg="del">
          <ac:chgData name="" userId="" providerId="" clId="Web-{42A897C0-9228-4EA1-A60D-489C309FD87E}" dt="2026-09-10T15:48:12.962" v="10" actId="34807"/>
          <ac:spMkLst>
            <pc:docMk/>
            <pc:sldMk cId="3961531667" sldId="1892"/>
            <ac:spMk id="19028" creationId="{C04E0C66-CB37-1B93-7B93-D5884488C13B}"/>
          </ac:spMkLst>
        </pc:spChg>
        <pc:spChg chg="del">
          <ac:chgData name="" userId="" providerId="" clId="Web-{42A897C0-9228-4EA1-A60D-489C309FD87E}" dt="2026-09-10T15:48:12.962" v="10" actId="34807"/>
          <ac:spMkLst>
            <pc:docMk/>
            <pc:sldMk cId="3961531667" sldId="1892"/>
            <ac:spMk id="19952" creationId="{092D2EC3-E108-745E-B08F-0DD2C94979D5}"/>
          </ac:spMkLst>
        </pc:spChg>
        <pc:spChg chg="del">
          <ac:chgData name="" userId="" providerId="" clId="Web-{42A897C0-9228-4EA1-A60D-489C309FD87E}" dt="2026-09-10T15:48:12.962" v="10" actId="34807"/>
          <ac:spMkLst>
            <pc:docMk/>
            <pc:sldMk cId="3961531667" sldId="1892"/>
            <ac:spMk id="20225" creationId="{E647A558-A599-3A2D-1998-BB0C6ADFBFB8}"/>
          </ac:spMkLst>
        </pc:spChg>
        <pc:spChg chg="del">
          <ac:chgData name="" userId="" providerId="" clId="Web-{42A897C0-9228-4EA1-A60D-489C309FD87E}" dt="2026-09-10T15:48:12.962" v="10" actId="34807"/>
          <ac:spMkLst>
            <pc:docMk/>
            <pc:sldMk cId="3961531667" sldId="1892"/>
            <ac:spMk id="20642" creationId="{58F2434E-6E3E-EBFF-9788-67A8DEBB8B2A}"/>
          </ac:spMkLst>
        </pc:spChg>
        <pc:spChg chg="del">
          <ac:chgData name="" userId="" providerId="" clId="Web-{42A897C0-9228-4EA1-A60D-489C309FD87E}" dt="2026-09-10T15:48:12.962" v="10" actId="34807"/>
          <ac:spMkLst>
            <pc:docMk/>
            <pc:sldMk cId="3961531667" sldId="1892"/>
            <ac:spMk id="21947" creationId="{326146B5-EB6E-43EB-25B1-A76C906C4DD6}"/>
          </ac:spMkLst>
        </pc:spChg>
        <pc:spChg chg="add del mod">
          <ac:chgData name="" userId="" providerId="" clId="Web-{42A897C0-9228-4EA1-A60D-489C309FD87E}" dt="2026-09-10T15:56:16.730" v="21" actId="34807"/>
          <ac:spMkLst>
            <pc:docMk/>
            <pc:sldMk cId="3961531667" sldId="1892"/>
            <ac:spMk id="57124" creationId="{98ED5A2C-46AC-BCF7-AB00-857487CCBEF8}"/>
          </ac:spMkLst>
        </pc:spChg>
        <pc:spChg chg="mod">
          <ac:chgData name="" userId="" providerId="" clId="Web-{42A897C0-9228-4EA1-A60D-489C309FD87E}" dt="2026-09-10T15:49:57.997" v="17" actId="34807"/>
          <ac:spMkLst>
            <pc:docMk/>
            <pc:sldMk cId="3961531667" sldId="1892"/>
            <ac:spMk id="57335" creationId="{00A1C09E-EDB6-4864-BA9D-E212D2373D8D}"/>
          </ac:spMkLst>
        </pc:spChg>
        <pc:spChg chg="mod">
          <ac:chgData name="" userId="" providerId="" clId="Web-{42A897C0-9228-4EA1-A60D-489C309FD87E}" dt="2026-09-10T15:49:57.997" v="17" actId="34807"/>
          <ac:spMkLst>
            <pc:docMk/>
            <pc:sldMk cId="3961531667" sldId="1892"/>
            <ac:spMk id="57880" creationId="{06DE0E5C-BCFC-B9AE-D762-2BF2FC8076CA}"/>
          </ac:spMkLst>
        </pc:spChg>
        <pc:spChg chg="mod">
          <ac:chgData name="" userId="" providerId="" clId="Web-{42A897C0-9228-4EA1-A60D-489C309FD87E}" dt="2026-09-10T15:49:57.997" v="17" actId="34807"/>
          <ac:spMkLst>
            <pc:docMk/>
            <pc:sldMk cId="3961531667" sldId="1892"/>
            <ac:spMk id="58685" creationId="{AA428998-C87A-29C3-05BC-34C2C9E86E5A}"/>
          </ac:spMkLst>
        </pc:spChg>
        <pc:spChg chg="mod">
          <ac:chgData name="" userId="" providerId="" clId="Web-{42A897C0-9228-4EA1-A60D-489C309FD87E}" dt="2026-09-10T15:49:57.997" v="17" actId="34807"/>
          <ac:spMkLst>
            <pc:docMk/>
            <pc:sldMk cId="3961531667" sldId="1892"/>
            <ac:spMk id="59045" creationId="{10DE3E0E-6916-44A7-C382-778EB669B750}"/>
          </ac:spMkLst>
        </pc:spChg>
        <pc:spChg chg="add del mod">
          <ac:chgData name="" userId="" providerId="" clId="Web-{42A897C0-9228-4EA1-A60D-489C309FD87E}" dt="2026-09-10T15:56:16.730" v="21" actId="34807"/>
          <ac:spMkLst>
            <pc:docMk/>
            <pc:sldMk cId="3961531667" sldId="1892"/>
            <ac:spMk id="59665" creationId="{35897833-1BFD-6AF0-7310-E378A7AF9958}"/>
          </ac:spMkLst>
        </pc:spChg>
        <pc:spChg chg="add del mod">
          <ac:chgData name="" userId="" providerId="" clId="Web-{42A897C0-9228-4EA1-A60D-489C309FD87E}" dt="2026-09-10T15:56:16.730" v="21" actId="34807"/>
          <ac:spMkLst>
            <pc:docMk/>
            <pc:sldMk cId="3961531667" sldId="1892"/>
            <ac:spMk id="61255" creationId="{6719C7F4-1E00-062F-7399-B41AA2E11D7D}"/>
          </ac:spMkLst>
        </pc:spChg>
        <pc:spChg chg="add del mod">
          <ac:chgData name="" userId="" providerId="" clId="Web-{42A897C0-9228-4EA1-A60D-489C309FD87E}" dt="2026-09-10T15:56:16.730" v="21" actId="34807"/>
          <ac:spMkLst>
            <pc:docMk/>
            <pc:sldMk cId="3961531667" sldId="1892"/>
            <ac:spMk id="61675" creationId="{56A84675-0CFA-0084-9EC3-710F87D35671}"/>
          </ac:spMkLst>
        </pc:spChg>
        <pc:spChg chg="mod">
          <ac:chgData name="" userId="" providerId="" clId="Web-{42A897C0-9228-4EA1-A60D-489C309FD87E}" dt="2026-09-10T15:57:52.499" v="28" actId="34807"/>
          <ac:spMkLst>
            <pc:docMk/>
            <pc:sldMk cId="3961531667" sldId="1892"/>
            <ac:spMk id="100629" creationId="{D2904FC9-B1EC-928C-98E9-5D04E403821C}"/>
          </ac:spMkLst>
        </pc:spChg>
        <pc:spChg chg="mod">
          <ac:chgData name="" userId="" providerId="" clId="Web-{42A897C0-9228-4EA1-A60D-489C309FD87E}" dt="2026-09-10T15:57:52.499" v="28" actId="34807"/>
          <ac:spMkLst>
            <pc:docMk/>
            <pc:sldMk cId="3961531667" sldId="1892"/>
            <ac:spMk id="101179" creationId="{A8647FC5-10AF-090E-1760-504DCAB4A865}"/>
          </ac:spMkLst>
        </pc:spChg>
        <pc:spChg chg="add mod">
          <ac:chgData name="" userId="" providerId="" clId="Web-{42A897C0-9228-4EA1-A60D-489C309FD87E}" dt="2026-09-10T15:56:16.730" v="21" actId="34807"/>
          <ac:spMkLst>
            <pc:docMk/>
            <pc:sldMk cId="3961531667" sldId="1892"/>
            <ac:spMk id="101292" creationId="{BED6F62F-B373-8D18-129A-59B2CEFD7145}"/>
          </ac:spMkLst>
        </pc:spChg>
        <pc:spChg chg="add mod">
          <ac:chgData name="" userId="" providerId="" clId="Web-{42A897C0-9228-4EA1-A60D-489C309FD87E}" dt="2026-09-10T15:56:16.730" v="21" actId="34807"/>
          <ac:spMkLst>
            <pc:docMk/>
            <pc:sldMk cId="3961531667" sldId="1892"/>
            <ac:spMk id="101637" creationId="{18149B79-EACD-451C-A43A-B07A8A18B71D}"/>
          </ac:spMkLst>
        </pc:spChg>
        <pc:spChg chg="mod">
          <ac:chgData name="" userId="" providerId="" clId="Web-{42A897C0-9228-4EA1-A60D-489C309FD87E}" dt="2026-09-10T15:57:52.499" v="28" actId="34807"/>
          <ac:spMkLst>
            <pc:docMk/>
            <pc:sldMk cId="3961531667" sldId="1892"/>
            <ac:spMk id="101991" creationId="{1D83FC2B-E8C1-4406-0002-4CEA78582470}"/>
          </ac:spMkLst>
        </pc:spChg>
        <pc:spChg chg="mod">
          <ac:chgData name="" userId="" providerId="" clId="Web-{42A897C0-9228-4EA1-A60D-489C309FD87E}" dt="2026-09-10T15:57:52.499" v="28" actId="34807"/>
          <ac:spMkLst>
            <pc:docMk/>
            <pc:sldMk cId="3961531667" sldId="1892"/>
            <ac:spMk id="102354" creationId="{314A7B64-36BF-8D38-7A32-C5FF58E9EE99}"/>
          </ac:spMkLst>
        </pc:spChg>
        <pc:spChg chg="add mod">
          <ac:chgData name="" userId="" providerId="" clId="Web-{42A897C0-9228-4EA1-A60D-489C309FD87E}" dt="2026-09-10T15:56:16.730" v="21" actId="34807"/>
          <ac:spMkLst>
            <pc:docMk/>
            <pc:sldMk cId="3961531667" sldId="1892"/>
            <ac:spMk id="102979" creationId="{0E727EDB-3AD1-95B0-8F7E-10F4EE745CD3}"/>
          </ac:spMkLst>
        </pc:spChg>
        <pc:spChg chg="add mod">
          <ac:chgData name="" userId="" providerId="" clId="Web-{42A897C0-9228-4EA1-A60D-489C309FD87E}" dt="2026-09-10T15:56:16.730" v="21" actId="34807"/>
          <ac:spMkLst>
            <pc:docMk/>
            <pc:sldMk cId="3961531667" sldId="1892"/>
            <ac:spMk id="103896" creationId="{FF7FD30C-1B4F-6BA1-ED20-CAA6D20931A7}"/>
          </ac:spMkLst>
        </pc:spChg>
        <pc:spChg chg="add mod">
          <ac:chgData name="" userId="" providerId="" clId="Web-{42A897C0-9228-4EA1-A60D-489C309FD87E}" dt="2026-09-10T15:56:16.730" v="21" actId="34807"/>
          <ac:spMkLst>
            <pc:docMk/>
            <pc:sldMk cId="3961531667" sldId="1892"/>
            <ac:spMk id="104167" creationId="{45A4B621-D811-4362-9F34-891F01E3C955}"/>
          </ac:spMkLst>
        </pc:spChg>
        <pc:spChg chg="add mod">
          <ac:chgData name="" userId="" providerId="" clId="Web-{42A897C0-9228-4EA1-A60D-489C309FD87E}" dt="2026-09-10T15:56:16.730" v="21" actId="34807"/>
          <ac:spMkLst>
            <pc:docMk/>
            <pc:sldMk cId="3961531667" sldId="1892"/>
            <ac:spMk id="105729" creationId="{8DD957A3-172E-2B4F-CA06-567EABC928D4}"/>
          </ac:spMkLst>
        </pc:spChg>
      </pc:sldChg>
      <pc:sldChg chg="addSp delSp modSp mod setBg modNotesTx">
        <pc:chgData name="" userId="" providerId="" clId="Web-{42A897C0-9228-4EA1-A60D-489C309FD87E}" dt="2026-09-10T15:57:52.499" v="28" actId="34807"/>
        <pc:sldMkLst>
          <pc:docMk/>
          <pc:sldMk cId="3901143359" sldId="2101"/>
        </pc:sldMkLst>
        <pc:spChg chg="del">
          <ac:chgData name="" userId="" providerId="" clId="Web-{42A897C0-9228-4EA1-A60D-489C309FD87E}" dt="2026-09-10T15:48:26.525" v="11" actId="34807"/>
          <ac:spMkLst>
            <pc:docMk/>
            <pc:sldMk cId="3901143359" sldId="2101"/>
            <ac:spMk id="22724" creationId="{74BFE31F-FD86-6077-82CA-D5D03AB851EC}"/>
          </ac:spMkLst>
        </pc:spChg>
        <pc:spChg chg="del">
          <ac:chgData name="" userId="" providerId="" clId="Web-{42A897C0-9228-4EA1-A60D-489C309FD87E}" dt="2026-09-10T15:48:26.525" v="11" actId="34807"/>
          <ac:spMkLst>
            <pc:docMk/>
            <pc:sldMk cId="3901143359" sldId="2101"/>
            <ac:spMk id="22931" creationId="{4A02C90C-DE8D-3905-CAA5-F8D7210F82B4}"/>
          </ac:spMkLst>
        </pc:spChg>
        <pc:spChg chg="del">
          <ac:chgData name="" userId="" providerId="" clId="Web-{42A897C0-9228-4EA1-A60D-489C309FD87E}" dt="2026-09-10T15:48:26.525" v="11" actId="34807"/>
          <ac:spMkLst>
            <pc:docMk/>
            <pc:sldMk cId="3901143359" sldId="2101"/>
            <ac:spMk id="23333" creationId="{6E995AD7-C190-6A2A-3DAA-ABD9874775C0}"/>
          </ac:spMkLst>
        </pc:spChg>
        <pc:spChg chg="mod">
          <ac:chgData name="" userId="" providerId="" clId="Web-{42A897C0-9228-4EA1-A60D-489C309FD87E}" dt="2026-09-10T15:49:57.997" v="17" actId="34807"/>
          <ac:spMkLst>
            <pc:docMk/>
            <pc:sldMk cId="3901143359" sldId="2101"/>
            <ac:spMk id="62486" creationId="{C3E560DE-5947-B649-517A-F9EC636E2BEA}"/>
          </ac:spMkLst>
        </pc:spChg>
        <pc:spChg chg="mod">
          <ac:chgData name="" userId="" providerId="" clId="Web-{42A897C0-9228-4EA1-A60D-489C309FD87E}" dt="2026-09-10T15:49:57.997" v="17" actId="34807"/>
          <ac:spMkLst>
            <pc:docMk/>
            <pc:sldMk cId="3901143359" sldId="2101"/>
            <ac:spMk id="62533" creationId="{041747A4-A946-5C21-4A2F-5303CB893073}"/>
          </ac:spMkLst>
        </pc:spChg>
        <pc:spChg chg="mod">
          <ac:chgData name="" userId="" providerId="" clId="Web-{42A897C0-9228-4EA1-A60D-489C309FD87E}" dt="2026-09-10T15:49:57.997" v="17" actId="34807"/>
          <ac:spMkLst>
            <pc:docMk/>
            <pc:sldMk cId="3901143359" sldId="2101"/>
            <ac:spMk id="62581" creationId="{F853F6BE-1052-868E-4F57-4944013C0A35}"/>
          </ac:spMkLst>
        </pc:spChg>
        <pc:spChg chg="add mod">
          <ac:chgData name="" userId="" providerId="" clId="Web-{42A897C0-9228-4EA1-A60D-489C309FD87E}" dt="2026-09-10T15:48:26.525" v="11" actId="34807"/>
          <ac:spMkLst>
            <pc:docMk/>
            <pc:sldMk cId="3901143359" sldId="2101"/>
            <ac:spMk id="62630" creationId="{D5B9C4E7-3C18-BCC7-420A-6295B112D7D8}"/>
          </ac:spMkLst>
        </pc:spChg>
        <pc:spChg chg="mod">
          <ac:chgData name="" userId="" providerId="" clId="Web-{42A897C0-9228-4EA1-A60D-489C309FD87E}" dt="2026-09-10T15:49:57.997" v="17" actId="34807"/>
          <ac:spMkLst>
            <pc:docMk/>
            <pc:sldMk cId="3901143359" sldId="2101"/>
            <ac:spMk id="62731" creationId="{ADC74178-4910-92E5-2192-B4C6049475D7}"/>
          </ac:spMkLst>
        </pc:spChg>
        <pc:spChg chg="mod">
          <ac:chgData name="" userId="" providerId="" clId="Web-{42A897C0-9228-4EA1-A60D-489C309FD87E}" dt="2026-09-10T15:49:57.997" v="17" actId="34807"/>
          <ac:spMkLst>
            <pc:docMk/>
            <pc:sldMk cId="3901143359" sldId="2101"/>
            <ac:spMk id="62783" creationId="{F82BCF7C-4BB2-4A66-0B4C-826FDD1C9491}"/>
          </ac:spMkLst>
        </pc:spChg>
        <pc:spChg chg="add del mod">
          <ac:chgData name="" userId="" providerId="" clId="Web-{42A897C0-9228-4EA1-A60D-489C309FD87E}" dt="2026-09-10T15:56:29.277" v="22" actId="34807"/>
          <ac:spMkLst>
            <pc:docMk/>
            <pc:sldMk cId="3901143359" sldId="2101"/>
            <ac:spMk id="62836" creationId="{10D0E5B8-80B7-38DB-C06E-6994A5ADB4F2}"/>
          </ac:spMkLst>
        </pc:spChg>
        <pc:spChg chg="mod">
          <ac:chgData name="" userId="" providerId="" clId="Web-{42A897C0-9228-4EA1-A60D-489C309FD87E}" dt="2026-09-10T15:49:57.997" v="17" actId="34807"/>
          <ac:spMkLst>
            <pc:docMk/>
            <pc:sldMk cId="3901143359" sldId="2101"/>
            <ac:spMk id="62890" creationId="{A710065D-B93F-19C0-3526-A6C519D8B670}"/>
          </ac:spMkLst>
        </pc:spChg>
        <pc:spChg chg="mod">
          <ac:chgData name="" userId="" providerId="" clId="Web-{42A897C0-9228-4EA1-A60D-489C309FD87E}" dt="2026-09-10T15:49:57.997" v="17" actId="34807"/>
          <ac:spMkLst>
            <pc:docMk/>
            <pc:sldMk cId="3901143359" sldId="2101"/>
            <ac:spMk id="62945" creationId="{999A9E1E-C567-8323-E163-2644A031C398}"/>
          </ac:spMkLst>
        </pc:spChg>
        <pc:spChg chg="add mod">
          <ac:chgData name="" userId="" providerId="" clId="Web-{42A897C0-9228-4EA1-A60D-489C309FD87E}" dt="2026-09-10T15:48:26.525" v="11" actId="34807"/>
          <ac:spMkLst>
            <pc:docMk/>
            <pc:sldMk cId="3901143359" sldId="2101"/>
            <ac:spMk id="63001" creationId="{A714646E-9850-50D5-FE79-060B7401523C}"/>
          </ac:spMkLst>
        </pc:spChg>
        <pc:spChg chg="mod">
          <ac:chgData name="" userId="" providerId="" clId="Web-{42A897C0-9228-4EA1-A60D-489C309FD87E}" dt="2026-09-10T15:49:57.997" v="17" actId="34807"/>
          <ac:spMkLst>
            <pc:docMk/>
            <pc:sldMk cId="3901143359" sldId="2101"/>
            <ac:spMk id="63058" creationId="{8BA5A3EB-23C4-F467-70E8-FB59C9ACCFD3}"/>
          </ac:spMkLst>
        </pc:spChg>
        <pc:spChg chg="add del mod">
          <ac:chgData name="" userId="" providerId="" clId="Web-{42A897C0-9228-4EA1-A60D-489C309FD87E}" dt="2026-09-10T15:56:29.277" v="22" actId="34807"/>
          <ac:spMkLst>
            <pc:docMk/>
            <pc:sldMk cId="3901143359" sldId="2101"/>
            <ac:spMk id="63616" creationId="{FC401F11-6571-7991-7245-0EAA6945B2BC}"/>
          </ac:spMkLst>
        </pc:spChg>
        <pc:spChg chg="mod">
          <ac:chgData name="" userId="" providerId="" clId="Web-{42A897C0-9228-4EA1-A60D-489C309FD87E}" dt="2026-09-10T15:49:57.997" v="17" actId="34807"/>
          <ac:spMkLst>
            <pc:docMk/>
            <pc:sldMk cId="3901143359" sldId="2101"/>
            <ac:spMk id="63751" creationId="{53C78988-A0BF-B485-E762-F2664CE2253B}"/>
          </ac:spMkLst>
        </pc:spChg>
        <pc:spChg chg="add del mod">
          <ac:chgData name="" userId="" providerId="" clId="Web-{42A897C0-9228-4EA1-A60D-489C309FD87E}" dt="2026-09-10T15:56:29.277" v="22" actId="34807"/>
          <ac:spMkLst>
            <pc:docMk/>
            <pc:sldMk cId="3901143359" sldId="2101"/>
            <ac:spMk id="63890" creationId="{104D84FD-B5D1-D676-CEE6-390657674372}"/>
          </ac:spMkLst>
        </pc:spChg>
        <pc:spChg chg="add del mod">
          <ac:chgData name="" userId="" providerId="" clId="Web-{42A897C0-9228-4EA1-A60D-489C309FD87E}" dt="2026-09-10T15:56:29.277" v="22" actId="34807"/>
          <ac:spMkLst>
            <pc:docMk/>
            <pc:sldMk cId="3901143359" sldId="2101"/>
            <ac:spMk id="64331" creationId="{8EA0EB38-A9CB-3F59-D3A0-59EBA16F6DCF}"/>
          </ac:spMkLst>
        </pc:spChg>
        <pc:spChg chg="add del mod">
          <ac:chgData name="" userId="" providerId="" clId="Web-{42A897C0-9228-4EA1-A60D-489C309FD87E}" dt="2026-09-10T15:56:29.277" v="22" actId="34807"/>
          <ac:spMkLst>
            <pc:docMk/>
            <pc:sldMk cId="3901143359" sldId="2101"/>
            <ac:spMk id="64645" creationId="{E08A16D1-7E5A-E17C-4642-22CCC294FFDD}"/>
          </ac:spMkLst>
        </pc:spChg>
        <pc:spChg chg="mod">
          <ac:chgData name="" userId="" providerId="" clId="Web-{42A897C0-9228-4EA1-A60D-489C309FD87E}" dt="2026-09-10T15:57:52.499" v="28" actId="34807"/>
          <ac:spMkLst>
            <pc:docMk/>
            <pc:sldMk cId="3901143359" sldId="2101"/>
            <ac:spMk id="105812" creationId="{08021CD2-9D8C-FC26-BA97-F07EECCB26BE}"/>
          </ac:spMkLst>
        </pc:spChg>
        <pc:spChg chg="mod">
          <ac:chgData name="" userId="" providerId="" clId="Web-{42A897C0-9228-4EA1-A60D-489C309FD87E}" dt="2026-09-10T15:57:52.499" v="28" actId="34807"/>
          <ac:spMkLst>
            <pc:docMk/>
            <pc:sldMk cId="3901143359" sldId="2101"/>
            <ac:spMk id="105855" creationId="{9A856F4D-1E6A-37A9-73F6-512AAB07F5C1}"/>
          </ac:spMkLst>
        </pc:spChg>
        <pc:spChg chg="mod">
          <ac:chgData name="" userId="" providerId="" clId="Web-{42A897C0-9228-4EA1-A60D-489C309FD87E}" dt="2026-09-10T15:57:52.499" v="28" actId="34807"/>
          <ac:spMkLst>
            <pc:docMk/>
            <pc:sldMk cId="3901143359" sldId="2101"/>
            <ac:spMk id="105899" creationId="{86F777AF-0C14-74D2-D394-88116FC4046E}"/>
          </ac:spMkLst>
        </pc:spChg>
        <pc:spChg chg="add mod">
          <ac:chgData name="" userId="" providerId="" clId="Web-{42A897C0-9228-4EA1-A60D-489C309FD87E}" dt="2026-09-10T15:56:29.277" v="22" actId="34807"/>
          <ac:spMkLst>
            <pc:docMk/>
            <pc:sldMk cId="3901143359" sldId="2101"/>
            <ac:spMk id="106037" creationId="{FD27A03D-37BD-89CA-C9DA-6D76E6CE2C51}"/>
          </ac:spMkLst>
        </pc:spChg>
        <pc:spChg chg="mod">
          <ac:chgData name="" userId="" providerId="" clId="Web-{42A897C0-9228-4EA1-A60D-489C309FD87E}" dt="2026-09-10T15:57:52.499" v="28" actId="34807"/>
          <ac:spMkLst>
            <pc:docMk/>
            <pc:sldMk cId="3901143359" sldId="2101"/>
            <ac:spMk id="106085" creationId="{4C0380AE-B7CE-6D3B-556E-1DD337D22FD3}"/>
          </ac:spMkLst>
        </pc:spChg>
        <pc:spChg chg="mod">
          <ac:chgData name="" userId="" providerId="" clId="Web-{42A897C0-9228-4EA1-A60D-489C309FD87E}" dt="2026-09-10T15:57:52.499" v="28" actId="34807"/>
          <ac:spMkLst>
            <pc:docMk/>
            <pc:sldMk cId="3901143359" sldId="2101"/>
            <ac:spMk id="106134" creationId="{E134219A-201E-8584-05D5-75531A4763EF}"/>
          </ac:spMkLst>
        </pc:spChg>
        <pc:spChg chg="add mod">
          <ac:chgData name="" userId="" providerId="" clId="Web-{42A897C0-9228-4EA1-A60D-489C309FD87E}" dt="2026-09-10T15:56:29.277" v="22" actId="34807"/>
          <ac:spMkLst>
            <pc:docMk/>
            <pc:sldMk cId="3901143359" sldId="2101"/>
            <ac:spMk id="106184" creationId="{6C83B4EC-A4B3-6C6B-66F6-DCF0D24F1A3B}"/>
          </ac:spMkLst>
        </pc:spChg>
        <pc:spChg chg="mod">
          <ac:chgData name="" userId="" providerId="" clId="Web-{42A897C0-9228-4EA1-A60D-489C309FD87E}" dt="2026-09-10T15:57:52.499" v="28" actId="34807"/>
          <ac:spMkLst>
            <pc:docMk/>
            <pc:sldMk cId="3901143359" sldId="2101"/>
            <ac:spMk id="106235" creationId="{D8E6CDBA-6AE1-1FC9-4310-714C586B9D36}"/>
          </ac:spMkLst>
        </pc:spChg>
        <pc:spChg chg="mod">
          <ac:chgData name="" userId="" providerId="" clId="Web-{42A897C0-9228-4EA1-A60D-489C309FD87E}" dt="2026-09-10T15:57:52.499" v="28" actId="34807"/>
          <ac:spMkLst>
            <pc:docMk/>
            <pc:sldMk cId="3901143359" sldId="2101"/>
            <ac:spMk id="106287" creationId="{9AE7A711-F175-AD52-FFEA-FDCCAC60BC07}"/>
          </ac:spMkLst>
        </pc:spChg>
        <pc:spChg chg="mod">
          <ac:chgData name="" userId="" providerId="" clId="Web-{42A897C0-9228-4EA1-A60D-489C309FD87E}" dt="2026-09-10T15:57:52.499" v="28" actId="34807"/>
          <ac:spMkLst>
            <pc:docMk/>
            <pc:sldMk cId="3901143359" sldId="2101"/>
            <ac:spMk id="106340" creationId="{5DF0B205-058F-B59C-C661-FE5CA7D4A6EA}"/>
          </ac:spMkLst>
        </pc:spChg>
        <pc:spChg chg="mod">
          <ac:chgData name="" userId="" providerId="" clId="Web-{42A897C0-9228-4EA1-A60D-489C309FD87E}" dt="2026-09-10T15:57:52.499" v="28" actId="34807"/>
          <ac:spMkLst>
            <pc:docMk/>
            <pc:sldMk cId="3901143359" sldId="2101"/>
            <ac:spMk id="106449" creationId="{2681EC7A-E84C-4177-55B3-91E77631D360}"/>
          </ac:spMkLst>
        </pc:spChg>
        <pc:spChg chg="add mod">
          <ac:chgData name="" userId="" providerId="" clId="Web-{42A897C0-9228-4EA1-A60D-489C309FD87E}" dt="2026-09-10T15:56:29.277" v="22" actId="34807"/>
          <ac:spMkLst>
            <pc:docMk/>
            <pc:sldMk cId="3901143359" sldId="2101"/>
            <ac:spMk id="106505" creationId="{8206245C-ABE8-02A5-733C-05AC7B6DD0E2}"/>
          </ac:spMkLst>
        </pc:spChg>
        <pc:spChg chg="mod">
          <ac:chgData name="" userId="" providerId="" clId="Web-{42A897C0-9228-4EA1-A60D-489C309FD87E}" dt="2026-09-10T15:57:52.499" v="28" actId="34807"/>
          <ac:spMkLst>
            <pc:docMk/>
            <pc:sldMk cId="3901143359" sldId="2101"/>
            <ac:spMk id="106989" creationId="{37565B89-F9D3-8784-9B61-AF4E537C7855}"/>
          </ac:spMkLst>
        </pc:spChg>
        <pc:spChg chg="add mod">
          <ac:chgData name="" userId="" providerId="" clId="Web-{42A897C0-9228-4EA1-A60D-489C309FD87E}" dt="2026-09-10T15:56:29.277" v="22" actId="34807"/>
          <ac:spMkLst>
            <pc:docMk/>
            <pc:sldMk cId="3901143359" sldId="2101"/>
            <ac:spMk id="107610" creationId="{8D7B4E73-FEA7-DF53-96CA-6210CAC2BB01}"/>
          </ac:spMkLst>
        </pc:spChg>
        <pc:spChg chg="add mod">
          <ac:chgData name="" userId="" providerId="" clId="Web-{42A897C0-9228-4EA1-A60D-489C309FD87E}" dt="2026-09-10T15:56:29.277" v="22" actId="34807"/>
          <ac:spMkLst>
            <pc:docMk/>
            <pc:sldMk cId="3901143359" sldId="2101"/>
            <ac:spMk id="107835" creationId="{948D048C-0CD3-5C10-8985-261070EEDE4F}"/>
          </ac:spMkLst>
        </pc:spChg>
      </pc:sldChg>
      <pc:sldChg chg="addSp delSp modSp mod setBg modNotesTx">
        <pc:chgData name="" userId="" providerId="" clId="Web-{42A897C0-9228-4EA1-A60D-489C309FD87E}" dt="2026-09-10T15:57:52.499" v="28" actId="34807"/>
        <pc:sldMkLst>
          <pc:docMk/>
          <pc:sldMk cId="1267224764" sldId="2311"/>
        </pc:sldMkLst>
        <pc:spChg chg="del">
          <ac:chgData name="" userId="" providerId="" clId="Web-{42A897C0-9228-4EA1-A60D-489C309FD87E}" dt="2026-09-10T15:48:36.603" v="12" actId="34807"/>
          <ac:spMkLst>
            <pc:docMk/>
            <pc:sldMk cId="1267224764" sldId="2311"/>
            <ac:spMk id="25160" creationId="{CBB3D79A-E92B-85BA-0D28-A219F214A59B}"/>
          </ac:spMkLst>
        </pc:spChg>
        <pc:spChg chg="del">
          <ac:chgData name="" userId="" providerId="" clId="Web-{42A897C0-9228-4EA1-A60D-489C309FD87E}" dt="2026-09-10T15:48:36.603" v="12" actId="34807"/>
          <ac:spMkLst>
            <pc:docMk/>
            <pc:sldMk cId="1267224764" sldId="2311"/>
            <ac:spMk id="25797" creationId="{B2C62ACC-70D2-745A-6591-94A5244D60FE}"/>
          </ac:spMkLst>
        </pc:spChg>
        <pc:spChg chg="del">
          <ac:chgData name="" userId="" providerId="" clId="Web-{42A897C0-9228-4EA1-A60D-489C309FD87E}" dt="2026-09-10T15:48:36.603" v="12" actId="34807"/>
          <ac:spMkLst>
            <pc:docMk/>
            <pc:sldMk cId="1267224764" sldId="2311"/>
            <ac:spMk id="27887" creationId="{7D5A7FB8-ABFD-8B19-63BC-65633A3A1247}"/>
          </ac:spMkLst>
        </pc:spChg>
        <pc:spChg chg="del">
          <ac:chgData name="" userId="" providerId="" clId="Web-{42A897C0-9228-4EA1-A60D-489C309FD87E}" dt="2026-09-10T15:48:36.603" v="12" actId="34807"/>
          <ac:spMkLst>
            <pc:docMk/>
            <pc:sldMk cId="1267224764" sldId="2311"/>
            <ac:spMk id="28353" creationId="{BFFA6307-28A4-DFDB-26E4-2786E90B7FD0}"/>
          </ac:spMkLst>
        </pc:spChg>
        <pc:spChg chg="del">
          <ac:chgData name="" userId="" providerId="" clId="Web-{42A897C0-9228-4EA1-A60D-489C309FD87E}" dt="2026-09-10T15:48:36.603" v="12" actId="34807"/>
          <ac:spMkLst>
            <pc:docMk/>
            <pc:sldMk cId="1267224764" sldId="2311"/>
            <ac:spMk id="28472" creationId="{ACBE07F0-D3FB-31FE-41D2-E5C178F7AC01}"/>
          </ac:spMkLst>
        </pc:spChg>
        <pc:spChg chg="del">
          <ac:chgData name="" userId="" providerId="" clId="Web-{42A897C0-9228-4EA1-A60D-489C309FD87E}" dt="2026-09-10T15:48:36.603" v="12" actId="34807"/>
          <ac:spMkLst>
            <pc:docMk/>
            <pc:sldMk cId="1267224764" sldId="2311"/>
            <ac:spMk id="29207" creationId="{69479710-D014-B74F-7950-2CA4D2DFAA8E}"/>
          </ac:spMkLst>
        </pc:spChg>
        <pc:spChg chg="mod">
          <ac:chgData name="" userId="" providerId="" clId="Web-{42A897C0-9228-4EA1-A60D-489C309FD87E}" dt="2026-09-10T15:49:57.997" v="17" actId="34807"/>
          <ac:spMkLst>
            <pc:docMk/>
            <pc:sldMk cId="1267224764" sldId="2311"/>
            <ac:spMk id="65106" creationId="{3EAA98A4-1D91-AAC7-A5FA-8D0115916EB9}"/>
          </ac:spMkLst>
        </pc:spChg>
        <pc:spChg chg="del mod">
          <ac:chgData name="" userId="" providerId="" clId="Web-{42A897C0-9228-4EA1-A60D-489C309FD87E}" dt="2026-09-10T15:56:40.715" v="23" actId="34807"/>
          <ac:spMkLst>
            <pc:docMk/>
            <pc:sldMk cId="1267224764" sldId="2311"/>
            <ac:spMk id="65241" creationId="{252E2A0E-01D3-6AFB-BACD-A3792155AB4D}"/>
          </ac:spMkLst>
        </pc:spChg>
        <pc:spChg chg="mod">
          <ac:chgData name="" userId="" providerId="" clId="Web-{42A897C0-9228-4EA1-A60D-489C309FD87E}" dt="2026-09-10T15:49:57.997" v="17" actId="34807"/>
          <ac:spMkLst>
            <pc:docMk/>
            <pc:sldMk cId="1267224764" sldId="2311"/>
            <ac:spMk id="65380" creationId="{62FA2C5D-8DF3-1DCF-BEAD-68468BA75232}"/>
          </ac:spMkLst>
        </pc:spChg>
        <pc:spChg chg="mod">
          <ac:chgData name="" userId="" providerId="" clId="Web-{42A897C0-9228-4EA1-A60D-489C309FD87E}" dt="2026-09-10T15:49:57.997" v="17" actId="34807"/>
          <ac:spMkLst>
            <pc:docMk/>
            <pc:sldMk cId="1267224764" sldId="2311"/>
            <ac:spMk id="65523" creationId="{D4935A52-A230-C488-5F2B-EE27281FD6D1}"/>
          </ac:spMkLst>
        </pc:spChg>
        <pc:spChg chg="add mod">
          <ac:chgData name="" userId="" providerId="" clId="Web-{42A897C0-9228-4EA1-A60D-489C309FD87E}" dt="2026-09-10T15:48:36.603" v="12" actId="34807"/>
          <ac:spMkLst>
            <pc:docMk/>
            <pc:sldMk cId="1267224764" sldId="2311"/>
            <ac:spMk id="65596" creationId="{974EF3A0-BF01-2EE9-31DE-7D6A438668FA}"/>
          </ac:spMkLst>
        </pc:spChg>
        <pc:spChg chg="mod">
          <ac:chgData name="" userId="" providerId="" clId="Web-{42A897C0-9228-4EA1-A60D-489C309FD87E}" dt="2026-09-10T15:49:57.997" v="17" actId="34807"/>
          <ac:spMkLst>
            <pc:docMk/>
            <pc:sldMk cId="1267224764" sldId="2311"/>
            <ac:spMk id="65670" creationId="{64D70774-28F1-ADF0-9CDB-6A1983F53BF5}"/>
          </ac:spMkLst>
        </pc:spChg>
        <pc:spChg chg="add mod">
          <ac:chgData name="" userId="" providerId="" clId="Web-{42A897C0-9228-4EA1-A60D-489C309FD87E}" dt="2026-09-10T15:48:36.603" v="12" actId="34807"/>
          <ac:spMkLst>
            <pc:docMk/>
            <pc:sldMk cId="1267224764" sldId="2311"/>
            <ac:spMk id="66135" creationId="{255F3516-2509-0C21-0611-FB10E442B901}"/>
          </ac:spMkLst>
        </pc:spChg>
        <pc:spChg chg="add mod">
          <ac:chgData name="" userId="" providerId="" clId="Web-{42A897C0-9228-4EA1-A60D-489C309FD87E}" dt="2026-09-10T15:48:36.603" v="12" actId="34807"/>
          <ac:spMkLst>
            <pc:docMk/>
            <pc:sldMk cId="1267224764" sldId="2311"/>
            <ac:spMk id="66298" creationId="{1BF80D78-7552-048C-F873-2699279F1A6A}"/>
          </ac:spMkLst>
        </pc:spChg>
        <pc:spChg chg="del">
          <ac:chgData name="" userId="" providerId="" clId="Web-{42A897C0-9228-4EA1-A60D-489C309FD87E}" dt="2026-09-10T15:56:40.715" v="23" actId="34807"/>
          <ac:spMkLst>
            <pc:docMk/>
            <pc:sldMk cId="1267224764" sldId="2311"/>
            <ac:spMk id="67081" creationId="{DE97E1A7-050C-49AC-283C-DD515C887836}"/>
          </ac:spMkLst>
        </pc:spChg>
        <pc:spChg chg="add mod">
          <ac:chgData name="" userId="" providerId="" clId="Web-{42A897C0-9228-4EA1-A60D-489C309FD87E}" dt="2026-09-10T15:48:36.603" v="12" actId="34807"/>
          <ac:spMkLst>
            <pc:docMk/>
            <pc:sldMk cId="1267224764" sldId="2311"/>
            <ac:spMk id="68251" creationId="{754CFB56-C422-0DCE-AC80-8AB181950B9D}"/>
          </ac:spMkLst>
        </pc:spChg>
        <pc:spChg chg="del">
          <ac:chgData name="" userId="" providerId="" clId="Web-{42A897C0-9228-4EA1-A60D-489C309FD87E}" dt="2026-09-10T15:56:40.715" v="23" actId="34807"/>
          <ac:spMkLst>
            <pc:docMk/>
            <pc:sldMk cId="1267224764" sldId="2311"/>
            <ac:spMk id="68355" creationId="{61F1194E-315B-A932-AF52-C0D82A41DF49}"/>
          </ac:spMkLst>
        </pc:spChg>
        <pc:spChg chg="del">
          <ac:chgData name="" userId="" providerId="" clId="Web-{42A897C0-9228-4EA1-A60D-489C309FD87E}" dt="2026-09-10T15:56:40.715" v="23" actId="34807"/>
          <ac:spMkLst>
            <pc:docMk/>
            <pc:sldMk cId="1267224764" sldId="2311"/>
            <ac:spMk id="68460" creationId="{7E09E0C3-6814-9BD8-C55C-59F3F8C2FA76}"/>
          </ac:spMkLst>
        </pc:spChg>
        <pc:spChg chg="add mod">
          <ac:chgData name="" userId="" providerId="" clId="Web-{42A897C0-9228-4EA1-A60D-489C309FD87E}" dt="2026-09-10T15:56:40.715" v="23" actId="34807"/>
          <ac:spMkLst>
            <pc:docMk/>
            <pc:sldMk cId="1267224764" sldId="2311"/>
            <ac:spMk id="108192" creationId="{32365C65-AC44-2495-886F-03221A9F9E9D}"/>
          </ac:spMkLst>
        </pc:spChg>
        <pc:spChg chg="mod">
          <ac:chgData name="" userId="" providerId="" clId="Web-{42A897C0-9228-4EA1-A60D-489C309FD87E}" dt="2026-09-10T15:57:52.499" v="28" actId="34807"/>
          <ac:spMkLst>
            <pc:docMk/>
            <pc:sldMk cId="1267224764" sldId="2311"/>
            <ac:spMk id="108236" creationId="{E845C65E-AFFC-428B-F4E0-0FA82B241669}"/>
          </ac:spMkLst>
        </pc:spChg>
        <pc:spChg chg="add mod">
          <ac:chgData name="" userId="" providerId="" clId="Web-{42A897C0-9228-4EA1-A60D-489C309FD87E}" dt="2026-09-10T15:57:52.499" v="28" actId="34807"/>
          <ac:spMkLst>
            <pc:docMk/>
            <pc:sldMk cId="1267224764" sldId="2311"/>
            <ac:spMk id="108327" creationId="{F44F7B9C-64F8-F8D9-FE4E-6408E89A5485}"/>
          </ac:spMkLst>
        </pc:spChg>
        <pc:spChg chg="mod">
          <ac:chgData name="" userId="" providerId="" clId="Web-{42A897C0-9228-4EA1-A60D-489C309FD87E}" dt="2026-09-10T15:57:52.499" v="28" actId="34807"/>
          <ac:spMkLst>
            <pc:docMk/>
            <pc:sldMk cId="1267224764" sldId="2311"/>
            <ac:spMk id="108422" creationId="{78ACFDAC-81FB-F9A5-FBBF-77E6C7295A5D}"/>
          </ac:spMkLst>
        </pc:spChg>
        <pc:spChg chg="mod">
          <ac:chgData name="" userId="" providerId="" clId="Web-{42A897C0-9228-4EA1-A60D-489C309FD87E}" dt="2026-09-10T15:57:52.499" v="28" actId="34807"/>
          <ac:spMkLst>
            <pc:docMk/>
            <pc:sldMk cId="1267224764" sldId="2311"/>
            <ac:spMk id="108521" creationId="{C2D257AF-A977-7DD1-292B-C2DC75972E3D}"/>
          </ac:spMkLst>
        </pc:spChg>
        <pc:spChg chg="mod">
          <ac:chgData name="" userId="" providerId="" clId="Web-{42A897C0-9228-4EA1-A60D-489C309FD87E}" dt="2026-09-10T15:57:52.499" v="28" actId="34807"/>
          <ac:spMkLst>
            <pc:docMk/>
            <pc:sldMk cId="1267224764" sldId="2311"/>
            <ac:spMk id="108624" creationId="{B07B99F8-6C9A-F911-F49D-D041543E5A92}"/>
          </ac:spMkLst>
        </pc:spChg>
        <pc:spChg chg="add mod">
          <ac:chgData name="" userId="" providerId="" clId="Web-{42A897C0-9228-4EA1-A60D-489C309FD87E}" dt="2026-09-10T15:56:40.715" v="23" actId="34807"/>
          <ac:spMkLst>
            <pc:docMk/>
            <pc:sldMk cId="1267224764" sldId="2311"/>
            <ac:spMk id="109137" creationId="{3874FAFB-9672-7D0E-878F-CE005A92A7A8}"/>
          </ac:spMkLst>
        </pc:spChg>
        <pc:spChg chg="add mod">
          <ac:chgData name="" userId="" providerId="" clId="Web-{42A897C0-9228-4EA1-A60D-489C309FD87E}" dt="2026-09-10T15:56:40.715" v="23" actId="34807"/>
          <ac:spMkLst>
            <pc:docMk/>
            <pc:sldMk cId="1267224764" sldId="2311"/>
            <ac:spMk id="109262" creationId="{A28F432C-459A-E39E-FDE0-A90D2E1BB8DD}"/>
          </ac:spMkLst>
        </pc:spChg>
        <pc:spChg chg="add mod">
          <ac:chgData name="" userId="" providerId="" clId="Web-{42A897C0-9228-4EA1-A60D-489C309FD87E}" dt="2026-09-10T15:56:40.715" v="23" actId="34807"/>
          <ac:spMkLst>
            <pc:docMk/>
            <pc:sldMk cId="1267224764" sldId="2311"/>
            <ac:spMk id="109592" creationId="{5977B9A7-BF11-5827-2B4A-2F02E009DC96}"/>
          </ac:spMkLst>
        </pc:spChg>
        <pc:spChg chg="add mod">
          <ac:chgData name="" userId="" providerId="" clId="Web-{42A897C0-9228-4EA1-A60D-489C309FD87E}" dt="2026-09-10T15:56:40.715" v="23" actId="34807"/>
          <ac:spMkLst>
            <pc:docMk/>
            <pc:sldMk cId="1267224764" sldId="2311"/>
            <ac:spMk id="110567" creationId="{5AE739C4-090B-63F4-D5C3-BEB68D527316}"/>
          </ac:spMkLst>
        </pc:spChg>
      </pc:sldChg>
      <pc:sldChg chg="addSp delSp modSp mod setBg modNotesTx">
        <pc:chgData name="" userId="" providerId="" clId="Web-{42A897C0-9228-4EA1-A60D-489C309FD87E}" dt="2026-09-10T15:59:50.457" v="29" actId="34807"/>
        <pc:sldMkLst>
          <pc:docMk/>
          <pc:sldMk cId="1611565338" sldId="2522"/>
        </pc:sldMkLst>
        <pc:spChg chg="del">
          <ac:chgData name="" userId="" providerId="" clId="Web-{42A897C0-9228-4EA1-A60D-489C309FD87E}" dt="2026-09-10T15:48:50.120" v="13" actId="34807"/>
          <ac:spMkLst>
            <pc:docMk/>
            <pc:sldMk cId="1611565338" sldId="2522"/>
            <ac:spMk id="29902" creationId="{028B0F7D-A2F1-A6B4-5C66-C14A04EBE919}"/>
          </ac:spMkLst>
        </pc:spChg>
        <pc:spChg chg="del">
          <ac:chgData name="" userId="" providerId="" clId="Web-{42A897C0-9228-4EA1-A60D-489C309FD87E}" dt="2026-09-10T15:48:50.120" v="13" actId="34807"/>
          <ac:spMkLst>
            <pc:docMk/>
            <pc:sldMk cId="1611565338" sldId="2522"/>
            <ac:spMk id="30000" creationId="{1C89D776-28CA-3665-C36F-91EA3C56D924}"/>
          </ac:spMkLst>
        </pc:spChg>
        <pc:spChg chg="del">
          <ac:chgData name="" userId="" providerId="" clId="Web-{42A897C0-9228-4EA1-A60D-489C309FD87E}" dt="2026-09-10T15:48:50.120" v="13" actId="34807"/>
          <ac:spMkLst>
            <pc:docMk/>
            <pc:sldMk cId="1611565338" sldId="2522"/>
            <ac:spMk id="30147" creationId="{64496D9C-7322-0A8D-BFB1-6F9D94B0D6A2}"/>
          </ac:spMkLst>
        </pc:spChg>
        <pc:spChg chg="del">
          <ac:chgData name="" userId="" providerId="" clId="Web-{42A897C0-9228-4EA1-A60D-489C309FD87E}" dt="2026-09-10T15:48:50.120" v="13" actId="34807"/>
          <ac:spMkLst>
            <pc:docMk/>
            <pc:sldMk cId="1611565338" sldId="2522"/>
            <ac:spMk id="30442" creationId="{0DF26FCC-D45C-651F-4E93-CB5EDB6DECAF}"/>
          </ac:spMkLst>
        </pc:spChg>
        <pc:spChg chg="del">
          <ac:chgData name="" userId="" providerId="" clId="Web-{42A897C0-9228-4EA1-A60D-489C309FD87E}" dt="2026-09-10T15:48:50.120" v="13" actId="34807"/>
          <ac:spMkLst>
            <pc:docMk/>
            <pc:sldMk cId="1611565338" sldId="2522"/>
            <ac:spMk id="30513" creationId="{D56348EF-F1EA-12FB-CA68-4CE74CAB47E8}"/>
          </ac:spMkLst>
        </pc:spChg>
        <pc:spChg chg="del">
          <ac:chgData name="" userId="" providerId="" clId="Web-{42A897C0-9228-4EA1-A60D-489C309FD87E}" dt="2026-09-10T15:48:50.120" v="13" actId="34807"/>
          <ac:spMkLst>
            <pc:docMk/>
            <pc:sldMk cId="1611565338" sldId="2522"/>
            <ac:spMk id="30975" creationId="{9FC160B6-380E-6E7E-74E7-35826FFD8E88}"/>
          </ac:spMkLst>
        </pc:spChg>
        <pc:spChg chg="add mod">
          <ac:chgData name="" userId="" providerId="" clId="Web-{42A897C0-9228-4EA1-A60D-489C309FD87E}" dt="2026-09-10T15:49:57.997" v="17" actId="34807"/>
          <ac:spMkLst>
            <pc:docMk/>
            <pc:sldMk cId="1611565338" sldId="2522"/>
            <ac:spMk id="68715" creationId="{129B168C-2553-8FFF-A244-2C1621AE0D84}"/>
          </ac:spMkLst>
        </pc:spChg>
        <pc:spChg chg="mod">
          <ac:chgData name="" userId="" providerId="" clId="Web-{42A897C0-9228-4EA1-A60D-489C309FD87E}" dt="2026-09-10T15:49:57.997" v="17" actId="34807"/>
          <ac:spMkLst>
            <pc:docMk/>
            <pc:sldMk cId="1611565338" sldId="2522"/>
            <ac:spMk id="68868" creationId="{76AE5290-00F4-7FC2-920A-6707DCAC3D9E}"/>
          </ac:spMkLst>
        </pc:spChg>
        <pc:spChg chg="mod">
          <ac:chgData name="" userId="" providerId="" clId="Web-{42A897C0-9228-4EA1-A60D-489C309FD87E}" dt="2026-09-10T15:49:57.997" v="17" actId="34807"/>
          <ac:spMkLst>
            <pc:docMk/>
            <pc:sldMk cId="1611565338" sldId="2522"/>
            <ac:spMk id="69025" creationId="{229E8C62-7CE4-F859-786C-5B913D4BFBE8}"/>
          </ac:spMkLst>
        </pc:spChg>
        <pc:spChg chg="mod">
          <ac:chgData name="" userId="" providerId="" clId="Web-{42A897C0-9228-4EA1-A60D-489C309FD87E}" dt="2026-09-10T15:49:57.997" v="17" actId="34807"/>
          <ac:spMkLst>
            <pc:docMk/>
            <pc:sldMk cId="1611565338" sldId="2522"/>
            <ac:spMk id="69186" creationId="{A39B8703-97CA-24C9-DDEB-1BB013A322C7}"/>
          </ac:spMkLst>
        </pc:spChg>
        <pc:spChg chg="mod">
          <ac:chgData name="" userId="" providerId="" clId="Web-{42A897C0-9228-4EA1-A60D-489C309FD87E}" dt="2026-09-10T15:49:57.997" v="17" actId="34807"/>
          <ac:spMkLst>
            <pc:docMk/>
            <pc:sldMk cId="1611565338" sldId="2522"/>
            <ac:spMk id="69351" creationId="{478D1184-E127-1671-29D9-3D077EF5D902}"/>
          </ac:spMkLst>
        </pc:spChg>
        <pc:spChg chg="del">
          <ac:chgData name="" userId="" providerId="" clId="Web-{42A897C0-9228-4EA1-A60D-489C309FD87E}" dt="2026-09-10T15:56:54.388" v="24" actId="34807"/>
          <ac:spMkLst>
            <pc:docMk/>
            <pc:sldMk cId="1611565338" sldId="2522"/>
            <ac:spMk id="69435" creationId="{5B2874AB-33E4-8BA0-1C53-241DF398D565}"/>
          </ac:spMkLst>
        </pc:spChg>
        <pc:spChg chg="mod">
          <ac:chgData name="" userId="" providerId="" clId="Web-{42A897C0-9228-4EA1-A60D-489C309FD87E}" dt="2026-09-10T15:49:57.997" v="17" actId="34807"/>
          <ac:spMkLst>
            <pc:docMk/>
            <pc:sldMk cId="1611565338" sldId="2522"/>
            <ac:spMk id="69520" creationId="{893012F6-A792-95C1-EE34-9B8495425DA5}"/>
          </ac:spMkLst>
        </pc:spChg>
        <pc:spChg chg="del">
          <ac:chgData name="" userId="" providerId="" clId="Web-{42A897C0-9228-4EA1-A60D-489C309FD87E}" dt="2026-09-10T15:56:54.388" v="24" actId="34807"/>
          <ac:spMkLst>
            <pc:docMk/>
            <pc:sldMk cId="1611565338" sldId="2522"/>
            <ac:spMk id="69693" creationId="{0D7C88BC-A9F6-3CA9-F7D1-36714EDFBD4A}"/>
          </ac:spMkLst>
        </pc:spChg>
        <pc:spChg chg="del">
          <ac:chgData name="" userId="" providerId="" clId="Web-{42A897C0-9228-4EA1-A60D-489C309FD87E}" dt="2026-09-10T15:56:54.388" v="24" actId="34807"/>
          <ac:spMkLst>
            <pc:docMk/>
            <pc:sldMk cId="1611565338" sldId="2522"/>
            <ac:spMk id="69781" creationId="{09DAB30B-AA64-66A7-E01D-36727756F2B9}"/>
          </ac:spMkLst>
        </pc:spChg>
        <pc:spChg chg="del">
          <ac:chgData name="" userId="" providerId="" clId="Web-{42A897C0-9228-4EA1-A60D-489C309FD87E}" dt="2026-09-10T15:56:54.388" v="24" actId="34807"/>
          <ac:spMkLst>
            <pc:docMk/>
            <pc:sldMk cId="1611565338" sldId="2522"/>
            <ac:spMk id="69960" creationId="{C02F1163-DFC4-8A9B-B6A4-E3297A7EDED6}"/>
          </ac:spMkLst>
        </pc:spChg>
        <pc:spChg chg="add mod">
          <ac:chgData name="" userId="" providerId="" clId="Web-{42A897C0-9228-4EA1-A60D-489C309FD87E}" dt="2026-09-10T15:48:50.120" v="13" actId="34807"/>
          <ac:spMkLst>
            <pc:docMk/>
            <pc:sldMk cId="1611565338" sldId="2522"/>
            <ac:spMk id="70236" creationId="{2A5BF3B4-4142-2935-DC70-D163FD0947A4}"/>
          </ac:spMkLst>
        </pc:spChg>
        <pc:spChg chg="del">
          <ac:chgData name="" userId="" providerId="" clId="Web-{42A897C0-9228-4EA1-A60D-489C309FD87E}" dt="2026-09-10T15:56:54.388" v="24" actId="34807"/>
          <ac:spMkLst>
            <pc:docMk/>
            <pc:sldMk cId="1611565338" sldId="2522"/>
            <ac:spMk id="70330" creationId="{137CEE75-292B-F23F-A40C-DDA285D9E1E2}"/>
          </ac:spMkLst>
        </pc:spChg>
        <pc:spChg chg="del">
          <ac:chgData name="" userId="" providerId="" clId="Web-{42A897C0-9228-4EA1-A60D-489C309FD87E}" dt="2026-09-10T15:56:54.388" v="24" actId="34807"/>
          <ac:spMkLst>
            <pc:docMk/>
            <pc:sldMk cId="1611565338" sldId="2522"/>
            <ac:spMk id="70521" creationId="{C10397E8-B3A0-EF1D-4972-B51BEB34B1FE}"/>
          </ac:spMkLst>
        </pc:spChg>
        <pc:spChg chg="del">
          <ac:chgData name="" userId="" providerId="" clId="Web-{42A897C0-9228-4EA1-A60D-489C309FD87E}" dt="2026-09-10T15:56:54.388" v="24" actId="34807"/>
          <ac:spMkLst>
            <pc:docMk/>
            <pc:sldMk cId="1611565338" sldId="2522"/>
            <ac:spMk id="71118" creationId="{97366838-3429-E079-4A99-822D998E45B3}"/>
          </ac:spMkLst>
        </pc:spChg>
        <pc:spChg chg="add mod">
          <ac:chgData name="" userId="" providerId="" clId="Web-{42A897C0-9228-4EA1-A60D-489C309FD87E}" dt="2026-09-10T15:48:50.120" v="13" actId="34807"/>
          <ac:spMkLst>
            <pc:docMk/>
            <pc:sldMk cId="1611565338" sldId="2522"/>
            <ac:spMk id="71751" creationId="{388E1D19-3E38-EB0C-6D17-7FFC856F5DDB}"/>
          </ac:spMkLst>
        </pc:spChg>
        <pc:spChg chg="add mod">
          <ac:chgData name="" userId="" providerId="" clId="Web-{42A897C0-9228-4EA1-A60D-489C309FD87E}" dt="2026-09-10T15:48:50.120" v="13" actId="34807"/>
          <ac:spMkLst>
            <pc:docMk/>
            <pc:sldMk cId="1611565338" sldId="2522"/>
            <ac:spMk id="72306" creationId="{EF1161E4-B7CD-370E-BC06-C8BC6BD3A4F4}"/>
          </ac:spMkLst>
        </pc:spChg>
        <pc:spChg chg="mod">
          <ac:chgData name="" userId="" providerId="" clId="Web-{42A897C0-9228-4EA1-A60D-489C309FD87E}" dt="2026-09-10T15:57:52.499" v="28" actId="34807"/>
          <ac:spMkLst>
            <pc:docMk/>
            <pc:sldMk cId="1611565338" sldId="2522"/>
            <ac:spMk id="110903" creationId="{0DF3A1B3-1CEF-8927-9077-1F1C0A10EE9B}"/>
          </ac:spMkLst>
        </pc:spChg>
        <pc:spChg chg="mod">
          <ac:chgData name="" userId="" providerId="" clId="Web-{42A897C0-9228-4EA1-A60D-489C309FD87E}" dt="2026-09-10T15:57:52.499" v="28" actId="34807"/>
          <ac:spMkLst>
            <pc:docMk/>
            <pc:sldMk cId="1611565338" sldId="2522"/>
            <ac:spMk id="110994" creationId="{50EB3264-A386-A33F-44D7-F31496ED8F85}"/>
          </ac:spMkLst>
        </pc:spChg>
        <pc:spChg chg="mod">
          <ac:chgData name="" userId="" providerId="" clId="Web-{42A897C0-9228-4EA1-A60D-489C309FD87E}" dt="2026-09-10T15:57:52.499" v="28" actId="34807"/>
          <ac:spMkLst>
            <pc:docMk/>
            <pc:sldMk cId="1611565338" sldId="2522"/>
            <ac:spMk id="111089" creationId="{5E1AE2C7-3A68-A6F6-AC54-2E34B9C66ADE}"/>
          </ac:spMkLst>
        </pc:spChg>
        <pc:spChg chg="mod">
          <ac:chgData name="" userId="" providerId="" clId="Web-{42A897C0-9228-4EA1-A60D-489C309FD87E}" dt="2026-09-10T15:57:52.499" v="28" actId="34807"/>
          <ac:spMkLst>
            <pc:docMk/>
            <pc:sldMk cId="1611565338" sldId="2522"/>
            <ac:spMk id="111188" creationId="{A64CDC06-4541-7CF0-2892-B542ED573923}"/>
          </ac:spMkLst>
        </pc:spChg>
        <pc:spChg chg="mod">
          <ac:chgData name="" userId="" providerId="" clId="Web-{42A897C0-9228-4EA1-A60D-489C309FD87E}" dt="2026-09-10T15:57:52.499" v="28" actId="34807"/>
          <ac:spMkLst>
            <pc:docMk/>
            <pc:sldMk cId="1611565338" sldId="2522"/>
            <ac:spMk id="111291" creationId="{10807D9D-806A-CEE4-2887-E373793DBDB0}"/>
          </ac:spMkLst>
        </pc:spChg>
        <pc:spChg chg="mod">
          <ac:chgData name="" userId="" providerId="" clId="Web-{42A897C0-9228-4EA1-A60D-489C309FD87E}" dt="2026-09-10T15:57:52.499" v="28" actId="34807"/>
          <ac:spMkLst>
            <pc:docMk/>
            <pc:sldMk cId="1611565338" sldId="2522"/>
            <ac:spMk id="111398" creationId="{E6BC83FD-9E98-3E25-64F1-11AC3EE25C59}"/>
          </ac:spMkLst>
        </pc:spChg>
        <pc:spChg chg="add mod">
          <ac:chgData name="" userId="" providerId="" clId="Web-{42A897C0-9228-4EA1-A60D-489C309FD87E}" dt="2026-09-10T15:56:54.388" v="24" actId="34807"/>
          <ac:spMkLst>
            <pc:docMk/>
            <pc:sldMk cId="1611565338" sldId="2522"/>
            <ac:spMk id="111509" creationId="{F025C0AA-41C2-2FF5-87C7-9ED56087E2CD}"/>
          </ac:spMkLst>
        </pc:spChg>
        <pc:spChg chg="add mod">
          <ac:chgData name="" userId="" providerId="" clId="Web-{42A897C0-9228-4EA1-A60D-489C309FD87E}" dt="2026-09-10T15:56:54.388" v="24" actId="34807"/>
          <ac:spMkLst>
            <pc:docMk/>
            <pc:sldMk cId="1611565338" sldId="2522"/>
            <ac:spMk id="112259" creationId="{457A82B2-2261-9434-8644-53BE0EFC8A04}"/>
          </ac:spMkLst>
        </pc:spChg>
        <pc:spChg chg="mod">
          <ac:chgData name="" userId="" providerId="" clId="Web-{42A897C0-9228-4EA1-A60D-489C309FD87E}" dt="2026-09-10T15:59:50.457" v="29" actId="34807"/>
          <ac:spMkLst>
            <pc:docMk/>
            <pc:sldMk cId="1611565338" sldId="2522"/>
            <ac:spMk id="112398" creationId="{C245273E-81A0-A96F-6822-1928CB4BD546}"/>
          </ac:spMkLst>
        </pc:spChg>
        <pc:spChg chg="add mod">
          <ac:chgData name="" userId="" providerId="" clId="Web-{42A897C0-9228-4EA1-A60D-489C309FD87E}" dt="2026-09-10T15:56:54.388" v="24" actId="34807"/>
          <ac:spMkLst>
            <pc:docMk/>
            <pc:sldMk cId="1611565338" sldId="2522"/>
            <ac:spMk id="113316" creationId="{D449DA66-E1FC-7D99-3CCD-CE2D30CAAFFF}"/>
          </ac:spMkLst>
        </pc:spChg>
      </pc:sldChg>
      <pc:sldChg chg="addSp delSp modSp mod setBg modNotesTx">
        <pc:chgData name="" userId="" providerId="" clId="Web-{42A897C0-9228-4EA1-A60D-489C309FD87E}" dt="2026-09-10T15:57:52.499" v="28" actId="34807"/>
        <pc:sldMkLst>
          <pc:docMk/>
          <pc:sldMk cId="2468427689" sldId="2734"/>
        </pc:sldMkLst>
        <pc:spChg chg="del">
          <ac:chgData name="" userId="" providerId="" clId="Web-{42A897C0-9228-4EA1-A60D-489C309FD87E}" dt="2026-09-10T15:49:01.854" v="14" actId="34807"/>
          <ac:spMkLst>
            <pc:docMk/>
            <pc:sldMk cId="2468427689" sldId="2734"/>
            <ac:spMk id="32644" creationId="{8538DBF6-2094-D135-F7E7-11D22F1A2E96}"/>
          </ac:spMkLst>
        </pc:spChg>
        <pc:spChg chg="del">
          <ac:chgData name="" userId="" providerId="" clId="Web-{42A897C0-9228-4EA1-A60D-489C309FD87E}" dt="2026-09-10T15:49:01.854" v="14" actId="34807"/>
          <ac:spMkLst>
            <pc:docMk/>
            <pc:sldMk cId="2468427689" sldId="2734"/>
            <ac:spMk id="33038" creationId="{50DD9871-9D9A-E5D1-68B8-ABA782B9266F}"/>
          </ac:spMkLst>
        </pc:spChg>
        <pc:spChg chg="del">
          <ac:chgData name="" userId="" providerId="" clId="Web-{42A897C0-9228-4EA1-A60D-489C309FD87E}" dt="2026-09-10T15:49:01.854" v="14" actId="34807"/>
          <ac:spMkLst>
            <pc:docMk/>
            <pc:sldMk cId="2468427689" sldId="2734"/>
            <ac:spMk id="33344" creationId="{8FC15270-E24A-B755-D84E-193A2027C6B3}"/>
          </ac:spMkLst>
        </pc:spChg>
        <pc:spChg chg="del">
          <ac:chgData name="" userId="" providerId="" clId="Web-{42A897C0-9228-4EA1-A60D-489C309FD87E}" dt="2026-09-10T15:49:01.854" v="14" actId="34807"/>
          <ac:spMkLst>
            <pc:docMk/>
            <pc:sldMk cId="2468427689" sldId="2734"/>
            <ac:spMk id="43732" creationId="{01806ACB-891F-DCA4-09D1-BBFEB6BB95CC}"/>
          </ac:spMkLst>
        </pc:spChg>
        <pc:spChg chg="add mod">
          <ac:chgData name="" userId="" providerId="" clId="Web-{42A897C0-9228-4EA1-A60D-489C309FD87E}" dt="2026-09-10T15:49:01.854" v="14" actId="34807"/>
          <ac:spMkLst>
            <pc:docMk/>
            <pc:sldMk cId="2468427689" sldId="2734"/>
            <ac:spMk id="72547" creationId="{73687E1C-09C9-A782-92F1-7C548FC25EBB}"/>
          </ac:spMkLst>
        </pc:spChg>
        <pc:spChg chg="del mod">
          <ac:chgData name="" userId="" providerId="" clId="Web-{42A897C0-9228-4EA1-A60D-489C309FD87E}" dt="2026-09-10T15:57:06.404" v="25" actId="34807"/>
          <ac:spMkLst>
            <pc:docMk/>
            <pc:sldMk cId="2468427689" sldId="2734"/>
            <ac:spMk id="72560" creationId="{BAE13F15-ECC1-D7D3-5084-DA07D5755F13}"/>
          </ac:spMkLst>
        </pc:spChg>
        <pc:spChg chg="mod">
          <ac:chgData name="" userId="" providerId="" clId="Web-{42A897C0-9228-4EA1-A60D-489C309FD87E}" dt="2026-09-10T15:49:57.997" v="17" actId="34807"/>
          <ac:spMkLst>
            <pc:docMk/>
            <pc:sldMk cId="2468427689" sldId="2734"/>
            <ac:spMk id="72574" creationId="{3039A1C7-71C8-E8E8-631F-826198001D63}"/>
          </ac:spMkLst>
        </pc:spChg>
        <pc:spChg chg="add del mod">
          <ac:chgData name="" userId="" providerId="" clId="Web-{42A897C0-9228-4EA1-A60D-489C309FD87E}" dt="2026-09-10T15:57:06.404" v="25" actId="34807"/>
          <ac:spMkLst>
            <pc:docMk/>
            <pc:sldMk cId="2468427689" sldId="2734"/>
            <ac:spMk id="72589" creationId="{AF8E019A-8E3B-7BFF-5B87-8E89AF034750}"/>
          </ac:spMkLst>
        </pc:spChg>
        <pc:spChg chg="add mod">
          <ac:chgData name="" userId="" providerId="" clId="Web-{42A897C0-9228-4EA1-A60D-489C309FD87E}" dt="2026-09-10T15:49:57.997" v="17" actId="34807"/>
          <ac:spMkLst>
            <pc:docMk/>
            <pc:sldMk cId="2468427689" sldId="2734"/>
            <ac:spMk id="72622" creationId="{9074248D-1316-6954-2105-17E13FCFB129}"/>
          </ac:spMkLst>
        </pc:spChg>
        <pc:spChg chg="add mod">
          <ac:chgData name="" userId="" providerId="" clId="Web-{42A897C0-9228-4EA1-A60D-489C309FD87E}" dt="2026-09-10T15:49:01.854" v="14" actId="34807"/>
          <ac:spMkLst>
            <pc:docMk/>
            <pc:sldMk cId="2468427689" sldId="2734"/>
            <ac:spMk id="72700" creationId="{FEBEF3F9-E597-627C-1E06-60A944BF6263}"/>
          </ac:spMkLst>
        </pc:spChg>
        <pc:spChg chg="del">
          <ac:chgData name="" userId="" providerId="" clId="Web-{42A897C0-9228-4EA1-A60D-489C309FD87E}" dt="2026-09-10T15:57:06.404" v="25" actId="34807"/>
          <ac:spMkLst>
            <pc:docMk/>
            <pc:sldMk cId="2468427689" sldId="2734"/>
            <ac:spMk id="72745" creationId="{9885F017-79CA-8896-EAA4-612924B2B29B}"/>
          </ac:spMkLst>
        </pc:spChg>
        <pc:spChg chg="add mod">
          <ac:chgData name="" userId="" providerId="" clId="Web-{42A897C0-9228-4EA1-A60D-489C309FD87E}" dt="2026-09-10T15:49:01.854" v="14" actId="34807"/>
          <ac:spMkLst>
            <pc:docMk/>
            <pc:sldMk cId="2468427689" sldId="2734"/>
            <ac:spMk id="72904" creationId="{22696AFC-762C-7478-84CD-0524FC8BDE5F}"/>
          </ac:spMkLst>
        </pc:spChg>
        <pc:spChg chg="add mod">
          <ac:chgData name="" userId="" providerId="" clId="Web-{42A897C0-9228-4EA1-A60D-489C309FD87E}" dt="2026-09-10T15:49:01.854" v="14" actId="34807"/>
          <ac:spMkLst>
            <pc:docMk/>
            <pc:sldMk cId="2468427689" sldId="2734"/>
            <ac:spMk id="72934" creationId="{438F13F9-617B-5857-CE98-258663E47BBB}"/>
          </ac:spMkLst>
        </pc:spChg>
        <pc:spChg chg="add mod">
          <ac:chgData name="" userId="" providerId="" clId="Web-{42A897C0-9228-4EA1-A60D-489C309FD87E}" dt="2026-09-10T15:57:52.499" v="28" actId="34807"/>
          <ac:spMkLst>
            <pc:docMk/>
            <pc:sldMk cId="2468427689" sldId="2734"/>
            <ac:spMk id="113526" creationId="{41EAD278-DCAA-0A75-5798-6A3A986C98DA}"/>
          </ac:spMkLst>
        </pc:spChg>
        <pc:spChg chg="add mod">
          <ac:chgData name="" userId="" providerId="" clId="Web-{42A897C0-9228-4EA1-A60D-489C309FD87E}" dt="2026-09-10T15:57:52.499" v="28" actId="34807"/>
          <ac:spMkLst>
            <pc:docMk/>
            <pc:sldMk cId="2468427689" sldId="2734"/>
            <ac:spMk id="113549" creationId="{76CC837A-6248-6169-E1C0-903576A07FF0}"/>
          </ac:spMkLst>
        </pc:spChg>
        <pc:spChg chg="add mod">
          <ac:chgData name="" userId="" providerId="" clId="Web-{42A897C0-9228-4EA1-A60D-489C309FD87E}" dt="2026-09-10T15:57:06.404" v="25" actId="34807"/>
          <ac:spMkLst>
            <pc:docMk/>
            <pc:sldMk cId="2468427689" sldId="2734"/>
            <ac:spMk id="113598" creationId="{3653399D-EB8B-851D-DC6C-61D8C6B2B541}"/>
          </ac:spMkLst>
        </pc:spChg>
        <pc:spChg chg="mod">
          <ac:chgData name="" userId="" providerId="" clId="Web-{42A897C0-9228-4EA1-A60D-489C309FD87E}" dt="2026-09-10T15:57:52.499" v="28" actId="34807"/>
          <ac:spMkLst>
            <pc:docMk/>
            <pc:sldMk cId="2468427689" sldId="2734"/>
            <ac:spMk id="113624" creationId="{BA76A91F-6A7B-3782-979A-22653898824F}"/>
          </ac:spMkLst>
        </pc:spChg>
        <pc:spChg chg="add mod">
          <ac:chgData name="" userId="" providerId="" clId="Web-{42A897C0-9228-4EA1-A60D-489C309FD87E}" dt="2026-09-10T15:57:06.404" v="25" actId="34807"/>
          <ac:spMkLst>
            <pc:docMk/>
            <pc:sldMk cId="2468427689" sldId="2734"/>
            <ac:spMk id="113651" creationId="{5EE6B4E4-79B6-4824-EA3B-7ADFAB2BBD70}"/>
          </ac:spMkLst>
        </pc:spChg>
        <pc:spChg chg="add mod">
          <ac:chgData name="" userId="" providerId="" clId="Web-{42A897C0-9228-4EA1-A60D-489C309FD87E}" dt="2026-09-10T15:57:06.404" v="25" actId="34807"/>
          <ac:spMkLst>
            <pc:docMk/>
            <pc:sldMk cId="2468427689" sldId="2734"/>
            <ac:spMk id="113769" creationId="{F1853BDA-EF97-9BD4-EF06-462BC5100E25}"/>
          </ac:spMkLst>
        </pc:spChg>
        <pc:spChg chg="add mod">
          <ac:chgData name="" userId="" providerId="" clId="Web-{42A897C0-9228-4EA1-A60D-489C309FD87E}" dt="2026-09-10T15:57:06.404" v="25" actId="34807"/>
          <ac:spMkLst>
            <pc:docMk/>
            <pc:sldMk cId="2468427689" sldId="2734"/>
            <ac:spMk id="113801" creationId="{1812240D-CF2C-5C4E-DB2A-A1BF5294A36F}"/>
          </ac:spMkLst>
        </pc:spChg>
        <pc:spChg chg="add mod">
          <ac:chgData name="" userId="" providerId="" clId="Web-{42A897C0-9228-4EA1-A60D-489C309FD87E}" dt="2026-09-10T15:57:06.404" v="25" actId="34807"/>
          <ac:spMkLst>
            <pc:docMk/>
            <pc:sldMk cId="2468427689" sldId="2734"/>
            <ac:spMk id="113868" creationId="{9303C844-CE17-E7C5-4F91-080371F1F923}"/>
          </ac:spMkLst>
        </pc:spChg>
      </pc:sldChg>
      <pc:sldChg chg="addSp delSp modSp mod setBg modNotesTx">
        <pc:chgData name="" userId="" providerId="" clId="Web-{42A897C0-9228-4EA1-A60D-489C309FD87E}" dt="2026-09-10T15:57:06.404" v="25" actId="34807"/>
        <pc:sldMkLst>
          <pc:docMk/>
          <pc:sldMk cId="2234436394" sldId="2947"/>
        </pc:sldMkLst>
        <pc:spChg chg="del">
          <ac:chgData name="" userId="" providerId="" clId="Web-{42A897C0-9228-4EA1-A60D-489C309FD87E}" dt="2026-09-10T15:49:01.854" v="14" actId="34807"/>
          <ac:spMkLst>
            <pc:docMk/>
            <pc:sldMk cId="2234436394" sldId="2947"/>
            <ac:spMk id="34133" creationId="{404C320F-56B3-2297-F525-38B2219A6566}"/>
          </ac:spMkLst>
        </pc:spChg>
        <pc:spChg chg="del">
          <ac:chgData name="" userId="" providerId="" clId="Web-{42A897C0-9228-4EA1-A60D-489C309FD87E}" dt="2026-09-10T15:49:01.854" v="14" actId="34807"/>
          <ac:spMkLst>
            <pc:docMk/>
            <pc:sldMk cId="2234436394" sldId="2947"/>
            <ac:spMk id="34748" creationId="{E1CE78E4-594A-9EF5-0AC5-1E906DE06FDF}"/>
          </ac:spMkLst>
        </pc:spChg>
        <pc:spChg chg="del">
          <ac:chgData name="" userId="" providerId="" clId="Web-{42A897C0-9228-4EA1-A60D-489C309FD87E}" dt="2026-09-10T15:49:01.854" v="14" actId="34807"/>
          <ac:spMkLst>
            <pc:docMk/>
            <pc:sldMk cId="2234436394" sldId="2947"/>
            <ac:spMk id="35918" creationId="{85E676BB-E7BA-306B-09BD-2632DFDE2AD6}"/>
          </ac:spMkLst>
        </pc:spChg>
        <pc:spChg chg="del">
          <ac:chgData name="" userId="" providerId="" clId="Web-{42A897C0-9228-4EA1-A60D-489C309FD87E}" dt="2026-09-10T15:49:01.854" v="14" actId="34807"/>
          <ac:spMkLst>
            <pc:docMk/>
            <pc:sldMk cId="2234436394" sldId="2947"/>
            <ac:spMk id="36189" creationId="{AF472411-A54A-36AB-8B21-FE2AE2AD523D}"/>
          </ac:spMkLst>
        </pc:spChg>
        <pc:spChg chg="del">
          <ac:chgData name="" userId="" providerId="" clId="Web-{42A897C0-9228-4EA1-A60D-489C309FD87E}" dt="2026-09-10T15:49:01.854" v="14" actId="34807"/>
          <ac:spMkLst>
            <pc:docMk/>
            <pc:sldMk cId="2234436394" sldId="2947"/>
            <ac:spMk id="36603" creationId="{D3B4A5D8-3FD0-7142-C3AB-A909E39063EC}"/>
          </ac:spMkLst>
        </pc:spChg>
        <pc:spChg chg="del">
          <ac:chgData name="" userId="" providerId="" clId="Web-{42A897C0-9228-4EA1-A60D-489C309FD87E}" dt="2026-09-10T15:57:06.404" v="25" actId="34807"/>
          <ac:spMkLst>
            <pc:docMk/>
            <pc:sldMk cId="2234436394" sldId="2947"/>
            <ac:spMk id="73023" creationId="{D9308017-7EB7-0179-AAF7-EE5638CB232A}"/>
          </ac:spMkLst>
        </pc:spChg>
        <pc:spChg chg="add mod">
          <ac:chgData name="" userId="" providerId="" clId="Web-{42A897C0-9228-4EA1-A60D-489C309FD87E}" dt="2026-09-10T15:49:01.854" v="14" actId="34807"/>
          <ac:spMkLst>
            <pc:docMk/>
            <pc:sldMk cId="2234436394" sldId="2947"/>
            <ac:spMk id="73203" creationId="{0E208614-FD51-209E-AAE4-6B3469AE282A}"/>
          </ac:spMkLst>
        </pc:spChg>
        <pc:spChg chg="add mod">
          <ac:chgData name="" userId="" providerId="" clId="Web-{42A897C0-9228-4EA1-A60D-489C309FD87E}" dt="2026-09-10T15:49:01.854" v="14" actId="34807"/>
          <ac:spMkLst>
            <pc:docMk/>
            <pc:sldMk cId="2234436394" sldId="2947"/>
            <ac:spMk id="73265" creationId="{6D4E1E93-56FD-D607-E6F0-587F593E8C76}"/>
          </ac:spMkLst>
        </pc:spChg>
        <pc:spChg chg="del">
          <ac:chgData name="" userId="" providerId="" clId="Web-{42A897C0-9228-4EA1-A60D-489C309FD87E}" dt="2026-09-10T15:57:06.404" v="25" actId="34807"/>
          <ac:spMkLst>
            <pc:docMk/>
            <pc:sldMk cId="2234436394" sldId="2947"/>
            <ac:spMk id="74013" creationId="{F0861448-57BF-1AB0-AC18-387454C4AAFC}"/>
          </ac:spMkLst>
        </pc:spChg>
        <pc:spChg chg="del">
          <ac:chgData name="" userId="" providerId="" clId="Web-{42A897C0-9228-4EA1-A60D-489C309FD87E}" dt="2026-09-10T15:57:06.404" v="25" actId="34807"/>
          <ac:spMkLst>
            <pc:docMk/>
            <pc:sldMk cId="2234436394" sldId="2947"/>
            <ac:spMk id="74087" creationId="{4E18B21E-2476-23C6-CA2D-C35D9E7D994F}"/>
          </ac:spMkLst>
        </pc:spChg>
        <pc:spChg chg="add del mod">
          <ac:chgData name="" userId="" providerId="" clId="Web-{42A897C0-9228-4EA1-A60D-489C309FD87E}" dt="2026-09-10T15:57:06.404" v="25" actId="34807"/>
          <ac:spMkLst>
            <pc:docMk/>
            <pc:sldMk cId="2234436394" sldId="2947"/>
            <ac:spMk id="74633" creationId="{A02BD11E-C48F-EDE5-B99B-B302CD7B94FC}"/>
          </ac:spMkLst>
        </pc:spChg>
        <pc:spChg chg="add mod">
          <ac:chgData name="" userId="" providerId="" clId="Web-{42A897C0-9228-4EA1-A60D-489C309FD87E}" dt="2026-09-10T15:49:01.854" v="14" actId="34807"/>
          <ac:spMkLst>
            <pc:docMk/>
            <pc:sldMk cId="2234436394" sldId="2947"/>
            <ac:spMk id="74967" creationId="{C2BC3A12-0F45-1BF0-F2EE-405FACABF4B0}"/>
          </ac:spMkLst>
        </pc:spChg>
        <pc:spChg chg="del">
          <ac:chgData name="" userId="" providerId="" clId="Web-{42A897C0-9228-4EA1-A60D-489C309FD87E}" dt="2026-09-10T15:57:06.404" v="25" actId="34807"/>
          <ac:spMkLst>
            <pc:docMk/>
            <pc:sldMk cId="2234436394" sldId="2947"/>
            <ac:spMk id="75053" creationId="{E2402510-51DE-48B4-4B83-23CA62409A34}"/>
          </ac:spMkLst>
        </pc:spChg>
        <pc:spChg chg="add del mod">
          <ac:chgData name="" userId="" providerId="" clId="Web-{42A897C0-9228-4EA1-A60D-489C309FD87E}" dt="2026-09-10T15:57:06.404" v="25" actId="34807"/>
          <ac:spMkLst>
            <pc:docMk/>
            <pc:sldMk cId="2234436394" sldId="2947"/>
            <ac:spMk id="75317" creationId="{D4AA8696-CA19-C633-4A6C-54855C5D0C7C}"/>
          </ac:spMkLst>
        </pc:spChg>
        <pc:spChg chg="del">
          <ac:chgData name="" userId="" providerId="" clId="Web-{42A897C0-9228-4EA1-A60D-489C309FD87E}" dt="2026-09-10T15:57:06.404" v="25" actId="34807"/>
          <ac:spMkLst>
            <pc:docMk/>
            <pc:sldMk cId="2234436394" sldId="2947"/>
            <ac:spMk id="76065" creationId="{9D5A33EC-23D9-E22A-2723-8E1F63F09303}"/>
          </ac:spMkLst>
        </pc:spChg>
        <pc:spChg chg="add mod">
          <ac:chgData name="" userId="" providerId="" clId="Web-{42A897C0-9228-4EA1-A60D-489C309FD87E}" dt="2026-09-10T15:57:06.404" v="25" actId="34807"/>
          <ac:spMkLst>
            <pc:docMk/>
            <pc:sldMk cId="2234436394" sldId="2947"/>
            <ac:spMk id="116046" creationId="{A9EDF178-632A-6F9E-F638-3697806CA3FC}"/>
          </ac:spMkLst>
        </pc:spChg>
        <pc:spChg chg="add mod">
          <ac:chgData name="" userId="" providerId="" clId="Web-{42A897C0-9228-4EA1-A60D-489C309FD87E}" dt="2026-09-10T15:57:06.404" v="25" actId="34807"/>
          <ac:spMkLst>
            <pc:docMk/>
            <pc:sldMk cId="2234436394" sldId="2947"/>
            <ac:spMk id="116795" creationId="{DB7CA3CD-CCDA-7CF9-1FA5-16DAE1FA7667}"/>
          </ac:spMkLst>
        </pc:spChg>
        <pc:spChg chg="add mod">
          <ac:chgData name="" userId="" providerId="" clId="Web-{42A897C0-9228-4EA1-A60D-489C309FD87E}" dt="2026-09-10T15:57:06.404" v="25" actId="34807"/>
          <ac:spMkLst>
            <pc:docMk/>
            <pc:sldMk cId="2234436394" sldId="2947"/>
            <ac:spMk id="117360" creationId="{0C243AA8-1BA7-B64F-C15A-188BE191B164}"/>
          </ac:spMkLst>
        </pc:spChg>
      </pc:sldChg>
      <pc:sldChg chg="addSp delSp modSp mod setBg modNotesTx">
        <pc:chgData name="" userId="" providerId="" clId="Web-{42A897C0-9228-4EA1-A60D-489C309FD87E}" dt="2026-09-10T15:57:52.499" v="28" actId="34807"/>
        <pc:sldMkLst>
          <pc:docMk/>
          <pc:sldMk cId="317257020" sldId="3161"/>
        </pc:sldMkLst>
        <pc:spChg chg="del">
          <ac:chgData name="" userId="" providerId="" clId="Web-{42A897C0-9228-4EA1-A60D-489C309FD87E}" dt="2026-09-10T15:49:13.995" v="15" actId="34807"/>
          <ac:spMkLst>
            <pc:docMk/>
            <pc:sldMk cId="317257020" sldId="3161"/>
            <ac:spMk id="36897" creationId="{25C2080A-E262-A640-79F3-D28A1162C34A}"/>
          </ac:spMkLst>
        </pc:spChg>
        <pc:spChg chg="del">
          <ac:chgData name="" userId="" providerId="" clId="Web-{42A897C0-9228-4EA1-A60D-489C309FD87E}" dt="2026-09-10T15:49:13.995" v="15" actId="34807"/>
          <ac:spMkLst>
            <pc:docMk/>
            <pc:sldMk cId="317257020" sldId="3161"/>
            <ac:spMk id="37020" creationId="{7F5B70F7-E1A3-76BB-1F22-5E1DBDE572F2}"/>
          </ac:spMkLst>
        </pc:spChg>
        <pc:spChg chg="del">
          <ac:chgData name="" userId="" providerId="" clId="Web-{42A897C0-9228-4EA1-A60D-489C309FD87E}" dt="2026-09-10T15:49:13.995" v="15" actId="34807"/>
          <ac:spMkLst>
            <pc:docMk/>
            <pc:sldMk cId="317257020" sldId="3161"/>
            <ac:spMk id="37150" creationId="{3646DA5D-247E-EF24-AC63-71E668A4A80B}"/>
          </ac:spMkLst>
        </pc:spChg>
        <pc:spChg chg="mod">
          <ac:chgData name="" userId="" providerId="" clId="Web-{42A897C0-9228-4EA1-A60D-489C309FD87E}" dt="2026-09-10T15:49:57.997" v="17" actId="34807"/>
          <ac:spMkLst>
            <pc:docMk/>
            <pc:sldMk cId="317257020" sldId="3161"/>
            <ac:spMk id="76220" creationId="{623BDF25-3BC3-F675-EB41-A85DF43E5A1D}"/>
          </ac:spMkLst>
        </pc:spChg>
        <pc:spChg chg="mod">
          <ac:chgData name="" userId="" providerId="" clId="Web-{42A897C0-9228-4EA1-A60D-489C309FD87E}" dt="2026-09-10T15:49:57.997" v="17" actId="34807"/>
          <ac:spMkLst>
            <pc:docMk/>
            <pc:sldMk cId="317257020" sldId="3161"/>
            <ac:spMk id="76313" creationId="{BD1941D7-35F5-5C29-9383-E9CA24F05144}"/>
          </ac:spMkLst>
        </pc:spChg>
        <pc:spChg chg="add mod">
          <ac:chgData name="" userId="" providerId="" clId="Web-{42A897C0-9228-4EA1-A60D-489C309FD87E}" dt="2026-09-10T15:49:13.995" v="15" actId="34807"/>
          <ac:spMkLst>
            <pc:docMk/>
            <pc:sldMk cId="317257020" sldId="3161"/>
            <ac:spMk id="76380" creationId="{40234489-AC10-4FB4-143D-AAC6C7664F7B}"/>
          </ac:spMkLst>
        </pc:spChg>
        <pc:spChg chg="add del mod">
          <ac:chgData name="" userId="" providerId="" clId="Web-{42A897C0-9228-4EA1-A60D-489C309FD87E}" dt="2026-09-10T15:57:18.435" v="26" actId="34807"/>
          <ac:spMkLst>
            <pc:docMk/>
            <pc:sldMk cId="317257020" sldId="3161"/>
            <ac:spMk id="76415" creationId="{C11100E9-2EB6-9D5B-9EB7-CE33CA2BB61A}"/>
          </ac:spMkLst>
        </pc:spChg>
        <pc:spChg chg="del">
          <ac:chgData name="" userId="" providerId="" clId="Web-{42A897C0-9228-4EA1-A60D-489C309FD87E}" dt="2026-09-10T15:57:18.435" v="26" actId="34807"/>
          <ac:spMkLst>
            <pc:docMk/>
            <pc:sldMk cId="317257020" sldId="3161"/>
            <ac:spMk id="76488" creationId="{5D11D858-C2FE-D097-D22E-1DDEFFC585E6}"/>
          </ac:spMkLst>
        </pc:spChg>
        <pc:spChg chg="add mod">
          <ac:chgData name="" userId="" providerId="" clId="Web-{42A897C0-9228-4EA1-A60D-489C309FD87E}" dt="2026-09-10T15:49:57.997" v="17" actId="34807"/>
          <ac:spMkLst>
            <pc:docMk/>
            <pc:sldMk cId="317257020" sldId="3161"/>
            <ac:spMk id="76526" creationId="{F8B7E67F-83BC-D4DB-0592-01237BEEF2E0}"/>
          </ac:spMkLst>
        </pc:spChg>
        <pc:spChg chg="mod">
          <ac:chgData name="" userId="" providerId="" clId="Web-{42A897C0-9228-4EA1-A60D-489C309FD87E}" dt="2026-09-10T15:49:57.997" v="17" actId="34807"/>
          <ac:spMkLst>
            <pc:docMk/>
            <pc:sldMk cId="317257020" sldId="3161"/>
            <ac:spMk id="76646" creationId="{27445C18-8CA0-B543-1CD2-F5ACCE3DBA48}"/>
          </ac:spMkLst>
        </pc:spChg>
        <pc:spChg chg="mod">
          <ac:chgData name="" userId="" providerId="" clId="Web-{42A897C0-9228-4EA1-A60D-489C309FD87E}" dt="2026-09-10T15:49:57.997" v="17" actId="34807"/>
          <ac:spMkLst>
            <pc:docMk/>
            <pc:sldMk cId="317257020" sldId="3161"/>
            <ac:spMk id="76731" creationId="{879695CC-F7C2-CECE-0F6F-FD708E40117F}"/>
          </ac:spMkLst>
        </pc:spChg>
        <pc:spChg chg="mod">
          <ac:chgData name="" userId="" providerId="" clId="Web-{42A897C0-9228-4EA1-A60D-489C309FD87E}" dt="2026-09-10T15:49:57.997" v="17" actId="34807"/>
          <ac:spMkLst>
            <pc:docMk/>
            <pc:sldMk cId="317257020" sldId="3161"/>
            <ac:spMk id="76775" creationId="{F0B486F8-3C38-C566-752A-FEBF8336A82B}"/>
          </ac:spMkLst>
        </pc:spChg>
        <pc:spChg chg="add mod">
          <ac:chgData name="" userId="" providerId="" clId="Web-{42A897C0-9228-4EA1-A60D-489C309FD87E}" dt="2026-09-10T15:49:13.995" v="15" actId="34807"/>
          <ac:spMkLst>
            <pc:docMk/>
            <pc:sldMk cId="317257020" sldId="3161"/>
            <ac:spMk id="77010" creationId="{70B6634F-4462-3855-AC1F-156CAC39DD07}"/>
          </ac:spMkLst>
        </pc:spChg>
        <pc:spChg chg="add mod">
          <ac:chgData name="" userId="" providerId="" clId="Web-{42A897C0-9228-4EA1-A60D-489C309FD87E}" dt="2026-09-10T15:49:13.995" v="15" actId="34807"/>
          <ac:spMkLst>
            <pc:docMk/>
            <pc:sldMk cId="317257020" sldId="3161"/>
            <ac:spMk id="77325" creationId="{3E76FD95-BA38-06EE-D2F4-BDD4E9EB9778}"/>
          </ac:spMkLst>
        </pc:spChg>
        <pc:spChg chg="add mod">
          <ac:chgData name="" userId="" providerId="" clId="Web-{42A897C0-9228-4EA1-A60D-489C309FD87E}" dt="2026-09-10T15:49:13.995" v="15" actId="34807"/>
          <ac:spMkLst>
            <pc:docMk/>
            <pc:sldMk cId="317257020" sldId="3161"/>
            <ac:spMk id="77555" creationId="{5D042E02-D455-F8FC-613B-D1972D4D45E4}"/>
          </ac:spMkLst>
        </pc:spChg>
        <pc:spChg chg="add mod">
          <ac:chgData name="" userId="" providerId="" clId="Web-{42A897C0-9228-4EA1-A60D-489C309FD87E}" dt="2026-09-10T15:49:13.995" v="15" actId="34807"/>
          <ac:spMkLst>
            <pc:docMk/>
            <pc:sldMk cId="317257020" sldId="3161"/>
            <ac:spMk id="77615" creationId="{ED036215-6865-D29A-10CD-976C0C29876A}"/>
          </ac:spMkLst>
        </pc:spChg>
        <pc:spChg chg="add mod">
          <ac:chgData name="" userId="" providerId="" clId="Web-{42A897C0-9228-4EA1-A60D-489C309FD87E}" dt="2026-09-10T15:57:52.499" v="28" actId="34807"/>
          <ac:spMkLst>
            <pc:docMk/>
            <pc:sldMk cId="317257020" sldId="3161"/>
            <ac:spMk id="117666" creationId="{39FE3C0E-013C-4369-E300-3892F8B1A44A}"/>
          </ac:spMkLst>
        </pc:spChg>
        <pc:spChg chg="add mod">
          <ac:chgData name="" userId="" providerId="" clId="Web-{42A897C0-9228-4EA1-A60D-489C309FD87E}" dt="2026-09-10T15:57:52.499" v="28" actId="34807"/>
          <ac:spMkLst>
            <pc:docMk/>
            <pc:sldMk cId="317257020" sldId="3161"/>
            <ac:spMk id="117783" creationId="{82E1F26E-6BB1-9C18-47C0-3EBAC8CE0AE4}"/>
          </ac:spMkLst>
        </pc:spChg>
        <pc:spChg chg="mod">
          <ac:chgData name="" userId="" providerId="" clId="Web-{42A897C0-9228-4EA1-A60D-489C309FD87E}" dt="2026-09-10T15:57:52.499" v="28" actId="34807"/>
          <ac:spMkLst>
            <pc:docMk/>
            <pc:sldMk cId="317257020" sldId="3161"/>
            <ac:spMk id="117909" creationId="{8E650CB1-F636-86ED-1E97-DC49408DB7FC}"/>
          </ac:spMkLst>
        </pc:spChg>
        <pc:spChg chg="mod">
          <ac:chgData name="" userId="" providerId="" clId="Web-{42A897C0-9228-4EA1-A60D-489C309FD87E}" dt="2026-09-10T15:57:52.499" v="28" actId="34807"/>
          <ac:spMkLst>
            <pc:docMk/>
            <pc:sldMk cId="317257020" sldId="3161"/>
            <ac:spMk id="118044" creationId="{5180B4C7-D31E-70C5-C14C-0E3028067FDE}"/>
          </ac:spMkLst>
        </pc:spChg>
        <pc:spChg chg="add mod">
          <ac:chgData name="" userId="" providerId="" clId="Web-{42A897C0-9228-4EA1-A60D-489C309FD87E}" dt="2026-09-10T15:57:52.499" v="28" actId="34807"/>
          <ac:spMkLst>
            <pc:docMk/>
            <pc:sldMk cId="317257020" sldId="3161"/>
            <ac:spMk id="118188" creationId="{23080220-9946-B7B0-263C-C986AE1E95E1}"/>
          </ac:spMkLst>
        </pc:spChg>
        <pc:spChg chg="mod">
          <ac:chgData name="" userId="" providerId="" clId="Web-{42A897C0-9228-4EA1-A60D-489C309FD87E}" dt="2026-09-10T15:57:52.499" v="28" actId="34807"/>
          <ac:spMkLst>
            <pc:docMk/>
            <pc:sldMk cId="317257020" sldId="3161"/>
            <ac:spMk id="118289" creationId="{ADBD44C5-2126-5D71-5CA3-3DFD8F605F8D}"/>
          </ac:spMkLst>
        </pc:spChg>
        <pc:spChg chg="mod">
          <ac:chgData name="" userId="" providerId="" clId="Web-{42A897C0-9228-4EA1-A60D-489C309FD87E}" dt="2026-09-10T15:57:52.499" v="28" actId="34807"/>
          <ac:spMkLst>
            <pc:docMk/>
            <pc:sldMk cId="317257020" sldId="3161"/>
            <ac:spMk id="118341" creationId="{3585F4C7-D51E-18F8-4AC8-9AE4B5EFF4E7}"/>
          </ac:spMkLst>
        </pc:spChg>
        <pc:spChg chg="add mod">
          <ac:chgData name="" userId="" providerId="" clId="Web-{42A897C0-9228-4EA1-A60D-489C309FD87E}" dt="2026-09-10T15:57:18.435" v="26" actId="34807"/>
          <ac:spMkLst>
            <pc:docMk/>
            <pc:sldMk cId="317257020" sldId="3161"/>
            <ac:spMk id="118616" creationId="{535C8B6A-3C21-459E-9891-60D2EABB8B56}"/>
          </ac:spMkLst>
        </pc:spChg>
        <pc:spChg chg="add mod">
          <ac:chgData name="" userId="" providerId="" clId="Web-{42A897C0-9228-4EA1-A60D-489C309FD87E}" dt="2026-09-10T15:57:18.435" v="26" actId="34807"/>
          <ac:spMkLst>
            <pc:docMk/>
            <pc:sldMk cId="317257020" sldId="3161"/>
            <ac:spMk id="118793" creationId="{686929D2-5B7D-12EA-C919-D475567754F1}"/>
          </ac:spMkLst>
        </pc:spChg>
        <pc:spChg chg="add mod">
          <ac:chgData name="" userId="" providerId="" clId="Web-{42A897C0-9228-4EA1-A60D-489C309FD87E}" dt="2026-09-10T15:57:18.435" v="26" actId="34807"/>
          <ac:spMkLst>
            <pc:docMk/>
            <pc:sldMk cId="317257020" sldId="3161"/>
            <ac:spMk id="118979" creationId="{89756CF5-41A9-6D30-DCA9-F4F70B6C5DB2}"/>
          </ac:spMkLst>
        </pc:spChg>
        <pc:spChg chg="add mod">
          <ac:chgData name="" userId="" providerId="" clId="Web-{42A897C0-9228-4EA1-A60D-489C309FD87E}" dt="2026-09-10T15:57:18.435" v="26" actId="34807"/>
          <ac:spMkLst>
            <pc:docMk/>
            <pc:sldMk cId="317257020" sldId="3161"/>
            <ac:spMk id="119174" creationId="{12C44409-A777-BB07-2397-F5843A8793A8}"/>
          </ac:spMkLst>
        </pc:spChg>
        <pc:spChg chg="add mod">
          <ac:chgData name="" userId="" providerId="" clId="Web-{42A897C0-9228-4EA1-A60D-489C309FD87E}" dt="2026-09-10T15:57:18.435" v="26" actId="34807"/>
          <ac:spMkLst>
            <pc:docMk/>
            <pc:sldMk cId="317257020" sldId="3161"/>
            <ac:spMk id="119448" creationId="{FE14021F-F162-1B74-1BFC-C60DCE6AAA46}"/>
          </ac:spMkLst>
        </pc:spChg>
      </pc:sldChg>
      <pc:sldChg chg="addSp delSp modSp mod setBg modNotesTx">
        <pc:chgData name="" userId="" providerId="" clId="Web-{42A897C0-9228-4EA1-A60D-489C309FD87E}" dt="2026-09-10T15:57:52.499" v="28" actId="34807"/>
        <pc:sldMkLst>
          <pc:docMk/>
          <pc:sldMk cId="2839915543" sldId="3376"/>
        </pc:sldMkLst>
        <pc:spChg chg="del">
          <ac:chgData name="" userId="" providerId="" clId="Web-{42A897C0-9228-4EA1-A60D-489C309FD87E}" dt="2026-09-10T15:49:13.995" v="15" actId="34807"/>
          <ac:spMkLst>
            <pc:docMk/>
            <pc:sldMk cId="2839915543" sldId="3376"/>
            <ac:spMk id="37635" creationId="{93B60AF2-027F-6C2C-7309-0E98E2D9F41A}"/>
          </ac:spMkLst>
        </pc:spChg>
        <pc:spChg chg="del">
          <ac:chgData name="" userId="" providerId="" clId="Web-{42A897C0-9228-4EA1-A60D-489C309FD87E}" dt="2026-09-10T15:49:13.995" v="15" actId="34807"/>
          <ac:spMkLst>
            <pc:docMk/>
            <pc:sldMk cId="2839915543" sldId="3376"/>
            <ac:spMk id="37915" creationId="{B3021750-E3D2-DD1A-BC74-9F9F353F5C1B}"/>
          </ac:spMkLst>
        </pc:spChg>
        <pc:spChg chg="del">
          <ac:chgData name="" userId="" providerId="" clId="Web-{42A897C0-9228-4EA1-A60D-489C309FD87E}" dt="2026-09-10T15:49:13.995" v="15" actId="34807"/>
          <ac:spMkLst>
            <pc:docMk/>
            <pc:sldMk cId="2839915543" sldId="3376"/>
            <ac:spMk id="38482" creationId="{D84BDF1E-9E3B-46DD-804B-6B60BE9C3902}"/>
          </ac:spMkLst>
        </pc:spChg>
        <pc:spChg chg="mod">
          <ac:chgData name="" userId="" providerId="" clId="Web-{42A897C0-9228-4EA1-A60D-489C309FD87E}" dt="2026-09-10T15:49:57.997" v="17" actId="34807"/>
          <ac:spMkLst>
            <pc:docMk/>
            <pc:sldMk cId="2839915543" sldId="3376"/>
            <ac:spMk id="78218" creationId="{78C291FE-600A-AEA2-B4ED-3F50766342E2}"/>
          </ac:spMkLst>
        </pc:spChg>
        <pc:spChg chg="mod">
          <ac:chgData name="" userId="" providerId="" clId="Web-{42A897C0-9228-4EA1-A60D-489C309FD87E}" dt="2026-09-10T15:49:57.997" v="17" actId="34807"/>
          <ac:spMkLst>
            <pc:docMk/>
            <pc:sldMk cId="2839915543" sldId="3376"/>
            <ac:spMk id="78317" creationId="{93DB1923-683F-E268-15CF-995D00087F4E}"/>
          </ac:spMkLst>
        </pc:spChg>
        <pc:spChg chg="add del mod">
          <ac:chgData name="" userId="" providerId="" clId="Web-{42A897C0-9228-4EA1-A60D-489C309FD87E}" dt="2026-09-10T15:57:18.435" v="26" actId="34807"/>
          <ac:spMkLst>
            <pc:docMk/>
            <pc:sldMk cId="2839915543" sldId="3376"/>
            <ac:spMk id="78417" creationId="{977DDECC-367E-05F8-1AE0-236F0113E83F}"/>
          </ac:spMkLst>
        </pc:spChg>
        <pc:spChg chg="add mod">
          <ac:chgData name="" userId="" providerId="" clId="Web-{42A897C0-9228-4EA1-A60D-489C309FD87E}" dt="2026-09-10T15:49:13.995" v="15" actId="34807"/>
          <ac:spMkLst>
            <pc:docMk/>
            <pc:sldMk cId="2839915543" sldId="3376"/>
            <ac:spMk id="78518" creationId="{147A42F5-9F64-E7CE-AF1D-E720A925E398}"/>
          </ac:spMkLst>
        </pc:spChg>
        <pc:spChg chg="add del mod">
          <ac:chgData name="" userId="" providerId="" clId="Web-{42A897C0-9228-4EA1-A60D-489C309FD87E}" dt="2026-09-10T15:57:18.435" v="26" actId="34807"/>
          <ac:spMkLst>
            <pc:docMk/>
            <pc:sldMk cId="2839915543" sldId="3376"/>
            <ac:spMk id="78620" creationId="{FE28F1A0-3F52-803D-EBA8-64E421791842}"/>
          </ac:spMkLst>
        </pc:spChg>
        <pc:spChg chg="add del mod">
          <ac:chgData name="" userId="" providerId="" clId="Web-{42A897C0-9228-4EA1-A60D-489C309FD87E}" dt="2026-09-10T15:57:18.435" v="26" actId="34807"/>
          <ac:spMkLst>
            <pc:docMk/>
            <pc:sldMk cId="2839915543" sldId="3376"/>
            <ac:spMk id="79253" creationId="{2F89EFF6-83E4-2031-D9B1-5539914E7B5E}"/>
          </ac:spMkLst>
        </pc:spChg>
        <pc:spChg chg="add del mod">
          <ac:chgData name="" userId="" providerId="" clId="Web-{42A897C0-9228-4EA1-A60D-489C309FD87E}" dt="2026-09-10T15:57:18.435" v="26" actId="34807"/>
          <ac:spMkLst>
            <pc:docMk/>
            <pc:sldMk cId="2839915543" sldId="3376"/>
            <ac:spMk id="79583" creationId="{89A3E335-4F82-B150-9F2C-2B87A87DC3FE}"/>
          </ac:spMkLst>
        </pc:spChg>
        <pc:spChg chg="add del mod">
          <ac:chgData name="" userId="" providerId="" clId="Web-{42A897C0-9228-4EA1-A60D-489C309FD87E}" dt="2026-09-10T15:57:18.435" v="26" actId="34807"/>
          <ac:spMkLst>
            <pc:docMk/>
            <pc:sldMk cId="2839915543" sldId="3376"/>
            <ac:spMk id="80270" creationId="{59DC6ECF-0D4A-A2F8-A452-3E0F9ADF01EC}"/>
          </ac:spMkLst>
        </pc:spChg>
        <pc:spChg chg="add del mod">
          <ac:chgData name="" userId="" providerId="" clId="Web-{42A897C0-9228-4EA1-A60D-489C309FD87E}" dt="2026-09-10T15:57:18.435" v="26" actId="34807"/>
          <ac:spMkLst>
            <pc:docMk/>
            <pc:sldMk cId="2839915543" sldId="3376"/>
            <ac:spMk id="80627" creationId="{6F91693D-1638-B5A1-8881-B80DA75CDA20}"/>
          </ac:spMkLst>
        </pc:spChg>
        <pc:spChg chg="add mod">
          <ac:chgData name="" userId="" providerId="" clId="Web-{42A897C0-9228-4EA1-A60D-489C309FD87E}" dt="2026-09-10T15:57:18.435" v="26" actId="34807"/>
          <ac:spMkLst>
            <pc:docMk/>
            <pc:sldMk cId="2839915543" sldId="3376"/>
            <ac:spMk id="119854" creationId="{F82A47EA-33A8-AEF3-7164-8A566FED70CE}"/>
          </ac:spMkLst>
        </pc:spChg>
        <pc:spChg chg="mod">
          <ac:chgData name="" userId="" providerId="" clId="Web-{42A897C0-9228-4EA1-A60D-489C309FD87E}" dt="2026-09-10T15:57:52.499" v="28" actId="34807"/>
          <ac:spMkLst>
            <pc:docMk/>
            <pc:sldMk cId="2839915543" sldId="3376"/>
            <ac:spMk id="119958" creationId="{0BADE64C-7AD9-3C61-7504-A12D37043783}"/>
          </ac:spMkLst>
        </pc:spChg>
        <pc:spChg chg="mod">
          <ac:chgData name="" userId="" providerId="" clId="Web-{42A897C0-9228-4EA1-A60D-489C309FD87E}" dt="2026-09-10T15:57:52.499" v="28" actId="34807"/>
          <ac:spMkLst>
            <pc:docMk/>
            <pc:sldMk cId="2839915543" sldId="3376"/>
            <ac:spMk id="120063" creationId="{528A9D25-24D3-0762-3308-CB88EAD3BB08}"/>
          </ac:spMkLst>
        </pc:spChg>
        <pc:spChg chg="mod">
          <ac:chgData name="" userId="" providerId="" clId="Web-{42A897C0-9228-4EA1-A60D-489C309FD87E}" dt="2026-09-10T15:57:52.499" v="28" actId="34807"/>
          <ac:spMkLst>
            <pc:docMk/>
            <pc:sldMk cId="2839915543" sldId="3376"/>
            <ac:spMk id="120169" creationId="{403F4433-BF78-2AAB-5C72-5B74D5B9510B}"/>
          </ac:spMkLst>
        </pc:spChg>
        <pc:spChg chg="add mod">
          <ac:chgData name="" userId="" providerId="" clId="Web-{42A897C0-9228-4EA1-A60D-489C309FD87E}" dt="2026-09-10T15:57:18.435" v="26" actId="34807"/>
          <ac:spMkLst>
            <pc:docMk/>
            <pc:sldMk cId="2839915543" sldId="3376"/>
            <ac:spMk id="120826" creationId="{BA4E534E-B836-3A60-327F-61095895C73D}"/>
          </ac:spMkLst>
        </pc:spChg>
        <pc:spChg chg="add mod">
          <ac:chgData name="" userId="" providerId="" clId="Web-{42A897C0-9228-4EA1-A60D-489C309FD87E}" dt="2026-09-10T15:57:18.435" v="26" actId="34807"/>
          <ac:spMkLst>
            <pc:docMk/>
            <pc:sldMk cId="2839915543" sldId="3376"/>
            <ac:spMk id="121879" creationId="{C6EA42FD-3080-AAF4-5D6A-70ABFECCC617}"/>
          </ac:spMkLst>
        </pc:spChg>
        <pc:spChg chg="add mod">
          <ac:chgData name="" userId="" providerId="" clId="Web-{42A897C0-9228-4EA1-A60D-489C309FD87E}" dt="2026-09-10T15:57:18.435" v="26" actId="34807"/>
          <ac:spMkLst>
            <pc:docMk/>
            <pc:sldMk cId="2839915543" sldId="3376"/>
            <ac:spMk id="122001" creationId="{1CAE1A83-DB3E-F0F4-9C9B-C8DD4D510D17}"/>
          </ac:spMkLst>
        </pc:spChg>
      </pc:sldChg>
      <pc:sldChg chg="addSp delSp modSp mod setBg modNotesTx">
        <pc:chgData name="" userId="" providerId="" clId="Web-{42A897C0-9228-4EA1-A60D-489C309FD87E}" dt="2026-09-10T15:59:50.457" v="29" actId="34807"/>
        <pc:sldMkLst>
          <pc:docMk/>
          <pc:sldMk cId="2770887063" sldId="3592"/>
        </pc:sldMkLst>
        <pc:spChg chg="del">
          <ac:chgData name="" userId="" providerId="" clId="Web-{42A897C0-9228-4EA1-A60D-489C309FD87E}" dt="2026-09-10T15:49:25.574" v="16" actId="34807"/>
          <ac:spMkLst>
            <pc:docMk/>
            <pc:sldMk cId="2770887063" sldId="3592"/>
            <ac:spMk id="39080" creationId="{4D18C29E-40BF-0FB1-43F2-4FB5356D4E3D}"/>
          </ac:spMkLst>
        </pc:spChg>
        <pc:spChg chg="del">
          <ac:chgData name="" userId="" providerId="" clId="Web-{42A897C0-9228-4EA1-A60D-489C309FD87E}" dt="2026-09-10T15:49:25.574" v="16" actId="34807"/>
          <ac:spMkLst>
            <pc:docMk/>
            <pc:sldMk cId="2770887063" sldId="3592"/>
            <ac:spMk id="39259" creationId="{D1A99F47-C4A2-1325-FAB4-0D6D5CFA36CE}"/>
          </ac:spMkLst>
        </pc:spChg>
        <pc:spChg chg="del">
          <ac:chgData name="" userId="" providerId="" clId="Web-{42A897C0-9228-4EA1-A60D-489C309FD87E}" dt="2026-09-10T15:49:25.574" v="16" actId="34807"/>
          <ac:spMkLst>
            <pc:docMk/>
            <pc:sldMk cId="2770887063" sldId="3592"/>
            <ac:spMk id="40015" creationId="{6BD3DA1F-F7B2-4921-7FFE-AA47D5FA2A6C}"/>
          </ac:spMkLst>
        </pc:spChg>
        <pc:spChg chg="del">
          <ac:chgData name="" userId="" providerId="" clId="Web-{42A897C0-9228-4EA1-A60D-489C309FD87E}" dt="2026-09-10T15:49:25.574" v="16" actId="34807"/>
          <ac:spMkLst>
            <pc:docMk/>
            <pc:sldMk cId="2770887063" sldId="3592"/>
            <ac:spMk id="40315" creationId="{8982473F-547F-91C6-DE60-668355327E0D}"/>
          </ac:spMkLst>
        </pc:spChg>
        <pc:spChg chg="add mod">
          <ac:chgData name="" userId="" providerId="" clId="Web-{42A897C0-9228-4EA1-A60D-489C309FD87E}" dt="2026-09-10T15:49:25.574" v="16" actId="34807"/>
          <ac:spMkLst>
            <pc:docMk/>
            <pc:sldMk cId="2770887063" sldId="3592"/>
            <ac:spMk id="80765" creationId="{2B910268-DFB9-51AA-3D57-2F172B099C7D}"/>
          </ac:spMkLst>
        </pc:spChg>
        <pc:spChg chg="mod">
          <ac:chgData name="" userId="" providerId="" clId="Web-{42A897C0-9228-4EA1-A60D-489C309FD87E}" dt="2026-09-10T15:49:57.997" v="17" actId="34807"/>
          <ac:spMkLst>
            <pc:docMk/>
            <pc:sldMk cId="2770887063" sldId="3592"/>
            <ac:spMk id="80783" creationId="{F3CD4976-6268-F1FF-F1EE-45A983778675}"/>
          </ac:spMkLst>
        </pc:spChg>
        <pc:spChg chg="add mod">
          <ac:chgData name="" userId="" providerId="" clId="Web-{42A897C0-9228-4EA1-A60D-489C309FD87E}" dt="2026-09-10T15:49:25.574" v="16" actId="34807"/>
          <ac:spMkLst>
            <pc:docMk/>
            <pc:sldMk cId="2770887063" sldId="3592"/>
            <ac:spMk id="80802" creationId="{FCC201B8-AA1E-3CC0-DE8E-DF8DC1B7D9AF}"/>
          </ac:spMkLst>
        </pc:spChg>
        <pc:spChg chg="mod">
          <ac:chgData name="" userId="" providerId="" clId="Web-{42A897C0-9228-4EA1-A60D-489C309FD87E}" dt="2026-09-10T15:49:57.997" v="17" actId="34807"/>
          <ac:spMkLst>
            <pc:docMk/>
            <pc:sldMk cId="2770887063" sldId="3592"/>
            <ac:spMk id="80843" creationId="{CF3B5FEF-D330-7D3E-0793-15E0A2BA00BA}"/>
          </ac:spMkLst>
        </pc:spChg>
        <pc:spChg chg="mod">
          <ac:chgData name="" userId="" providerId="" clId="Web-{42A897C0-9228-4EA1-A60D-489C309FD87E}" dt="2026-09-10T15:49:57.997" v="17" actId="34807"/>
          <ac:spMkLst>
            <pc:docMk/>
            <pc:sldMk cId="2770887063" sldId="3592"/>
            <ac:spMk id="80912" creationId="{2F5C6372-B051-AD2F-BB54-B53BF4F5F49A}"/>
          </ac:spMkLst>
        </pc:spChg>
        <pc:spChg chg="add mod">
          <ac:chgData name="" userId="" providerId="" clId="Web-{42A897C0-9228-4EA1-A60D-489C309FD87E}" dt="2026-09-10T15:49:25.574" v="16" actId="34807"/>
          <ac:spMkLst>
            <pc:docMk/>
            <pc:sldMk cId="2770887063" sldId="3592"/>
            <ac:spMk id="80937" creationId="{FD343007-CE0B-1220-8C6A-2170136CCBE0}"/>
          </ac:spMkLst>
        </pc:spChg>
        <pc:spChg chg="mod">
          <ac:chgData name="" userId="" providerId="" clId="Web-{42A897C0-9228-4EA1-A60D-489C309FD87E}" dt="2026-09-10T15:49:57.997" v="17" actId="34807"/>
          <ac:spMkLst>
            <pc:docMk/>
            <pc:sldMk cId="2770887063" sldId="3592"/>
            <ac:spMk id="80990" creationId="{1D6B9C41-E182-EDF7-EB3F-8FDB3EDAE571}"/>
          </ac:spMkLst>
        </pc:spChg>
        <pc:spChg chg="del">
          <ac:chgData name="" userId="" providerId="" clId="Web-{42A897C0-9228-4EA1-A60D-489C309FD87E}" dt="2026-09-10T15:57:30.483" v="27" actId="34807"/>
          <ac:spMkLst>
            <pc:docMk/>
            <pc:sldMk cId="2770887063" sldId="3592"/>
            <ac:spMk id="81018" creationId="{EE658E13-F8BC-63FD-31A5-F4C38C521A5C}"/>
          </ac:spMkLst>
        </pc:spChg>
        <pc:spChg chg="del mod">
          <ac:chgData name="" userId="" providerId="" clId="Web-{42A897C0-9228-4EA1-A60D-489C309FD87E}" dt="2026-09-10T15:57:30.483" v="27" actId="34807"/>
          <ac:spMkLst>
            <pc:docMk/>
            <pc:sldMk cId="2770887063" sldId="3592"/>
            <ac:spMk id="81077" creationId="{7B6F561F-0729-C5AD-83FE-95725FD7DE2C}"/>
          </ac:spMkLst>
        </pc:spChg>
        <pc:spChg chg="mod">
          <ac:chgData name="" userId="" providerId="" clId="Web-{42A897C0-9228-4EA1-A60D-489C309FD87E}" dt="2026-09-10T15:49:57.997" v="17" actId="34807"/>
          <ac:spMkLst>
            <pc:docMk/>
            <pc:sldMk cId="2770887063" sldId="3592"/>
            <ac:spMk id="81173" creationId="{7892339F-598D-9BF2-ECE6-06996E679BB2}"/>
          </ac:spMkLst>
        </pc:spChg>
        <pc:spChg chg="add mod">
          <ac:chgData name="" userId="" providerId="" clId="Web-{42A897C0-9228-4EA1-A60D-489C309FD87E}" dt="2026-09-10T15:49:25.574" v="16" actId="34807"/>
          <ac:spMkLst>
            <pc:docMk/>
            <pc:sldMk cId="2770887063" sldId="3592"/>
            <ac:spMk id="81278" creationId="{E1426C46-4F22-CE49-0D99-5CBC97A93023}"/>
          </ac:spMkLst>
        </pc:spChg>
        <pc:spChg chg="add mod">
          <ac:chgData name="" userId="" providerId="" clId="Web-{42A897C0-9228-4EA1-A60D-489C309FD87E}" dt="2026-09-10T15:49:25.574" v="16" actId="34807"/>
          <ac:spMkLst>
            <pc:docMk/>
            <pc:sldMk cId="2770887063" sldId="3592"/>
            <ac:spMk id="81392" creationId="{2BFD4D09-DCC8-85AC-A5B9-7D4C2A6F4E08}"/>
          </ac:spMkLst>
        </pc:spChg>
        <pc:spChg chg="add mod">
          <ac:chgData name="" userId="" providerId="" clId="Web-{42A897C0-9228-4EA1-A60D-489C309FD87E}" dt="2026-09-10T15:49:25.574" v="16" actId="34807"/>
          <ac:spMkLst>
            <pc:docMk/>
            <pc:sldMk cId="2770887063" sldId="3592"/>
            <ac:spMk id="81432" creationId="{ECBB2C93-A59E-38BA-BEB2-45046D272B79}"/>
          </ac:spMkLst>
        </pc:spChg>
        <pc:spChg chg="del">
          <ac:chgData name="" userId="" providerId="" clId="Web-{42A897C0-9228-4EA1-A60D-489C309FD87E}" dt="2026-09-10T15:57:30.483" v="27" actId="34807"/>
          <ac:spMkLst>
            <pc:docMk/>
            <pc:sldMk cId="2770887063" sldId="3592"/>
            <ac:spMk id="81693" creationId="{29E95C89-65F8-DDE5-7D75-1F5B65243612}"/>
          </ac:spMkLst>
        </pc:spChg>
        <pc:spChg chg="mod">
          <ac:chgData name="" userId="" providerId="" clId="Web-{42A897C0-9228-4EA1-A60D-489C309FD87E}" dt="2026-09-10T15:57:52.499" v="28" actId="34807"/>
          <ac:spMkLst>
            <pc:docMk/>
            <pc:sldMk cId="2770887063" sldId="3592"/>
            <ac:spMk id="122699" creationId="{CFDACDE3-9686-0CAC-D2DD-82AAE7E89818}"/>
          </ac:spMkLst>
        </pc:spChg>
        <pc:spChg chg="mod">
          <ac:chgData name="" userId="" providerId="" clId="Web-{42A897C0-9228-4EA1-A60D-489C309FD87E}" dt="2026-09-10T15:57:52.499" v="28" actId="34807"/>
          <ac:spMkLst>
            <pc:docMk/>
            <pc:sldMk cId="2770887063" sldId="3592"/>
            <ac:spMk id="122816" creationId="{E733B130-B2F1-95D5-DD61-27C6C97166D7}"/>
          </ac:spMkLst>
        </pc:spChg>
        <pc:spChg chg="add mod">
          <ac:chgData name="" userId="" providerId="" clId="Web-{42A897C0-9228-4EA1-A60D-489C309FD87E}" dt="2026-09-10T15:57:30.483" v="27" actId="34807"/>
          <ac:spMkLst>
            <pc:docMk/>
            <pc:sldMk cId="2770887063" sldId="3592"/>
            <ac:spMk id="122899" creationId="{16421BF3-3C1E-D0EB-DDCD-A071157695E7}"/>
          </ac:spMkLst>
        </pc:spChg>
        <pc:spChg chg="mod">
          <ac:chgData name="" userId="" providerId="" clId="Web-{42A897C0-9228-4EA1-A60D-489C309FD87E}" dt="2026-09-10T15:57:52.499" v="28" actId="34807"/>
          <ac:spMkLst>
            <pc:docMk/>
            <pc:sldMk cId="2770887063" sldId="3592"/>
            <ac:spMk id="122942" creationId="{5FE55A5E-7DAB-DDFB-5272-4EBF60365299}"/>
          </ac:spMkLst>
        </pc:spChg>
        <pc:spChg chg="add mod">
          <ac:chgData name="" userId="" providerId="" clId="Web-{42A897C0-9228-4EA1-A60D-489C309FD87E}" dt="2026-09-10T15:57:52.499" v="28" actId="34807"/>
          <ac:spMkLst>
            <pc:docMk/>
            <pc:sldMk cId="2770887063" sldId="3592"/>
            <ac:spMk id="123077" creationId="{79E7EAAC-CB33-2EC2-9461-92211E264128}"/>
          </ac:spMkLst>
        </pc:spChg>
        <pc:spChg chg="mod">
          <ac:chgData name="" userId="" providerId="" clId="Web-{42A897C0-9228-4EA1-A60D-489C309FD87E}" dt="2026-09-10T15:57:52.499" v="28" actId="34807"/>
          <ac:spMkLst>
            <pc:docMk/>
            <pc:sldMk cId="2770887063" sldId="3592"/>
            <ac:spMk id="123221" creationId="{4BBDE166-DFBE-C4D4-6A6E-0310285AE550}"/>
          </ac:spMkLst>
        </pc:spChg>
        <pc:spChg chg="mod">
          <ac:chgData name="" userId="" providerId="" clId="Web-{42A897C0-9228-4EA1-A60D-489C309FD87E}" dt="2026-09-10T15:57:52.499" v="28" actId="34807"/>
          <ac:spMkLst>
            <pc:docMk/>
            <pc:sldMk cId="2770887063" sldId="3592"/>
            <ac:spMk id="123374" creationId="{54C53A63-F1AA-5359-531C-4EF855A55DC9}"/>
          </ac:spMkLst>
        </pc:spChg>
        <pc:spChg chg="add mod">
          <ac:chgData name="" userId="" providerId="" clId="Web-{42A897C0-9228-4EA1-A60D-489C309FD87E}" dt="2026-09-10T15:57:30.483" v="27" actId="34807"/>
          <ac:spMkLst>
            <pc:docMk/>
            <pc:sldMk cId="2770887063" sldId="3592"/>
            <ac:spMk id="123427" creationId="{1E4B1DAA-5EAA-0C88-2CC6-A641C5C49F81}"/>
          </ac:spMkLst>
        </pc:spChg>
        <pc:spChg chg="add mod">
          <ac:chgData name="" userId="" providerId="" clId="Web-{42A897C0-9228-4EA1-A60D-489C309FD87E}" dt="2026-09-10T15:57:30.483" v="27" actId="34807"/>
          <ac:spMkLst>
            <pc:docMk/>
            <pc:sldMk cId="2770887063" sldId="3592"/>
            <ac:spMk id="123481" creationId="{5C48725F-8308-5636-34C3-3533AE68B36F}"/>
          </ac:spMkLst>
        </pc:spChg>
        <pc:spChg chg="add mod">
          <ac:chgData name="" userId="" providerId="" clId="Web-{42A897C0-9228-4EA1-A60D-489C309FD87E}" dt="2026-09-10T15:57:30.483" v="27" actId="34807"/>
          <ac:spMkLst>
            <pc:docMk/>
            <pc:sldMk cId="2770887063" sldId="3592"/>
            <ac:spMk id="123592" creationId="{3EB0E669-ACC9-67BC-919D-3103ED717274}"/>
          </ac:spMkLst>
        </pc:spChg>
        <pc:spChg chg="add mod">
          <ac:chgData name="" userId="" providerId="" clId="Web-{42A897C0-9228-4EA1-A60D-489C309FD87E}" dt="2026-09-10T15:57:30.483" v="27" actId="34807"/>
          <ac:spMkLst>
            <pc:docMk/>
            <pc:sldMk cId="2770887063" sldId="3592"/>
            <ac:spMk id="123649" creationId="{34EE3537-A8EB-B101-228B-36C7CC64C995}"/>
          </ac:spMkLst>
        </pc:spChg>
        <pc:spChg chg="add mod">
          <ac:chgData name="" userId="" providerId="" clId="Web-{42A897C0-9228-4EA1-A60D-489C309FD87E}" dt="2026-09-10T15:57:30.483" v="27" actId="34807"/>
          <ac:spMkLst>
            <pc:docMk/>
            <pc:sldMk cId="2770887063" sldId="3592"/>
            <ac:spMk id="123707" creationId="{615F6B9D-3F58-4C98-7A6E-59C651E898D1}"/>
          </ac:spMkLst>
        </pc:spChg>
        <pc:spChg chg="mod">
          <ac:chgData name="" userId="" providerId="" clId="Web-{42A897C0-9228-4EA1-A60D-489C309FD87E}" dt="2026-09-10T15:59:50.457" v="29" actId="34807"/>
          <ac:spMkLst>
            <pc:docMk/>
            <pc:sldMk cId="2770887063" sldId="3592"/>
            <ac:spMk id="124012" creationId="{66056C97-5E50-9B5A-A8A1-CE576FF94F7B}"/>
          </ac:spMkLst>
        </pc:spChg>
      </pc:sldChg>
      <pc:sldChg chg="addSp delSp modSp mod setBg modNotesTx">
        <pc:chgData name="" userId="" providerId="" clId="Web-{42A897C0-9228-4EA1-A60D-489C309FD87E}" dt="2026-09-10T15:49:57.997" v="17" actId="34807"/>
        <pc:sldMkLst>
          <pc:docMk/>
          <pc:sldMk cId="606611111" sldId="3809"/>
        </pc:sldMkLst>
        <pc:spChg chg="del">
          <ac:chgData name="" userId="" providerId="" clId="Web-{42A897C0-9228-4EA1-A60D-489C309FD87E}" dt="2026-09-10T15:49:25.574" v="16" actId="34807"/>
          <ac:spMkLst>
            <pc:docMk/>
            <pc:sldMk cId="606611111" sldId="3809"/>
            <ac:spMk id="40535" creationId="{7A6399A9-BE66-F69D-BF7C-7994C007FC7B}"/>
          </ac:spMkLst>
        </pc:spChg>
        <pc:spChg chg="del">
          <ac:chgData name="" userId="" providerId="" clId="Web-{42A897C0-9228-4EA1-A60D-489C309FD87E}" dt="2026-09-10T15:49:25.574" v="16" actId="34807"/>
          <ac:spMkLst>
            <pc:docMk/>
            <pc:sldMk cId="606611111" sldId="3809"/>
            <ac:spMk id="41770" creationId="{576C928F-AB23-849B-3AE8-79D738C38EBC}"/>
          </ac:spMkLst>
        </pc:spChg>
        <pc:spChg chg="del">
          <ac:chgData name="" userId="" providerId="" clId="Web-{42A897C0-9228-4EA1-A60D-489C309FD87E}" dt="2026-09-10T15:49:25.574" v="16" actId="34807"/>
          <ac:spMkLst>
            <pc:docMk/>
            <pc:sldMk cId="606611111" sldId="3809"/>
            <ac:spMk id="41899" creationId="{96BF24BE-004E-9535-A2C6-8BEA83D6924C}"/>
          </ac:spMkLst>
        </pc:spChg>
        <pc:spChg chg="del">
          <ac:chgData name="" userId="" providerId="" clId="Web-{42A897C0-9228-4EA1-A60D-489C309FD87E}" dt="2026-09-10T15:49:25.574" v="16" actId="34807"/>
          <ac:spMkLst>
            <pc:docMk/>
            <pc:sldMk cId="606611111" sldId="3809"/>
            <ac:spMk id="42425" creationId="{768EF017-2CDA-C08D-6DD4-DB4A6CA0B2B9}"/>
          </ac:spMkLst>
        </pc:spChg>
        <pc:spChg chg="add mod">
          <ac:chgData name="" userId="" providerId="" clId="Web-{42A897C0-9228-4EA1-A60D-489C309FD87E}" dt="2026-09-10T15:49:25.574" v="16" actId="34807"/>
          <ac:spMkLst>
            <pc:docMk/>
            <pc:sldMk cId="606611111" sldId="3809"/>
            <ac:spMk id="82232" creationId="{355BCDE8-D109-B1FD-D74C-0BC101B4FB8B}"/>
          </ac:spMkLst>
        </pc:spChg>
        <pc:spChg chg="add mod">
          <ac:chgData name="" userId="" providerId="" clId="Web-{42A897C0-9228-4EA1-A60D-489C309FD87E}" dt="2026-09-10T15:49:25.574" v="16" actId="34807"/>
          <ac:spMkLst>
            <pc:docMk/>
            <pc:sldMk cId="606611111" sldId="3809"/>
            <ac:spMk id="82385" creationId="{CFECEB37-1B51-C0C0-D3BA-E88B62ABB8F2}"/>
          </ac:spMkLst>
        </pc:spChg>
        <pc:spChg chg="mod">
          <ac:chgData name="" userId="" providerId="" clId="Web-{42A897C0-9228-4EA1-A60D-489C309FD87E}" dt="2026-09-10T15:49:57.997" v="17" actId="34807"/>
          <ac:spMkLst>
            <pc:docMk/>
            <pc:sldMk cId="606611111" sldId="3809"/>
            <ac:spMk id="82463" creationId="{3B1C21FB-719D-53B6-57D6-8B9D056BD30D}"/>
          </ac:spMkLst>
        </pc:spChg>
        <pc:spChg chg="add mod">
          <ac:chgData name="" userId="" providerId="" clId="Web-{42A897C0-9228-4EA1-A60D-489C309FD87E}" dt="2026-09-10T15:49:25.574" v="16" actId="34807"/>
          <ac:spMkLst>
            <pc:docMk/>
            <pc:sldMk cId="606611111" sldId="3809"/>
            <ac:spMk id="82542" creationId="{1E23AD4A-2B1C-B1AC-6DF1-A755E1721B50}"/>
          </ac:spMkLst>
        </pc:spChg>
        <pc:spChg chg="add mod">
          <ac:chgData name="" userId="" providerId="" clId="Web-{42A897C0-9228-4EA1-A60D-489C309FD87E}" dt="2026-09-10T15:49:25.574" v="16" actId="34807"/>
          <ac:spMkLst>
            <pc:docMk/>
            <pc:sldMk cId="606611111" sldId="3809"/>
            <ac:spMk id="82785" creationId="{FD3C3330-3A40-3B7A-5A66-08BD1F4CF41A}"/>
          </ac:spMkLst>
        </pc:spChg>
        <pc:spChg chg="add mod">
          <ac:chgData name="" userId="" providerId="" clId="Web-{42A897C0-9228-4EA1-A60D-489C309FD87E}" dt="2026-09-10T15:49:25.574" v="16" actId="34807"/>
          <ac:spMkLst>
            <pc:docMk/>
            <pc:sldMk cId="606611111" sldId="3809"/>
            <ac:spMk id="83037" creationId="{9BF0427B-076D-BD6B-7F1F-C1FC6A4166E2}"/>
          </ac:spMkLst>
        </pc:spChg>
        <pc:spChg chg="add mod">
          <ac:chgData name="" userId="" providerId="" clId="Web-{42A897C0-9228-4EA1-A60D-489C309FD87E}" dt="2026-09-10T15:49:25.574" v="16" actId="34807"/>
          <ac:spMkLst>
            <pc:docMk/>
            <pc:sldMk cId="606611111" sldId="3809"/>
            <ac:spMk id="83660" creationId="{77BC809C-8801-88FF-ABCB-D1695AAF20F1}"/>
          </ac:spMkLst>
        </pc:spChg>
        <pc:picChg chg="add">
          <ac:chgData name="" userId="" providerId="" clId="Web-{42A897C0-9228-4EA1-A60D-489C309FD87E}" dt="2026-09-10T15:42:28.746" v="2" actId="34807"/>
          <ac:picMkLst>
            <pc:docMk/>
            <pc:sldMk cId="606611111" sldId="3809"/>
            <ac:picMk id="43826" creationId="{4061218A-66D0-EAD7-6955-0675A8D54117}"/>
          </ac:picMkLst>
        </pc:picChg>
      </pc:sldChg>
      <pc:sldChg chg="addSp delSp modSp mod setBg modNotesTx">
        <pc:chgData name="" userId="" providerId="" clId="Web-{42A897C0-9228-4EA1-A60D-489C309FD87E}" dt="2026-09-10T15:59:50.457" v="29" actId="34807"/>
        <pc:sldMkLst>
          <pc:docMk/>
          <pc:sldMk cId="2161277717" sldId="4027"/>
        </pc:sldMkLst>
        <pc:spChg chg="del">
          <ac:chgData name="" userId="" providerId="" clId="Web-{42A897C0-9228-4EA1-A60D-489C309FD87E}" dt="2026-09-10T15:49:25.574" v="16" actId="34807"/>
          <ac:spMkLst>
            <pc:docMk/>
            <pc:sldMk cId="2161277717" sldId="4027"/>
            <ac:spMk id="42975" creationId="{0AC5D764-3249-57A1-F18C-39A608C5B339}"/>
          </ac:spMkLst>
        </pc:spChg>
        <pc:spChg chg="del">
          <ac:chgData name="" userId="" providerId="" clId="Web-{42A897C0-9228-4EA1-A60D-489C309FD87E}" dt="2026-09-10T15:49:25.574" v="16" actId="34807"/>
          <ac:spMkLst>
            <pc:docMk/>
            <pc:sldMk cId="2161277717" sldId="4027"/>
            <ac:spMk id="43121" creationId="{C24C76D3-E471-0E37-3457-8C9CAE9687DD}"/>
          </ac:spMkLst>
        </pc:spChg>
        <pc:spChg chg="del">
          <ac:chgData name="" userId="" providerId="" clId="Web-{42A897C0-9228-4EA1-A60D-489C309FD87E}" dt="2026-09-10T15:49:25.574" v="16" actId="34807"/>
          <ac:spMkLst>
            <pc:docMk/>
            <pc:sldMk cId="2161277717" sldId="4027"/>
            <ac:spMk id="43268" creationId="{9E85E49B-2E7B-74C7-92CE-258BCB862102}"/>
          </ac:spMkLst>
        </pc:spChg>
        <pc:spChg chg="del">
          <ac:chgData name="" userId="" providerId="" clId="Web-{42A897C0-9228-4EA1-A60D-489C309FD87E}" dt="2026-09-10T15:49:25.574" v="16" actId="34807"/>
          <ac:spMkLst>
            <pc:docMk/>
            <pc:sldMk cId="2161277717" sldId="4027"/>
            <ac:spMk id="43416" creationId="{8B0AFDA5-A36E-9EC9-709B-9D109ED22599}"/>
          </ac:spMkLst>
        </pc:spChg>
        <pc:spChg chg="del">
          <ac:chgData name="" userId="" providerId="" clId="Web-{42A897C0-9228-4EA1-A60D-489C309FD87E}" dt="2026-09-10T15:49:25.574" v="16" actId="34807"/>
          <ac:spMkLst>
            <pc:docMk/>
            <pc:sldMk cId="2161277717" sldId="4027"/>
            <ac:spMk id="43566" creationId="{32A5F811-7AD5-E4FC-E65B-87D3C590A5D4}"/>
          </ac:spMkLst>
        </pc:spChg>
        <pc:spChg chg="add del mod">
          <ac:chgData name="" userId="" providerId="" clId="Web-{42A897C0-9228-4EA1-A60D-489C309FD87E}" dt="2026-09-10T15:57:30.483" v="27" actId="34807"/>
          <ac:spMkLst>
            <pc:docMk/>
            <pc:sldMk cId="2161277717" sldId="4027"/>
            <ac:spMk id="83861" creationId="{E4BA4AE9-A971-4098-9085-C3455712A233}"/>
          </ac:spMkLst>
        </pc:spChg>
        <pc:spChg chg="add del mod">
          <ac:chgData name="" userId="" providerId="" clId="Web-{42A897C0-9228-4EA1-A60D-489C309FD87E}" dt="2026-09-10T15:57:30.483" v="27" actId="34807"/>
          <ac:spMkLst>
            <pc:docMk/>
            <pc:sldMk cId="2161277717" sldId="4027"/>
            <ac:spMk id="83964" creationId="{0AC6C001-B513-4492-CFA5-07F21DB06897}"/>
          </ac:spMkLst>
        </pc:spChg>
        <pc:spChg chg="add del mod">
          <ac:chgData name="" userId="" providerId="" clId="Web-{42A897C0-9228-4EA1-A60D-489C309FD87E}" dt="2026-09-10T15:57:30.483" v="27" actId="34807"/>
          <ac:spMkLst>
            <pc:docMk/>
            <pc:sldMk cId="2161277717" sldId="4027"/>
            <ac:spMk id="84068" creationId="{97200CBB-7D62-A3F6-1A53-8EA9B5BC6659}"/>
          </ac:spMkLst>
        </pc:spChg>
        <pc:spChg chg="add del mod">
          <ac:chgData name="" userId="" providerId="" clId="Web-{42A897C0-9228-4EA1-A60D-489C309FD87E}" dt="2026-09-10T15:57:30.483" v="27" actId="34807"/>
          <ac:spMkLst>
            <pc:docMk/>
            <pc:sldMk cId="2161277717" sldId="4027"/>
            <ac:spMk id="84173" creationId="{239177EF-0B87-23C9-8DB0-2C9D614B254C}"/>
          </ac:spMkLst>
        </pc:spChg>
        <pc:spChg chg="add del mod">
          <ac:chgData name="" userId="" providerId="" clId="Web-{42A897C0-9228-4EA1-A60D-489C309FD87E}" dt="2026-09-10T15:57:30.483" v="27" actId="34807"/>
          <ac:spMkLst>
            <pc:docMk/>
            <pc:sldMk cId="2161277717" sldId="4027"/>
            <ac:spMk id="84279" creationId="{F957210F-0C30-60A7-F727-30DC63CE7293}"/>
          </ac:spMkLst>
        </pc:spChg>
        <pc:spChg chg="add mod">
          <ac:chgData name="" userId="" providerId="" clId="Web-{42A897C0-9228-4EA1-A60D-489C309FD87E}" dt="2026-09-10T15:57:30.483" v="27" actId="34807"/>
          <ac:spMkLst>
            <pc:docMk/>
            <pc:sldMk cId="2161277717" sldId="4027"/>
            <ac:spMk id="124560" creationId="{69DBCF7A-E7F5-F384-84E3-DDE612034431}"/>
          </ac:spMkLst>
        </pc:spChg>
        <pc:spChg chg="add mod">
          <ac:chgData name="" userId="" providerId="" clId="Web-{42A897C0-9228-4EA1-A60D-489C309FD87E}" dt="2026-09-10T15:59:50.457" v="29" actId="34807"/>
          <ac:spMkLst>
            <pc:docMk/>
            <pc:sldMk cId="2161277717" sldId="4027"/>
            <ac:spMk id="124640" creationId="{24D305C7-465D-9948-CEB3-15F9AE937E9B}"/>
          </ac:spMkLst>
        </pc:spChg>
        <pc:spChg chg="add mod">
          <ac:chgData name="" userId="" providerId="" clId="Web-{42A897C0-9228-4EA1-A60D-489C309FD87E}" dt="2026-09-10T15:57:30.483" v="27" actId="34807"/>
          <ac:spMkLst>
            <pc:docMk/>
            <pc:sldMk cId="2161277717" sldId="4027"/>
            <ac:spMk id="124722" creationId="{8F29D984-9A26-6CA1-FA88-DA818C5C2E6C}"/>
          </ac:spMkLst>
        </pc:spChg>
        <pc:spChg chg="add mod">
          <ac:chgData name="" userId="" providerId="" clId="Web-{42A897C0-9228-4EA1-A60D-489C309FD87E}" dt="2026-09-10T15:57:30.483" v="27" actId="34807"/>
          <ac:spMkLst>
            <pc:docMk/>
            <pc:sldMk cId="2161277717" sldId="4027"/>
            <ac:spMk id="124805" creationId="{7C4613ED-3EE5-6A9E-3865-66ED06A3AE9B}"/>
          </ac:spMkLst>
        </pc:spChg>
        <pc:spChg chg="add mod">
          <ac:chgData name="" userId="" providerId="" clId="Web-{42A897C0-9228-4EA1-A60D-489C309FD87E}" dt="2026-09-10T15:57:30.483" v="27" actId="34807"/>
          <ac:spMkLst>
            <pc:docMk/>
            <pc:sldMk cId="2161277717" sldId="4027"/>
            <ac:spMk id="124889" creationId="{B851F6A6-60A7-2856-39D7-6031181FA2BF}"/>
          </ac:spMkLst>
        </pc:spChg>
        <pc:graphicFrameChg chg="add mod">
          <ac:chgData name="" userId="" providerId="" clId="Web-{42A897C0-9228-4EA1-A60D-489C309FD87E}" dt="2026-09-10T15:59:50.457" v="29" actId="34807"/>
          <ac:graphicFrameMkLst>
            <pc:docMk/>
            <pc:sldMk cId="2161277717" sldId="4027"/>
            <ac:graphicFrameMk id="3" creationId="{577E70E3-9DA9-41EC-ABE4-2D5FDCCDA7B9}"/>
          </ac:graphicFrameMkLst>
        </pc:graphicFrameChg>
        <pc:graphicFrameChg chg="del">
          <ac:chgData name="" userId="" providerId="" clId="Web-{42A897C0-9228-4EA1-A60D-489C309FD87E}" dt="2026-09-10T15:59:50.457" v="29" actId="34807"/>
          <ac:graphicFrameMkLst>
            <pc:docMk/>
            <pc:sldMk cId="2161277717" sldId="4027"/>
            <ac:graphicFrameMk id="9" creationId="{040BAC6B-BA4F-432C-8E2E-0103A4D8B3C6}"/>
          </ac:graphicFrameMkLst>
        </pc:graphicFrameChg>
      </pc:sldChg>
    </pc:docChg>
  </pc:docChgLst>
  <pc:docChgLst>
    <pc:chgData clId="Web-{57B643FA-356B-4D59-BB8A-E2EC6EF9CC9E}"/>
    <pc:docChg chg="addSld modSld">
      <pc:chgData name="" userId="" providerId="" clId="Web-{57B643FA-356B-4D59-BB8A-E2EC6EF9CC9E}" dt="2026-09-10T14:44:59.156" v="4" actId="34807"/>
      <pc:docMkLst>
        <pc:docMk/>
      </pc:docMkLst>
      <pc:sldChg chg="addSp modSp mod setBg modNotesTx">
        <pc:chgData name="" userId="" providerId="" clId="Web-{57B643FA-356B-4D59-BB8A-E2EC6EF9CC9E}" dt="2026-09-10T14:44:45.218" v="2" actId="34807"/>
        <pc:sldMkLst>
          <pc:docMk/>
          <pc:sldMk cId="0" sldId="256"/>
        </pc:sldMkLst>
        <pc:spChg chg="add mod">
          <ac:chgData name="" userId="" providerId="" clId="Web-{57B643FA-356B-4D59-BB8A-E2EC6EF9CC9E}" dt="2026-09-10T14:44:45.218" v="2" actId="34807"/>
          <ac:spMkLst>
            <pc:docMk/>
            <pc:sldMk cId="0" sldId="256"/>
            <ac:spMk id="7" creationId="{4A2A865A-DF42-B963-79BC-4C92C61EFC00}"/>
          </ac:spMkLst>
        </pc:spChg>
        <pc:spChg chg="add mod">
          <ac:chgData name="" userId="" providerId="" clId="Web-{57B643FA-356B-4D59-BB8A-E2EC6EF9CC9E}" dt="2026-09-10T14:44:45.218" v="2" actId="34807"/>
          <ac:spMkLst>
            <pc:docMk/>
            <pc:sldMk cId="0" sldId="256"/>
            <ac:spMk id="10" creationId="{0ACB6E02-7C5F-1E21-D715-176A1F96C5FB}"/>
          </ac:spMkLst>
        </pc:spChg>
        <pc:spChg chg="add mod">
          <ac:chgData name="" userId="" providerId="" clId="Web-{57B643FA-356B-4D59-BB8A-E2EC6EF9CC9E}" dt="2026-09-10T14:44:45.218" v="2" actId="34807"/>
          <ac:spMkLst>
            <pc:docMk/>
            <pc:sldMk cId="0" sldId="256"/>
            <ac:spMk id="14" creationId="{C379BA4A-1ED6-5C70-DF8D-EFCA85701A42}"/>
          </ac:spMkLst>
        </pc:spChg>
        <pc:spChg chg="add mod">
          <ac:chgData name="" userId="" providerId="" clId="Web-{57B643FA-356B-4D59-BB8A-E2EC6EF9CC9E}" dt="2026-09-10T14:44:45.218" v="2" actId="34807"/>
          <ac:spMkLst>
            <pc:docMk/>
            <pc:sldMk cId="0" sldId="256"/>
            <ac:spMk id="27" creationId="{969D44EA-AAA1-D0C0-F619-027AF8C763E3}"/>
          </ac:spMkLst>
        </pc:spChg>
        <pc:spChg chg="add mod">
          <ac:chgData name="" userId="" providerId="" clId="Web-{57B643FA-356B-4D59-BB8A-E2EC6EF9CC9E}" dt="2026-09-10T14:44:45.218" v="2" actId="34807"/>
          <ac:spMkLst>
            <pc:docMk/>
            <pc:sldMk cId="0" sldId="256"/>
            <ac:spMk id="36" creationId="{7A346167-1E9F-94A6-ED86-4DC81B42672A}"/>
          </ac:spMkLst>
        </pc:spChg>
        <pc:spChg chg="add mod">
          <ac:chgData name="" userId="" providerId="" clId="Web-{57B643FA-356B-4D59-BB8A-E2EC6EF9CC9E}" dt="2026-09-10T14:44:45.218" v="2" actId="34807"/>
          <ac:spMkLst>
            <pc:docMk/>
            <pc:sldMk cId="0" sldId="256"/>
            <ac:spMk id="46" creationId="{AB07D3A9-3B81-19CA-5BF5-7A023756792D}"/>
          </ac:spMkLst>
        </pc:spChg>
        <pc:spChg chg="add mod">
          <ac:chgData name="" userId="" providerId="" clId="Web-{57B643FA-356B-4D59-BB8A-E2EC6EF9CC9E}" dt="2026-09-10T14:44:45.218" v="2" actId="34807"/>
          <ac:spMkLst>
            <pc:docMk/>
            <pc:sldMk cId="0" sldId="256"/>
            <ac:spMk id="71" creationId="{3908CB8B-0EA4-57B2-C6E6-4A4677D93774}"/>
          </ac:spMkLst>
        </pc:spChg>
        <pc:spChg chg="add mod">
          <ac:chgData name="" userId="" providerId="" clId="Web-{57B643FA-356B-4D59-BB8A-E2EC6EF9CC9E}" dt="2026-09-10T14:44:45.218" v="2" actId="34807"/>
          <ac:spMkLst>
            <pc:docMk/>
            <pc:sldMk cId="0" sldId="256"/>
            <ac:spMk id="86" creationId="{BF8C472A-8650-073E-2311-5DA6EEB62A76}"/>
          </ac:spMkLst>
        </pc:spChg>
        <pc:spChg chg="add mod">
          <ac:chgData name="" userId="" providerId="" clId="Web-{57B643FA-356B-4D59-BB8A-E2EC6EF9CC9E}" dt="2026-09-10T14:44:45.218" v="2" actId="34807"/>
          <ac:spMkLst>
            <pc:docMk/>
            <pc:sldMk cId="0" sldId="256"/>
            <ac:spMk id="102" creationId="{78457094-F935-39F7-6C8A-D6867DF8C150}"/>
          </ac:spMkLst>
        </pc:spChg>
        <pc:spChg chg="add mod">
          <ac:chgData name="" userId="" providerId="" clId="Web-{57B643FA-356B-4D59-BB8A-E2EC6EF9CC9E}" dt="2026-09-10T14:44:45.218" v="2" actId="34807"/>
          <ac:spMkLst>
            <pc:docMk/>
            <pc:sldMk cId="0" sldId="256"/>
            <ac:spMk id="120" creationId="{5432E277-075A-0FAA-853A-8D87D26C03FD}"/>
          </ac:spMkLst>
        </pc:spChg>
      </pc:sldChg>
      <pc:sldChg chg="addSp modSp add mod setBg modNotesTx">
        <pc:chgData name="" userId="" providerId="" clId="Web-{57B643FA-356B-4D59-BB8A-E2EC6EF9CC9E}" dt="2026-09-10T14:44:45.218" v="2" actId="34807"/>
        <pc:sldMkLst>
          <pc:docMk/>
          <pc:sldMk cId="3541133800" sldId="457"/>
        </pc:sldMkLst>
        <pc:spChg chg="add mod">
          <ac:chgData name="" userId="" providerId="" clId="Web-{57B643FA-356B-4D59-BB8A-E2EC6EF9CC9E}" dt="2026-09-10T14:44:45.218" v="2" actId="34807"/>
          <ac:spMkLst>
            <pc:docMk/>
            <pc:sldMk cId="3541133800" sldId="457"/>
            <ac:spMk id="160" creationId="{471F8268-878B-7328-90B2-CD2F59CF6723}"/>
          </ac:spMkLst>
        </pc:spChg>
        <pc:spChg chg="add mod">
          <ac:chgData name="" userId="" providerId="" clId="Web-{57B643FA-356B-4D59-BB8A-E2EC6EF9CC9E}" dt="2026-09-10T14:44:45.218" v="2" actId="34807"/>
          <ac:spMkLst>
            <pc:docMk/>
            <pc:sldMk cId="3541133800" sldId="457"/>
            <ac:spMk id="182" creationId="{2A42EA21-C78B-88BF-DAB0-ECC34E972E68}"/>
          </ac:spMkLst>
        </pc:spChg>
        <pc:spChg chg="add mod">
          <ac:chgData name="" userId="" providerId="" clId="Web-{57B643FA-356B-4D59-BB8A-E2EC6EF9CC9E}" dt="2026-09-10T14:44:45.218" v="2" actId="34807"/>
          <ac:spMkLst>
            <pc:docMk/>
            <pc:sldMk cId="3541133800" sldId="457"/>
            <ac:spMk id="205" creationId="{9C2641E5-A0D2-1680-5E77-F9855CCEBA40}"/>
          </ac:spMkLst>
        </pc:spChg>
        <pc:spChg chg="add mod">
          <ac:chgData name="" userId="" providerId="" clId="Web-{57B643FA-356B-4D59-BB8A-E2EC6EF9CC9E}" dt="2026-09-10T14:44:45.218" v="2" actId="34807"/>
          <ac:spMkLst>
            <pc:docMk/>
            <pc:sldMk cId="3541133800" sldId="457"/>
            <ac:spMk id="229" creationId="{916B01D7-382B-7FEB-A5D8-6E3EB82AF216}"/>
          </ac:spMkLst>
        </pc:spChg>
        <pc:spChg chg="add mod">
          <ac:chgData name="" userId="" providerId="" clId="Web-{57B643FA-356B-4D59-BB8A-E2EC6EF9CC9E}" dt="2026-09-10T14:44:45.218" v="2" actId="34807"/>
          <ac:spMkLst>
            <pc:docMk/>
            <pc:sldMk cId="3541133800" sldId="457"/>
            <ac:spMk id="254" creationId="{DBFD4813-4EB2-8783-BC4D-0976E667C144}"/>
          </ac:spMkLst>
        </pc:spChg>
        <pc:spChg chg="add mod">
          <ac:chgData name="" userId="" providerId="" clId="Web-{57B643FA-356B-4D59-BB8A-E2EC6EF9CC9E}" dt="2026-09-10T14:44:45.218" v="2" actId="34807"/>
          <ac:spMkLst>
            <pc:docMk/>
            <pc:sldMk cId="3541133800" sldId="457"/>
            <ac:spMk id="280" creationId="{8396302D-AE0A-F2C5-672B-31693F7221D1}"/>
          </ac:spMkLst>
        </pc:spChg>
        <pc:spChg chg="add mod">
          <ac:chgData name="" userId="" providerId="" clId="Web-{57B643FA-356B-4D59-BB8A-E2EC6EF9CC9E}" dt="2026-09-10T14:44:45.218" v="2" actId="34807"/>
          <ac:spMkLst>
            <pc:docMk/>
            <pc:sldMk cId="3541133800" sldId="457"/>
            <ac:spMk id="335" creationId="{6DF476E1-2911-376E-A68B-40EF7098B4D5}"/>
          </ac:spMkLst>
        </pc:spChg>
        <pc:spChg chg="add mod">
          <ac:chgData name="" userId="" providerId="" clId="Web-{57B643FA-356B-4D59-BB8A-E2EC6EF9CC9E}" dt="2026-09-10T14:44:45.218" v="2" actId="34807"/>
          <ac:spMkLst>
            <pc:docMk/>
            <pc:sldMk cId="3541133800" sldId="457"/>
            <ac:spMk id="394" creationId="{E004C917-F32A-E01E-287C-945AF8D5E2FA}"/>
          </ac:spMkLst>
        </pc:spChg>
        <pc:spChg chg="add mod">
          <ac:chgData name="" userId="" providerId="" clId="Web-{57B643FA-356B-4D59-BB8A-E2EC6EF9CC9E}" dt="2026-09-10T14:44:45.218" v="2" actId="34807"/>
          <ac:spMkLst>
            <pc:docMk/>
            <pc:sldMk cId="3541133800" sldId="457"/>
            <ac:spMk id="425" creationId="{77661942-63B2-C17B-2E31-AFF96887BF9F}"/>
          </ac:spMkLst>
        </pc:spChg>
        <pc:spChg chg="add mod">
          <ac:chgData name="" userId="" providerId="" clId="Web-{57B643FA-356B-4D59-BB8A-E2EC6EF9CC9E}" dt="2026-09-10T14:44:45.218" v="2" actId="34807"/>
          <ac:spMkLst>
            <pc:docMk/>
            <pc:sldMk cId="3541133800" sldId="457"/>
            <ac:spMk id="457" creationId="{7EB3D1B9-30FA-AECB-717C-E8FA7466AEC9}"/>
          </ac:spMkLst>
        </pc:spChg>
      </pc:sldChg>
      <pc:sldChg chg="addSp modSp add mod setBg modNotesTx">
        <pc:chgData name="" userId="" providerId="" clId="Web-{57B643FA-356B-4D59-BB8A-E2EC6EF9CC9E}" dt="2026-09-10T14:44:45.218" v="2" actId="34807"/>
        <pc:sldMkLst>
          <pc:docMk/>
          <pc:sldMk cId="1763520816" sldId="659"/>
        </pc:sldMkLst>
        <pc:spChg chg="add mod">
          <ac:chgData name="" userId="" providerId="" clId="Web-{57B643FA-356B-4D59-BB8A-E2EC6EF9CC9E}" dt="2026-09-10T14:44:45.218" v="2" actId="34807"/>
          <ac:spMkLst>
            <pc:docMk/>
            <pc:sldMk cId="1763520816" sldId="659"/>
            <ac:spMk id="491" creationId="{CA125660-F3EF-FEC6-2DA5-BA857A13E3E1}"/>
          </ac:spMkLst>
        </pc:spChg>
        <pc:spChg chg="add mod">
          <ac:chgData name="" userId="" providerId="" clId="Web-{57B643FA-356B-4D59-BB8A-E2EC6EF9CC9E}" dt="2026-09-10T14:44:45.218" v="2" actId="34807"/>
          <ac:spMkLst>
            <pc:docMk/>
            <pc:sldMk cId="1763520816" sldId="659"/>
            <ac:spMk id="526" creationId="{91FFF11F-B0FC-999D-63AD-B1B77FA9E885}"/>
          </ac:spMkLst>
        </pc:spChg>
        <pc:spChg chg="add mod">
          <ac:chgData name="" userId="" providerId="" clId="Web-{57B643FA-356B-4D59-BB8A-E2EC6EF9CC9E}" dt="2026-09-10T14:44:45.218" v="2" actId="34807"/>
          <ac:spMkLst>
            <pc:docMk/>
            <pc:sldMk cId="1763520816" sldId="659"/>
            <ac:spMk id="562" creationId="{00195AAA-0890-F247-5DEE-E3CC40F80A67}"/>
          </ac:spMkLst>
        </pc:spChg>
        <pc:spChg chg="add mod">
          <ac:chgData name="" userId="" providerId="" clId="Web-{57B643FA-356B-4D59-BB8A-E2EC6EF9CC9E}" dt="2026-09-10T14:44:45.218" v="2" actId="34807"/>
          <ac:spMkLst>
            <pc:docMk/>
            <pc:sldMk cId="1763520816" sldId="659"/>
            <ac:spMk id="599" creationId="{7471AF35-F145-20F6-5AFF-0F43CA0FE65A}"/>
          </ac:spMkLst>
        </pc:spChg>
        <pc:spChg chg="add mod">
          <ac:chgData name="" userId="" providerId="" clId="Web-{57B643FA-356B-4D59-BB8A-E2EC6EF9CC9E}" dt="2026-09-10T14:44:45.218" v="2" actId="34807"/>
          <ac:spMkLst>
            <pc:docMk/>
            <pc:sldMk cId="1763520816" sldId="659"/>
            <ac:spMk id="637" creationId="{2C137325-4A43-7DB6-F134-D90BB0CBE505}"/>
          </ac:spMkLst>
        </pc:spChg>
        <pc:spChg chg="add mod">
          <ac:chgData name="" userId="" providerId="" clId="Web-{57B643FA-356B-4D59-BB8A-E2EC6EF9CC9E}" dt="2026-09-10T14:44:45.218" v="2" actId="34807"/>
          <ac:spMkLst>
            <pc:docMk/>
            <pc:sldMk cId="1763520816" sldId="659"/>
            <ac:spMk id="676" creationId="{EE4E2BAB-8A14-1451-BFED-3C6E493BB914}"/>
          </ac:spMkLst>
        </pc:spChg>
        <pc:spChg chg="add mod">
          <ac:chgData name="" userId="" providerId="" clId="Web-{57B643FA-356B-4D59-BB8A-E2EC6EF9CC9E}" dt="2026-09-10T14:44:45.218" v="2" actId="34807"/>
          <ac:spMkLst>
            <pc:docMk/>
            <pc:sldMk cId="1763520816" sldId="659"/>
            <ac:spMk id="716" creationId="{150537C4-F81E-7C2E-750D-C7A14C97E1A8}"/>
          </ac:spMkLst>
        </pc:spChg>
        <pc:spChg chg="add mod">
          <ac:chgData name="" userId="" providerId="" clId="Web-{57B643FA-356B-4D59-BB8A-E2EC6EF9CC9E}" dt="2026-09-10T14:44:45.218" v="2" actId="34807"/>
          <ac:spMkLst>
            <pc:docMk/>
            <pc:sldMk cId="1763520816" sldId="659"/>
            <ac:spMk id="757" creationId="{6036512A-513C-FB27-233D-8CE1AB15F7C3}"/>
          </ac:spMkLst>
        </pc:spChg>
        <pc:spChg chg="add mod">
          <ac:chgData name="" userId="" providerId="" clId="Web-{57B643FA-356B-4D59-BB8A-E2EC6EF9CC9E}" dt="2026-09-10T14:44:45.218" v="2" actId="34807"/>
          <ac:spMkLst>
            <pc:docMk/>
            <pc:sldMk cId="1763520816" sldId="659"/>
            <ac:spMk id="799" creationId="{5BA345A0-FDB9-66A7-543F-64CAA1F492BA}"/>
          </ac:spMkLst>
        </pc:spChg>
        <pc:spChg chg="add mod">
          <ac:chgData name="" userId="" providerId="" clId="Web-{57B643FA-356B-4D59-BB8A-E2EC6EF9CC9E}" dt="2026-09-10T14:44:45.218" v="2" actId="34807"/>
          <ac:spMkLst>
            <pc:docMk/>
            <pc:sldMk cId="1763520816" sldId="659"/>
            <ac:spMk id="886" creationId="{115D3F94-0815-D9AF-7F2F-C0BC8D318745}"/>
          </ac:spMkLst>
        </pc:spChg>
      </pc:sldChg>
      <pc:sldChg chg="addSp modSp add mod setBg modNotesTx">
        <pc:chgData name="" userId="" providerId="" clId="Web-{57B643FA-356B-4D59-BB8A-E2EC6EF9CC9E}" dt="2026-09-10T14:44:45.218" v="2" actId="34807"/>
        <pc:sldMkLst>
          <pc:docMk/>
          <pc:sldMk cId="1623597511" sldId="862"/>
        </pc:sldMkLst>
        <pc:spChg chg="add mod">
          <ac:chgData name="" userId="" providerId="" clId="Web-{57B643FA-356B-4D59-BB8A-E2EC6EF9CC9E}" dt="2026-09-10T14:44:45.218" v="2" actId="34807"/>
          <ac:spMkLst>
            <pc:docMk/>
            <pc:sldMk cId="1623597511" sldId="862"/>
            <ac:spMk id="978" creationId="{73351873-54EF-5946-8E19-C0E55E807120}"/>
          </ac:spMkLst>
        </pc:spChg>
        <pc:spChg chg="add mod">
          <ac:chgData name="" userId="" providerId="" clId="Web-{57B643FA-356B-4D59-BB8A-E2EC6EF9CC9E}" dt="2026-09-10T14:44:45.218" v="2" actId="34807"/>
          <ac:spMkLst>
            <pc:docMk/>
            <pc:sldMk cId="1623597511" sldId="862"/>
            <ac:spMk id="1026" creationId="{1DD51418-2E5B-8D75-4ADE-429F9834BE4A}"/>
          </ac:spMkLst>
        </pc:spChg>
        <pc:spChg chg="add mod">
          <ac:chgData name="" userId="" providerId="" clId="Web-{57B643FA-356B-4D59-BB8A-E2EC6EF9CC9E}" dt="2026-09-10T14:44:45.218" v="2" actId="34807"/>
          <ac:spMkLst>
            <pc:docMk/>
            <pc:sldMk cId="1623597511" sldId="862"/>
            <ac:spMk id="1126" creationId="{34D3AC8F-6EB5-4759-8DF5-47C8F0802156}"/>
          </ac:spMkLst>
        </pc:spChg>
        <pc:spChg chg="add mod">
          <ac:chgData name="" userId="" providerId="" clId="Web-{57B643FA-356B-4D59-BB8A-E2EC6EF9CC9E}" dt="2026-09-10T14:44:45.218" v="2" actId="34807"/>
          <ac:spMkLst>
            <pc:docMk/>
            <pc:sldMk cId="1623597511" sldId="862"/>
            <ac:spMk id="1286" creationId="{28C433B6-B7AE-508F-E145-0EF871031C04}"/>
          </ac:spMkLst>
        </pc:spChg>
        <pc:spChg chg="add mod">
          <ac:chgData name="" userId="" providerId="" clId="Web-{57B643FA-356B-4D59-BB8A-E2EC6EF9CC9E}" dt="2026-09-10T14:44:45.218" v="2" actId="34807"/>
          <ac:spMkLst>
            <pc:docMk/>
            <pc:sldMk cId="1623597511" sldId="862"/>
            <ac:spMk id="1342" creationId="{E3A30572-EF89-EBC9-5CDD-37E5E389B324}"/>
          </ac:spMkLst>
        </pc:spChg>
        <pc:spChg chg="add mod">
          <ac:chgData name="" userId="" providerId="" clId="Web-{57B643FA-356B-4D59-BB8A-E2EC6EF9CC9E}" dt="2026-09-10T14:44:45.218" v="2" actId="34807"/>
          <ac:spMkLst>
            <pc:docMk/>
            <pc:sldMk cId="1623597511" sldId="862"/>
            <ac:spMk id="1399" creationId="{4819F1F4-8122-7F43-C356-24C287226E8F}"/>
          </ac:spMkLst>
        </pc:spChg>
        <pc:spChg chg="add mod">
          <ac:chgData name="" userId="" providerId="" clId="Web-{57B643FA-356B-4D59-BB8A-E2EC6EF9CC9E}" dt="2026-09-10T14:44:45.218" v="2" actId="34807"/>
          <ac:spMkLst>
            <pc:docMk/>
            <pc:sldMk cId="1623597511" sldId="862"/>
            <ac:spMk id="1516" creationId="{148AD184-0642-C68C-750A-91162827DAAA}"/>
          </ac:spMkLst>
        </pc:spChg>
        <pc:spChg chg="add mod">
          <ac:chgData name="" userId="" providerId="" clId="Web-{57B643FA-356B-4D59-BB8A-E2EC6EF9CC9E}" dt="2026-09-10T14:44:45.218" v="2" actId="34807"/>
          <ac:spMkLst>
            <pc:docMk/>
            <pc:sldMk cId="1623597511" sldId="862"/>
            <ac:spMk id="1576" creationId="{BA80E19C-96C6-330F-E860-C94F9E6E9329}"/>
          </ac:spMkLst>
        </pc:spChg>
        <pc:spChg chg="add mod">
          <ac:chgData name="" userId="" providerId="" clId="Web-{57B643FA-356B-4D59-BB8A-E2EC6EF9CC9E}" dt="2026-09-10T14:44:45.218" v="2" actId="34807"/>
          <ac:spMkLst>
            <pc:docMk/>
            <pc:sldMk cId="1623597511" sldId="862"/>
            <ac:spMk id="1637" creationId="{94E300F7-0F59-8DE6-0CF6-0ECDC21F8B8D}"/>
          </ac:spMkLst>
        </pc:spChg>
        <pc:spChg chg="add mod">
          <ac:chgData name="" userId="" providerId="" clId="Web-{57B643FA-356B-4D59-BB8A-E2EC6EF9CC9E}" dt="2026-09-10T14:44:45.218" v="2" actId="34807"/>
          <ac:spMkLst>
            <pc:docMk/>
            <pc:sldMk cId="1623597511" sldId="862"/>
            <ac:spMk id="1699" creationId="{523B328C-ABB8-C362-D7FA-C03B439D24BC}"/>
          </ac:spMkLst>
        </pc:spChg>
      </pc:sldChg>
      <pc:sldChg chg="addSp modSp add mod setBg modNotesTx">
        <pc:chgData name="" userId="" providerId="" clId="Web-{57B643FA-356B-4D59-BB8A-E2EC6EF9CC9E}" dt="2026-09-10T14:44:52.452" v="3" actId="34807"/>
        <pc:sldMkLst>
          <pc:docMk/>
          <pc:sldMk cId="4002290918" sldId="1066"/>
        </pc:sldMkLst>
        <pc:spChg chg="add mod">
          <ac:chgData name="" userId="" providerId="" clId="Web-{57B643FA-356B-4D59-BB8A-E2EC6EF9CC9E}" dt="2026-09-10T14:44:52.452" v="3" actId="34807"/>
          <ac:spMkLst>
            <pc:docMk/>
            <pc:sldMk cId="4002290918" sldId="1066"/>
            <ac:spMk id="1700" creationId="{20775ACD-B053-6C55-A910-46E7047B1C73}"/>
          </ac:spMkLst>
        </pc:spChg>
        <pc:spChg chg="add mod">
          <ac:chgData name="" userId="" providerId="" clId="Web-{57B643FA-356B-4D59-BB8A-E2EC6EF9CC9E}" dt="2026-09-10T14:44:52.452" v="3" actId="34807"/>
          <ac:spMkLst>
            <pc:docMk/>
            <pc:sldMk cId="4002290918" sldId="1066"/>
            <ac:spMk id="1702" creationId="{C15CF04A-D8BE-2F26-4DB7-F6E717A335FC}"/>
          </ac:spMkLst>
        </pc:spChg>
        <pc:spChg chg="add mod">
          <ac:chgData name="" userId="" providerId="" clId="Web-{57B643FA-356B-4D59-BB8A-E2EC6EF9CC9E}" dt="2026-09-10T14:44:52.452" v="3" actId="34807"/>
          <ac:spMkLst>
            <pc:docMk/>
            <pc:sldMk cId="4002290918" sldId="1066"/>
            <ac:spMk id="1705" creationId="{47683573-131F-E4F1-9F26-F73F4D3DF8CF}"/>
          </ac:spMkLst>
        </pc:spChg>
        <pc:spChg chg="add mod">
          <ac:chgData name="" userId="" providerId="" clId="Web-{57B643FA-356B-4D59-BB8A-E2EC6EF9CC9E}" dt="2026-09-10T14:44:52.452" v="3" actId="34807"/>
          <ac:spMkLst>
            <pc:docMk/>
            <pc:sldMk cId="4002290918" sldId="1066"/>
            <ac:spMk id="1710" creationId="{99CF7C81-933A-AB11-B0E4-20271FABFECD}"/>
          </ac:spMkLst>
        </pc:spChg>
        <pc:spChg chg="add mod">
          <ac:chgData name="" userId="" providerId="" clId="Web-{57B643FA-356B-4D59-BB8A-E2EC6EF9CC9E}" dt="2026-09-10T14:44:52.452" v="3" actId="34807"/>
          <ac:spMkLst>
            <pc:docMk/>
            <pc:sldMk cId="4002290918" sldId="1066"/>
            <ac:spMk id="1716" creationId="{25D0BFA6-9F97-91B3-0BE9-768453DE2A3A}"/>
          </ac:spMkLst>
        </pc:spChg>
        <pc:spChg chg="add mod">
          <ac:chgData name="" userId="" providerId="" clId="Web-{57B643FA-356B-4D59-BB8A-E2EC6EF9CC9E}" dt="2026-09-10T14:44:52.452" v="3" actId="34807"/>
          <ac:spMkLst>
            <pc:docMk/>
            <pc:sldMk cId="4002290918" sldId="1066"/>
            <ac:spMk id="1731" creationId="{074D559C-8134-F257-7361-4E07DC44ADBB}"/>
          </ac:spMkLst>
        </pc:spChg>
        <pc:spChg chg="add mod">
          <ac:chgData name="" userId="" providerId="" clId="Web-{57B643FA-356B-4D59-BB8A-E2EC6EF9CC9E}" dt="2026-09-10T14:44:52.452" v="3" actId="34807"/>
          <ac:spMkLst>
            <pc:docMk/>
            <pc:sldMk cId="4002290918" sldId="1066"/>
            <ac:spMk id="1740" creationId="{6534D35D-F7D3-7E27-34AA-C24F65A48CE1}"/>
          </ac:spMkLst>
        </pc:spChg>
        <pc:spChg chg="add mod">
          <ac:chgData name="" userId="" providerId="" clId="Web-{57B643FA-356B-4D59-BB8A-E2EC6EF9CC9E}" dt="2026-09-10T14:44:52.452" v="3" actId="34807"/>
          <ac:spMkLst>
            <pc:docMk/>
            <pc:sldMk cId="4002290918" sldId="1066"/>
            <ac:spMk id="1750" creationId="{DA11166D-8B2A-34FD-A3FA-DE7D21C16256}"/>
          </ac:spMkLst>
        </pc:spChg>
        <pc:spChg chg="add mod">
          <ac:chgData name="" userId="" providerId="" clId="Web-{57B643FA-356B-4D59-BB8A-E2EC6EF9CC9E}" dt="2026-09-10T14:44:52.452" v="3" actId="34807"/>
          <ac:spMkLst>
            <pc:docMk/>
            <pc:sldMk cId="4002290918" sldId="1066"/>
            <ac:spMk id="1761" creationId="{57BD3BC7-FB10-9597-8ECA-454B6CF5C16A}"/>
          </ac:spMkLst>
        </pc:spChg>
        <pc:spChg chg="add mod">
          <ac:chgData name="" userId="" providerId="" clId="Web-{57B643FA-356B-4D59-BB8A-E2EC6EF9CC9E}" dt="2026-09-10T14:44:52.452" v="3" actId="34807"/>
          <ac:spMkLst>
            <pc:docMk/>
            <pc:sldMk cId="4002290918" sldId="1066"/>
            <ac:spMk id="1773" creationId="{95707BB5-CED2-FE0A-072C-8500F9A9F8E5}"/>
          </ac:spMkLst>
        </pc:spChg>
      </pc:sldChg>
      <pc:sldChg chg="addSp modSp add mod setBg modNotesTx">
        <pc:chgData name="" userId="" providerId="" clId="Web-{57B643FA-356B-4D59-BB8A-E2EC6EF9CC9E}" dt="2026-09-10T14:44:52.452" v="3" actId="34807"/>
        <pc:sldMkLst>
          <pc:docMk/>
          <pc:sldMk cId="2736095792" sldId="1271"/>
        </pc:sldMkLst>
        <pc:spChg chg="add mod">
          <ac:chgData name="" userId="" providerId="" clId="Web-{57B643FA-356B-4D59-BB8A-E2EC6EF9CC9E}" dt="2026-09-10T14:44:52.452" v="3" actId="34807"/>
          <ac:spMkLst>
            <pc:docMk/>
            <pc:sldMk cId="2736095792" sldId="1271"/>
            <ac:spMk id="1801" creationId="{2006C110-52BB-8669-1695-2CCF3AD4AEBD}"/>
          </ac:spMkLst>
        </pc:spChg>
        <pc:spChg chg="add mod">
          <ac:chgData name="" userId="" providerId="" clId="Web-{57B643FA-356B-4D59-BB8A-E2EC6EF9CC9E}" dt="2026-09-10T14:44:52.452" v="3" actId="34807"/>
          <ac:spMkLst>
            <pc:docMk/>
            <pc:sldMk cId="2736095792" sldId="1271"/>
            <ac:spMk id="1817" creationId="{25A045A0-D60A-5D8E-943C-B1F4B5F37215}"/>
          </ac:spMkLst>
        </pc:spChg>
        <pc:spChg chg="add mod">
          <ac:chgData name="" userId="" providerId="" clId="Web-{57B643FA-356B-4D59-BB8A-E2EC6EF9CC9E}" dt="2026-09-10T14:44:52.452" v="3" actId="34807"/>
          <ac:spMkLst>
            <pc:docMk/>
            <pc:sldMk cId="2736095792" sldId="1271"/>
            <ac:spMk id="1834" creationId="{F9C0F57C-B8A7-DF4F-672E-894652CDEC5B}"/>
          </ac:spMkLst>
        </pc:spChg>
        <pc:spChg chg="add mod">
          <ac:chgData name="" userId="" providerId="" clId="Web-{57B643FA-356B-4D59-BB8A-E2EC6EF9CC9E}" dt="2026-09-10T14:44:52.452" v="3" actId="34807"/>
          <ac:spMkLst>
            <pc:docMk/>
            <pc:sldMk cId="2736095792" sldId="1271"/>
            <ac:spMk id="1852" creationId="{7A15AC6F-80B7-7DDC-F759-8E0255981D56}"/>
          </ac:spMkLst>
        </pc:spChg>
        <pc:spChg chg="add mod">
          <ac:chgData name="" userId="" providerId="" clId="Web-{57B643FA-356B-4D59-BB8A-E2EC6EF9CC9E}" dt="2026-09-10T14:44:52.452" v="3" actId="34807"/>
          <ac:spMkLst>
            <pc:docMk/>
            <pc:sldMk cId="2736095792" sldId="1271"/>
            <ac:spMk id="1871" creationId="{2522DE88-9C04-0FE3-0C16-C17747DD10A8}"/>
          </ac:spMkLst>
        </pc:spChg>
        <pc:spChg chg="add mod">
          <ac:chgData name="" userId="" providerId="" clId="Web-{57B643FA-356B-4D59-BB8A-E2EC6EF9CC9E}" dt="2026-09-10T14:44:52.452" v="3" actId="34807"/>
          <ac:spMkLst>
            <pc:docMk/>
            <pc:sldMk cId="2736095792" sldId="1271"/>
            <ac:spMk id="1891" creationId="{3851E9ED-FB54-37DD-679F-1D1F51091F26}"/>
          </ac:spMkLst>
        </pc:spChg>
        <pc:spChg chg="add mod">
          <ac:chgData name="" userId="" providerId="" clId="Web-{57B643FA-356B-4D59-BB8A-E2EC6EF9CC9E}" dt="2026-09-10T14:44:52.452" v="3" actId="34807"/>
          <ac:spMkLst>
            <pc:docMk/>
            <pc:sldMk cId="2736095792" sldId="1271"/>
            <ac:spMk id="1912" creationId="{C766D406-4A2B-661F-5981-77C0F3C31048}"/>
          </ac:spMkLst>
        </pc:spChg>
        <pc:spChg chg="add mod">
          <ac:chgData name="" userId="" providerId="" clId="Web-{57B643FA-356B-4D59-BB8A-E2EC6EF9CC9E}" dt="2026-09-10T14:44:52.452" v="3" actId="34807"/>
          <ac:spMkLst>
            <pc:docMk/>
            <pc:sldMk cId="2736095792" sldId="1271"/>
            <ac:spMk id="1934" creationId="{02774CBD-ACAD-ABD0-7CF1-C91FDCB4A18D}"/>
          </ac:spMkLst>
        </pc:spChg>
        <pc:spChg chg="add mod">
          <ac:chgData name="" userId="" providerId="" clId="Web-{57B643FA-356B-4D59-BB8A-E2EC6EF9CC9E}" dt="2026-09-10T14:44:52.452" v="3" actId="34807"/>
          <ac:spMkLst>
            <pc:docMk/>
            <pc:sldMk cId="2736095792" sldId="1271"/>
            <ac:spMk id="1957" creationId="{DA0EAD1B-962E-6BA2-B9EB-B03BCEFB930D}"/>
          </ac:spMkLst>
        </pc:spChg>
        <pc:spChg chg="add mod">
          <ac:chgData name="" userId="" providerId="" clId="Web-{57B643FA-356B-4D59-BB8A-E2EC6EF9CC9E}" dt="2026-09-10T14:44:52.452" v="3" actId="34807"/>
          <ac:spMkLst>
            <pc:docMk/>
            <pc:sldMk cId="2736095792" sldId="1271"/>
            <ac:spMk id="1981" creationId="{53C79F90-E637-3E33-1CCF-9560F0819136}"/>
          </ac:spMkLst>
        </pc:spChg>
      </pc:sldChg>
      <pc:sldChg chg="addSp modSp add mod setBg modNotesTx">
        <pc:chgData name="" userId="" providerId="" clId="Web-{57B643FA-356B-4D59-BB8A-E2EC6EF9CC9E}" dt="2026-09-10T14:44:52.452" v="3" actId="34807"/>
        <pc:sldMkLst>
          <pc:docMk/>
          <pc:sldMk cId="3534592662" sldId="1477"/>
        </pc:sldMkLst>
        <pc:spChg chg="add mod">
          <ac:chgData name="" userId="" providerId="" clId="Web-{57B643FA-356B-4D59-BB8A-E2EC6EF9CC9E}" dt="2026-09-10T14:44:52.452" v="3" actId="34807"/>
          <ac:spMkLst>
            <pc:docMk/>
            <pc:sldMk cId="3534592662" sldId="1477"/>
            <ac:spMk id="2062" creationId="{5BA88BAC-FBF0-1FB9-DFC1-F30CFD464DD0}"/>
          </ac:spMkLst>
        </pc:spChg>
        <pc:spChg chg="add mod">
          <ac:chgData name="" userId="" providerId="" clId="Web-{57B643FA-356B-4D59-BB8A-E2EC6EF9CC9E}" dt="2026-09-10T14:44:52.452" v="3" actId="34807"/>
          <ac:spMkLst>
            <pc:docMk/>
            <pc:sldMk cId="3534592662" sldId="1477"/>
            <ac:spMk id="2123" creationId="{5A011AD6-8975-9B6E-0D35-6E2F75A492D1}"/>
          </ac:spMkLst>
        </pc:spChg>
        <pc:spChg chg="add mod">
          <ac:chgData name="" userId="" providerId="" clId="Web-{57B643FA-356B-4D59-BB8A-E2EC6EF9CC9E}" dt="2026-09-10T14:44:52.452" v="3" actId="34807"/>
          <ac:spMkLst>
            <pc:docMk/>
            <pc:sldMk cId="3534592662" sldId="1477"/>
            <ac:spMk id="2155" creationId="{4D52FADE-E426-9D4C-AD8C-2F24D593D373}"/>
          </ac:spMkLst>
        </pc:spChg>
        <pc:spChg chg="add mod">
          <ac:chgData name="" userId="" providerId="" clId="Web-{57B643FA-356B-4D59-BB8A-E2EC6EF9CC9E}" dt="2026-09-10T14:44:52.452" v="3" actId="34807"/>
          <ac:spMkLst>
            <pc:docMk/>
            <pc:sldMk cId="3534592662" sldId="1477"/>
            <ac:spMk id="2189" creationId="{DA9E9D34-3A8A-AD04-0117-00903DBABFBF}"/>
          </ac:spMkLst>
        </pc:spChg>
        <pc:spChg chg="add mod">
          <ac:chgData name="" userId="" providerId="" clId="Web-{57B643FA-356B-4D59-BB8A-E2EC6EF9CC9E}" dt="2026-09-10T14:44:52.452" v="3" actId="34807"/>
          <ac:spMkLst>
            <pc:docMk/>
            <pc:sldMk cId="3534592662" sldId="1477"/>
            <ac:spMk id="2224" creationId="{51BCF256-FBFA-8D8E-ECF2-065F9609BDD3}"/>
          </ac:spMkLst>
        </pc:spChg>
        <pc:spChg chg="add mod">
          <ac:chgData name="" userId="" providerId="" clId="Web-{57B643FA-356B-4D59-BB8A-E2EC6EF9CC9E}" dt="2026-09-10T14:44:52.452" v="3" actId="34807"/>
          <ac:spMkLst>
            <pc:docMk/>
            <pc:sldMk cId="3534592662" sldId="1477"/>
            <ac:spMk id="2260" creationId="{F2ADC285-C9E7-37E7-E9DC-FAD2AA581E0E}"/>
          </ac:spMkLst>
        </pc:spChg>
        <pc:spChg chg="add mod">
          <ac:chgData name="" userId="" providerId="" clId="Web-{57B643FA-356B-4D59-BB8A-E2EC6EF9CC9E}" dt="2026-09-10T14:44:52.452" v="3" actId="34807"/>
          <ac:spMkLst>
            <pc:docMk/>
            <pc:sldMk cId="3534592662" sldId="1477"/>
            <ac:spMk id="2298" creationId="{44EDC310-7834-F911-99A1-82059FE5D5EC}"/>
          </ac:spMkLst>
        </pc:spChg>
        <pc:spChg chg="add mod">
          <ac:chgData name="" userId="" providerId="" clId="Web-{57B643FA-356B-4D59-BB8A-E2EC6EF9CC9E}" dt="2026-09-10T14:44:52.452" v="3" actId="34807"/>
          <ac:spMkLst>
            <pc:docMk/>
            <pc:sldMk cId="3534592662" sldId="1477"/>
            <ac:spMk id="2337" creationId="{97357963-1024-8105-5F32-2D54ABE62D49}"/>
          </ac:spMkLst>
        </pc:spChg>
        <pc:spChg chg="add mod">
          <ac:chgData name="" userId="" providerId="" clId="Web-{57B643FA-356B-4D59-BB8A-E2EC6EF9CC9E}" dt="2026-09-10T14:44:52.452" v="3" actId="34807"/>
          <ac:spMkLst>
            <pc:docMk/>
            <pc:sldMk cId="3534592662" sldId="1477"/>
            <ac:spMk id="2377" creationId="{57AADB02-B5DF-E338-00F2-61114FD3BD34}"/>
          </ac:spMkLst>
        </pc:spChg>
        <pc:spChg chg="add mod">
          <ac:chgData name="" userId="" providerId="" clId="Web-{57B643FA-356B-4D59-BB8A-E2EC6EF9CC9E}" dt="2026-09-10T14:44:52.452" v="3" actId="34807"/>
          <ac:spMkLst>
            <pc:docMk/>
            <pc:sldMk cId="3534592662" sldId="1477"/>
            <ac:spMk id="2418" creationId="{FE4497B4-1896-073C-BCC8-C185DF607D7B}"/>
          </ac:spMkLst>
        </pc:spChg>
      </pc:sldChg>
      <pc:sldChg chg="addSp modSp add mod setBg modNotesTx">
        <pc:chgData name="" userId="" providerId="" clId="Web-{57B643FA-356B-4D59-BB8A-E2EC6EF9CC9E}" dt="2026-09-10T14:44:52.452" v="3" actId="34807"/>
        <pc:sldMkLst>
          <pc:docMk/>
          <pc:sldMk cId="2369253086" sldId="1684"/>
        </pc:sldMkLst>
        <pc:spChg chg="add mod">
          <ac:chgData name="" userId="" providerId="" clId="Web-{57B643FA-356B-4D59-BB8A-E2EC6EF9CC9E}" dt="2026-09-10T14:44:52.452" v="3" actId="34807"/>
          <ac:spMkLst>
            <pc:docMk/>
            <pc:sldMk cId="2369253086" sldId="1684"/>
            <ac:spMk id="2461" creationId="{3156466D-999D-3AA9-0AAA-8CB796EE54CE}"/>
          </ac:spMkLst>
        </pc:spChg>
        <pc:spChg chg="add mod">
          <ac:chgData name="" userId="" providerId="" clId="Web-{57B643FA-356B-4D59-BB8A-E2EC6EF9CC9E}" dt="2026-09-10T14:44:52.452" v="3" actId="34807"/>
          <ac:spMkLst>
            <pc:docMk/>
            <pc:sldMk cId="2369253086" sldId="1684"/>
            <ac:spMk id="2505" creationId="{561D053F-CD99-6A10-CA85-2AB0C7DB78FF}"/>
          </ac:spMkLst>
        </pc:spChg>
        <pc:spChg chg="add mod">
          <ac:chgData name="" userId="" providerId="" clId="Web-{57B643FA-356B-4D59-BB8A-E2EC6EF9CC9E}" dt="2026-09-10T14:44:52.452" v="3" actId="34807"/>
          <ac:spMkLst>
            <pc:docMk/>
            <pc:sldMk cId="2369253086" sldId="1684"/>
            <ac:spMk id="2550" creationId="{A383878C-1A53-B618-282C-57F52764DFFE}"/>
          </ac:spMkLst>
        </pc:spChg>
        <pc:spChg chg="add mod">
          <ac:chgData name="" userId="" providerId="" clId="Web-{57B643FA-356B-4D59-BB8A-E2EC6EF9CC9E}" dt="2026-09-10T14:44:52.452" v="3" actId="34807"/>
          <ac:spMkLst>
            <pc:docMk/>
            <pc:sldMk cId="2369253086" sldId="1684"/>
            <ac:spMk id="2597" creationId="{332B53B1-CA2B-F1B8-BBC3-5DAB7BBEB424}"/>
          </ac:spMkLst>
        </pc:spChg>
        <pc:spChg chg="add mod">
          <ac:chgData name="" userId="" providerId="" clId="Web-{57B643FA-356B-4D59-BB8A-E2EC6EF9CC9E}" dt="2026-09-10T14:44:52.452" v="3" actId="34807"/>
          <ac:spMkLst>
            <pc:docMk/>
            <pc:sldMk cId="2369253086" sldId="1684"/>
            <ac:spMk id="2645" creationId="{CE653B57-C6EE-DA2E-C40D-8F2D43E1E934}"/>
          </ac:spMkLst>
        </pc:spChg>
        <pc:spChg chg="add mod">
          <ac:chgData name="" userId="" providerId="" clId="Web-{57B643FA-356B-4D59-BB8A-E2EC6EF9CC9E}" dt="2026-09-10T14:44:52.452" v="3" actId="34807"/>
          <ac:spMkLst>
            <pc:docMk/>
            <pc:sldMk cId="2369253086" sldId="1684"/>
            <ac:spMk id="2695" creationId="{48A7902A-A917-7A58-15C0-41A33CC86730}"/>
          </ac:spMkLst>
        </pc:spChg>
        <pc:spChg chg="add mod">
          <ac:chgData name="" userId="" providerId="" clId="Web-{57B643FA-356B-4D59-BB8A-E2EC6EF9CC9E}" dt="2026-09-10T14:44:52.452" v="3" actId="34807"/>
          <ac:spMkLst>
            <pc:docMk/>
            <pc:sldMk cId="2369253086" sldId="1684"/>
            <ac:spMk id="2851" creationId="{058BBAFA-2529-5493-6EAE-341AF8F56B63}"/>
          </ac:spMkLst>
        </pc:spChg>
        <pc:spChg chg="add mod">
          <ac:chgData name="" userId="" providerId="" clId="Web-{57B643FA-356B-4D59-BB8A-E2EC6EF9CC9E}" dt="2026-09-10T14:44:52.452" v="3" actId="34807"/>
          <ac:spMkLst>
            <pc:docMk/>
            <pc:sldMk cId="2369253086" sldId="1684"/>
            <ac:spMk id="2905" creationId="{EBCEC3B0-A669-CE95-07F9-C3A7D9954D57}"/>
          </ac:spMkLst>
        </pc:spChg>
        <pc:spChg chg="add mod">
          <ac:chgData name="" userId="" providerId="" clId="Web-{57B643FA-356B-4D59-BB8A-E2EC6EF9CC9E}" dt="2026-09-10T14:44:52.452" v="3" actId="34807"/>
          <ac:spMkLst>
            <pc:docMk/>
            <pc:sldMk cId="2369253086" sldId="1684"/>
            <ac:spMk id="2960" creationId="{105AAA01-3A9B-00FB-3799-496AC720F33B}"/>
          </ac:spMkLst>
        </pc:spChg>
        <pc:spChg chg="add mod">
          <ac:chgData name="" userId="" providerId="" clId="Web-{57B643FA-356B-4D59-BB8A-E2EC6EF9CC9E}" dt="2026-09-10T14:44:52.452" v="3" actId="34807"/>
          <ac:spMkLst>
            <pc:docMk/>
            <pc:sldMk cId="2369253086" sldId="1684"/>
            <ac:spMk id="3016" creationId="{F4017DDF-CCD3-806A-4557-D046BF895E79}"/>
          </ac:spMkLst>
        </pc:spChg>
      </pc:sldChg>
      <pc:sldChg chg="addSp modSp add mod setBg modNotesTx">
        <pc:chgData name="" userId="" providerId="" clId="Web-{57B643FA-356B-4D59-BB8A-E2EC6EF9CC9E}" dt="2026-09-10T14:44:59.156" v="4" actId="34807"/>
        <pc:sldMkLst>
          <pc:docMk/>
          <pc:sldMk cId="3961531667" sldId="1892"/>
        </pc:sldMkLst>
        <pc:spChg chg="add mod">
          <ac:chgData name="" userId="" providerId="" clId="Web-{57B643FA-356B-4D59-BB8A-E2EC6EF9CC9E}" dt="2026-09-10T14:44:59.156" v="4" actId="34807"/>
          <ac:spMkLst>
            <pc:docMk/>
            <pc:sldMk cId="3961531667" sldId="1892"/>
            <ac:spMk id="3076" creationId="{D82E48C5-1F19-5D4E-E1C2-9E7B0E091DF7}"/>
          </ac:spMkLst>
        </pc:spChg>
        <pc:spChg chg="add mod">
          <ac:chgData name="" userId="" providerId="" clId="Web-{57B643FA-356B-4D59-BB8A-E2EC6EF9CC9E}" dt="2026-09-10T14:44:59.156" v="4" actId="34807"/>
          <ac:spMkLst>
            <pc:docMk/>
            <pc:sldMk cId="3961531667" sldId="1892"/>
            <ac:spMk id="3083" creationId="{6757BA15-0D30-D379-54C7-24F5FDC45ED8}"/>
          </ac:spMkLst>
        </pc:spChg>
        <pc:spChg chg="add mod">
          <ac:chgData name="" userId="" providerId="" clId="Web-{57B643FA-356B-4D59-BB8A-E2EC6EF9CC9E}" dt="2026-09-10T14:44:59.156" v="4" actId="34807"/>
          <ac:spMkLst>
            <pc:docMk/>
            <pc:sldMk cId="3961531667" sldId="1892"/>
            <ac:spMk id="3088" creationId="{A19602BA-4EE2-39DE-DEBE-E2BA69801C4C}"/>
          </ac:spMkLst>
        </pc:spChg>
        <pc:spChg chg="add mod">
          <ac:chgData name="" userId="" providerId="" clId="Web-{57B643FA-356B-4D59-BB8A-E2EC6EF9CC9E}" dt="2026-09-10T14:44:59.156" v="4" actId="34807"/>
          <ac:spMkLst>
            <pc:docMk/>
            <pc:sldMk cId="3961531667" sldId="1892"/>
            <ac:spMk id="3131" creationId="{954849F2-F97F-3280-60E0-EA80938428C1}"/>
          </ac:spMkLst>
        </pc:spChg>
        <pc:spChg chg="add mod">
          <ac:chgData name="" userId="" providerId="" clId="Web-{57B643FA-356B-4D59-BB8A-E2EC6EF9CC9E}" dt="2026-09-10T14:44:59.156" v="4" actId="34807"/>
          <ac:spMkLst>
            <pc:docMk/>
            <pc:sldMk cId="3961531667" sldId="1892"/>
            <ac:spMk id="3156" creationId="{5C424A18-D63D-64E5-22D7-C8459043C5B9}"/>
          </ac:spMkLst>
        </pc:spChg>
        <pc:spChg chg="add mod">
          <ac:chgData name="" userId="" providerId="" clId="Web-{57B643FA-356B-4D59-BB8A-E2EC6EF9CC9E}" dt="2026-09-10T14:44:59.156" v="4" actId="34807"/>
          <ac:spMkLst>
            <pc:docMk/>
            <pc:sldMk cId="3961531667" sldId="1892"/>
            <ac:spMk id="3170" creationId="{71BCB0A5-24F4-7BBA-6CBC-526117B6B21C}"/>
          </ac:spMkLst>
        </pc:spChg>
        <pc:spChg chg="add mod">
          <ac:chgData name="" userId="" providerId="" clId="Web-{57B643FA-356B-4D59-BB8A-E2EC6EF9CC9E}" dt="2026-09-10T14:44:59.156" v="4" actId="34807"/>
          <ac:spMkLst>
            <pc:docMk/>
            <pc:sldMk cId="3961531667" sldId="1892"/>
            <ac:spMk id="3218" creationId="{C1FBD925-9913-ACA5-C665-53FCA1F9B84D}"/>
          </ac:spMkLst>
        </pc:spChg>
        <pc:spChg chg="add mod">
          <ac:chgData name="" userId="" providerId="" clId="Web-{57B643FA-356B-4D59-BB8A-E2EC6EF9CC9E}" dt="2026-09-10T14:44:59.156" v="4" actId="34807"/>
          <ac:spMkLst>
            <pc:docMk/>
            <pc:sldMk cId="3961531667" sldId="1892"/>
            <ac:spMk id="3318" creationId="{22CE5D6C-DAEA-468A-A517-34EDD68D627F}"/>
          </ac:spMkLst>
        </pc:spChg>
        <pc:spChg chg="add mod">
          <ac:chgData name="" userId="" providerId="" clId="Web-{57B643FA-356B-4D59-BB8A-E2EC6EF9CC9E}" dt="2026-09-10T14:44:59.156" v="4" actId="34807"/>
          <ac:spMkLst>
            <pc:docMk/>
            <pc:sldMk cId="3961531667" sldId="1892"/>
            <ac:spMk id="3393" creationId="{5AD32FCD-25FC-0403-0661-FD5F4D8D58B1}"/>
          </ac:spMkLst>
        </pc:spChg>
        <pc:spChg chg="add mod">
          <ac:chgData name="" userId="" providerId="" clId="Web-{57B643FA-356B-4D59-BB8A-E2EC6EF9CC9E}" dt="2026-09-10T14:44:59.156" v="4" actId="34807"/>
          <ac:spMkLst>
            <pc:docMk/>
            <pc:sldMk cId="3961531667" sldId="1892"/>
            <ac:spMk id="3448" creationId="{9D5FFE1B-062D-5344-B99D-3C0BE349973A}"/>
          </ac:spMkLst>
        </pc:spChg>
      </pc:sldChg>
      <pc:sldChg chg="addSp modSp add mod setBg">
        <pc:chgData name="" userId="" providerId="" clId="Web-{57B643FA-356B-4D59-BB8A-E2EC6EF9CC9E}" dt="2026-09-10T14:44:59.156" v="4" actId="34807"/>
        <pc:sldMkLst>
          <pc:docMk/>
          <pc:sldMk cId="3901143359" sldId="2101"/>
        </pc:sldMkLst>
        <pc:spChg chg="add mod">
          <ac:chgData name="" userId="" providerId="" clId="Web-{57B643FA-356B-4D59-BB8A-E2EC6EF9CC9E}" dt="2026-09-10T14:44:59.156" v="4" actId="34807"/>
          <ac:spMkLst>
            <pc:docMk/>
            <pc:sldMk cId="3901143359" sldId="2101"/>
            <ac:spMk id="3539" creationId="{BA2C984B-6455-F2B4-7573-13C84B585037}"/>
          </ac:spMkLst>
        </pc:spChg>
        <pc:spChg chg="add mod">
          <ac:chgData name="" userId="" providerId="" clId="Web-{57B643FA-356B-4D59-BB8A-E2EC6EF9CC9E}" dt="2026-09-10T14:44:59.156" v="4" actId="34807"/>
          <ac:spMkLst>
            <pc:docMk/>
            <pc:sldMk cId="3901143359" sldId="2101"/>
            <ac:spMk id="3572" creationId="{EE7D7EF2-4501-15EC-7648-6629E5CAC9A1}"/>
          </ac:spMkLst>
        </pc:spChg>
        <pc:spChg chg="add mod">
          <ac:chgData name="" userId="" providerId="" clId="Web-{57B643FA-356B-4D59-BB8A-E2EC6EF9CC9E}" dt="2026-09-10T14:44:59.156" v="4" actId="34807"/>
          <ac:spMkLst>
            <pc:docMk/>
            <pc:sldMk cId="3901143359" sldId="2101"/>
            <ac:spMk id="3642" creationId="{5576BA01-C191-6F53-18E8-E0086575656C}"/>
          </ac:spMkLst>
        </pc:spChg>
        <pc:spChg chg="add mod">
          <ac:chgData name="" userId="" providerId="" clId="Web-{57B643FA-356B-4D59-BB8A-E2EC6EF9CC9E}" dt="2026-09-10T14:44:59.156" v="4" actId="34807"/>
          <ac:spMkLst>
            <pc:docMk/>
            <pc:sldMk cId="3901143359" sldId="2101"/>
            <ac:spMk id="3758" creationId="{C58A3AD9-3788-5B0F-AC40-FF37CA7EEE35}"/>
          </ac:spMkLst>
        </pc:spChg>
        <pc:spChg chg="add mod">
          <ac:chgData name="" userId="" providerId="" clId="Web-{57B643FA-356B-4D59-BB8A-E2EC6EF9CC9E}" dt="2026-09-10T14:44:59.156" v="4" actId="34807"/>
          <ac:spMkLst>
            <pc:docMk/>
            <pc:sldMk cId="3901143359" sldId="2101"/>
            <ac:spMk id="3799" creationId="{E3C6599B-0913-401D-BF8E-2A05D7E70104}"/>
          </ac:spMkLst>
        </pc:spChg>
        <pc:spChg chg="add mod">
          <ac:chgData name="" userId="" providerId="" clId="Web-{57B643FA-356B-4D59-BB8A-E2EC6EF9CC9E}" dt="2026-09-10T14:44:59.156" v="4" actId="34807"/>
          <ac:spMkLst>
            <pc:docMk/>
            <pc:sldMk cId="3901143359" sldId="2101"/>
            <ac:spMk id="3841" creationId="{CABCD080-E7D7-BE75-E2A7-499A0FB8BA98}"/>
          </ac:spMkLst>
        </pc:spChg>
        <pc:spChg chg="add mod">
          <ac:chgData name="" userId="" providerId="" clId="Web-{57B643FA-356B-4D59-BB8A-E2EC6EF9CC9E}" dt="2026-09-10T14:44:59.156" v="4" actId="34807"/>
          <ac:spMkLst>
            <pc:docMk/>
            <pc:sldMk cId="3901143359" sldId="2101"/>
            <ac:spMk id="3928" creationId="{ACFE94BB-CA5F-4C06-4C00-226B2A238F26}"/>
          </ac:spMkLst>
        </pc:spChg>
        <pc:spChg chg="add mod">
          <ac:chgData name="" userId="" providerId="" clId="Web-{57B643FA-356B-4D59-BB8A-E2EC6EF9CC9E}" dt="2026-09-10T14:44:59.156" v="4" actId="34807"/>
          <ac:spMkLst>
            <pc:docMk/>
            <pc:sldMk cId="3901143359" sldId="2101"/>
            <ac:spMk id="3973" creationId="{B831160D-7E8D-2AE2-0FC5-A944F3288445}"/>
          </ac:spMkLst>
        </pc:spChg>
        <pc:spChg chg="add mod">
          <ac:chgData name="" userId="" providerId="" clId="Web-{57B643FA-356B-4D59-BB8A-E2EC6EF9CC9E}" dt="2026-09-10T14:44:59.156" v="4" actId="34807"/>
          <ac:spMkLst>
            <pc:docMk/>
            <pc:sldMk cId="3901143359" sldId="2101"/>
            <ac:spMk id="4066" creationId="{BA369E72-3B38-4D8E-10C3-4588DB5A51F7}"/>
          </ac:spMkLst>
        </pc:spChg>
        <pc:spChg chg="add mod">
          <ac:chgData name="" userId="" providerId="" clId="Web-{57B643FA-356B-4D59-BB8A-E2EC6EF9CC9E}" dt="2026-09-10T14:44:59.156" v="4" actId="34807"/>
          <ac:spMkLst>
            <pc:docMk/>
            <pc:sldMk cId="3901143359" sldId="2101"/>
            <ac:spMk id="4114" creationId="{565BA74C-CA5D-6609-9BB8-E13C912AB698}"/>
          </ac:spMkLst>
        </pc:spChg>
      </pc:sldChg>
      <pc:sldChg chg="add mod setBg">
        <pc:chgData name="" userId="" providerId="" clId="Web-{57B643FA-356B-4D59-BB8A-E2EC6EF9CC9E}" dt="2026-09-10T14:43:58.294" v="1" actId="34807"/>
        <pc:sldMkLst>
          <pc:docMk/>
          <pc:sldMk cId="1267224764" sldId="2311"/>
        </pc:sldMkLst>
      </pc:sldChg>
      <pc:sldChg chg="add mod setBg">
        <pc:chgData name="" userId="" providerId="" clId="Web-{57B643FA-356B-4D59-BB8A-E2EC6EF9CC9E}" dt="2026-09-10T14:43:58.294" v="1" actId="34807"/>
        <pc:sldMkLst>
          <pc:docMk/>
          <pc:sldMk cId="1611565338" sldId="2522"/>
        </pc:sldMkLst>
      </pc:sldChg>
      <pc:sldChg chg="add mod setBg">
        <pc:chgData name="" userId="" providerId="" clId="Web-{57B643FA-356B-4D59-BB8A-E2EC6EF9CC9E}" dt="2026-09-10T14:43:58.294" v="1" actId="34807"/>
        <pc:sldMkLst>
          <pc:docMk/>
          <pc:sldMk cId="2468427689" sldId="2734"/>
        </pc:sldMkLst>
      </pc:sldChg>
      <pc:sldChg chg="add mod setBg">
        <pc:chgData name="" userId="" providerId="" clId="Web-{57B643FA-356B-4D59-BB8A-E2EC6EF9CC9E}" dt="2026-09-10T14:43:58.294" v="1" actId="34807"/>
        <pc:sldMkLst>
          <pc:docMk/>
          <pc:sldMk cId="2234436394" sldId="2947"/>
        </pc:sldMkLst>
      </pc:sldChg>
      <pc:sldChg chg="add mod setBg">
        <pc:chgData name="" userId="" providerId="" clId="Web-{57B643FA-356B-4D59-BB8A-E2EC6EF9CC9E}" dt="2026-09-10T14:43:58.294" v="1" actId="34807"/>
        <pc:sldMkLst>
          <pc:docMk/>
          <pc:sldMk cId="317257020" sldId="3161"/>
        </pc:sldMkLst>
      </pc:sldChg>
      <pc:sldChg chg="add mod setBg">
        <pc:chgData name="" userId="" providerId="" clId="Web-{57B643FA-356B-4D59-BB8A-E2EC6EF9CC9E}" dt="2026-09-10T14:43:58.294" v="1" actId="34807"/>
        <pc:sldMkLst>
          <pc:docMk/>
          <pc:sldMk cId="2839915543" sldId="3376"/>
        </pc:sldMkLst>
      </pc:sldChg>
      <pc:sldChg chg="add mod setBg">
        <pc:chgData name="" userId="" providerId="" clId="Web-{57B643FA-356B-4D59-BB8A-E2EC6EF9CC9E}" dt="2026-09-10T14:43:58.294" v="1" actId="34807"/>
        <pc:sldMkLst>
          <pc:docMk/>
          <pc:sldMk cId="2770887063" sldId="3592"/>
        </pc:sldMkLst>
      </pc:sldChg>
      <pc:sldChg chg="add mod setBg">
        <pc:chgData name="" userId="" providerId="" clId="Web-{57B643FA-356B-4D59-BB8A-E2EC6EF9CC9E}" dt="2026-09-10T14:43:58.294" v="1" actId="34807"/>
        <pc:sldMkLst>
          <pc:docMk/>
          <pc:sldMk cId="606611111" sldId="3809"/>
        </pc:sldMkLst>
      </pc:sldChg>
      <pc:sldChg chg="add mod setBg">
        <pc:chgData name="" userId="" providerId="" clId="Web-{57B643FA-356B-4D59-BB8A-E2EC6EF9CC9E}" dt="2026-09-10T14:43:58.294" v="1" actId="34807"/>
        <pc:sldMkLst>
          <pc:docMk/>
          <pc:sldMk cId="2161277717" sldId="4027"/>
        </pc:sldMkLst>
      </pc:sldChg>
    </pc:docChg>
  </pc:docChgLst>
  <pc:docChgLst>
    <pc:chgData clId="Web-{3ECC62D7-DE3C-4775-992D-B371EEDE478C}"/>
    <pc:docChg chg="modSld">
      <pc:chgData name="" userId="" providerId="" clId="Web-{3ECC62D7-DE3C-4775-992D-B371EEDE478C}" dt="2026-09-10T15:09:58.472" v="7" actId="34807"/>
      <pc:docMkLst>
        <pc:docMk/>
      </pc:docMkLst>
      <pc:sldChg chg="addSp delSp modSp mod setBg modNotesTx">
        <pc:chgData name="" userId="" providerId="" clId="Web-{3ECC62D7-DE3C-4775-992D-B371EEDE478C}" dt="2026-09-10T15:09:58.472" v="7" actId="34807"/>
        <pc:sldMkLst>
          <pc:docMk/>
          <pc:sldMk cId="0" sldId="256"/>
        </pc:sldMkLst>
        <pc:spChg chg="del">
          <ac:chgData name="" userId="" providerId="" clId="Web-{3ECC62D7-DE3C-4775-992D-B371EEDE478C}" dt="2026-09-10T15:08:02.608" v="1" actId="34807"/>
          <ac:spMkLst>
            <pc:docMk/>
            <pc:sldMk cId="0" sldId="256"/>
            <ac:spMk id="139" creationId="{064EDA6F-A03D-7690-ABFC-256526D8B545}"/>
          </ac:spMkLst>
        </pc:spChg>
        <pc:spChg chg="add mod">
          <ac:chgData name="" userId="" providerId="" clId="Web-{3ECC62D7-DE3C-4775-992D-B371EEDE478C}" dt="2026-09-10T15:08:02.608" v="1" actId="34807"/>
          <ac:spMkLst>
            <pc:docMk/>
            <pc:sldMk cId="0" sldId="256"/>
            <ac:spMk id="6982" creationId="{5787AC5D-C12B-53D3-FBAB-71B859E4CC3A}"/>
          </ac:spMkLst>
        </pc:spChg>
        <pc:spChg chg="mod">
          <ac:chgData name="" userId="" providerId="" clId="Web-{3ECC62D7-DE3C-4775-992D-B371EEDE478C}" dt="2026-09-10T15:09:58.472" v="7" actId="34807"/>
          <ac:spMkLst>
            <pc:docMk/>
            <pc:sldMk cId="0" sldId="256"/>
            <ac:spMk id="6988" creationId="{B66462F2-CC11-A335-33AE-2BD95B22F889}"/>
          </ac:spMkLst>
        </pc:spChg>
        <pc:spChg chg="mod">
          <ac:chgData name="" userId="" providerId="" clId="Web-{3ECC62D7-DE3C-4775-992D-B371EEDE478C}" dt="2026-09-10T15:09:58.472" v="7" actId="34807"/>
          <ac:spMkLst>
            <pc:docMk/>
            <pc:sldMk cId="0" sldId="256"/>
            <ac:spMk id="7103" creationId="{AE3240D3-0C9D-4D34-5C34-566E2ABD4829}"/>
          </ac:spMkLst>
        </pc:spChg>
        <pc:spChg chg="add mod">
          <ac:chgData name="" userId="" providerId="" clId="Web-{3ECC62D7-DE3C-4775-992D-B371EEDE478C}" dt="2026-09-10T15:08:02.608" v="1" actId="34807"/>
          <ac:spMkLst>
            <pc:docMk/>
            <pc:sldMk cId="0" sldId="256"/>
            <ac:spMk id="7177" creationId="{02BE3976-5EAC-7674-9E77-9C5C6AF67C68}"/>
          </ac:spMkLst>
        </pc:spChg>
        <pc:spChg chg="add mod">
          <ac:chgData name="" userId="" providerId="" clId="Web-{3ECC62D7-DE3C-4775-992D-B371EEDE478C}" dt="2026-09-10T15:09:58.472" v="7" actId="34807"/>
          <ac:spMkLst>
            <pc:docMk/>
            <pc:sldMk cId="0" sldId="256"/>
            <ac:spMk id="7318" creationId="{BD13E79B-7AAD-BD13-848E-B241452569F1}"/>
          </ac:spMkLst>
        </pc:spChg>
        <pc:spChg chg="add mod">
          <ac:chgData name="" userId="" providerId="" clId="Web-{3ECC62D7-DE3C-4775-992D-B371EEDE478C}" dt="2026-09-10T15:08:02.608" v="1" actId="34807"/>
          <ac:spMkLst>
            <pc:docMk/>
            <pc:sldMk cId="0" sldId="256"/>
            <ac:spMk id="7528" creationId="{52AFD682-69DB-ABD3-5359-E9D7FCCA1C63}"/>
          </ac:spMkLst>
        </pc:spChg>
        <pc:spChg chg="mod">
          <ac:chgData name="" userId="" providerId="" clId="Web-{3ECC62D7-DE3C-4775-992D-B371EEDE478C}" dt="2026-09-10T15:09:58.472" v="7" actId="34807"/>
          <ac:spMkLst>
            <pc:docMk/>
            <pc:sldMk cId="0" sldId="256"/>
            <ac:spMk id="7633" creationId="{38BBB48A-CD6C-A8EF-31FC-8FB698EE6342}"/>
          </ac:spMkLst>
        </pc:spChg>
        <pc:spChg chg="add mod">
          <ac:chgData name="" userId="" providerId="" clId="Web-{3ECC62D7-DE3C-4775-992D-B371EEDE478C}" dt="2026-09-10T15:08:02.608" v="1" actId="34807"/>
          <ac:spMkLst>
            <pc:docMk/>
            <pc:sldMk cId="0" sldId="256"/>
            <ac:spMk id="7670" creationId="{772CBE27-FE54-9BD3-74BA-4A7EE5919BE6}"/>
          </ac:spMkLst>
        </pc:spChg>
        <pc:spChg chg="mod">
          <ac:chgData name="" userId="" providerId="" clId="Web-{3ECC62D7-DE3C-4775-992D-B371EEDE478C}" dt="2026-09-10T15:09:58.472" v="7" actId="34807"/>
          <ac:spMkLst>
            <pc:docMk/>
            <pc:sldMk cId="0" sldId="256"/>
            <ac:spMk id="8048" creationId="{2D3BB7F3-0388-8B0F-FDEC-AC6C0F4EA8FD}"/>
          </ac:spMkLst>
        </pc:spChg>
        <pc:spChg chg="add mod">
          <ac:chgData name="" userId="" providerId="" clId="Web-{3ECC62D7-DE3C-4775-992D-B371EEDE478C}" dt="2026-09-10T15:08:02.608" v="1" actId="34807"/>
          <ac:spMkLst>
            <pc:docMk/>
            <pc:sldMk cId="0" sldId="256"/>
            <ac:spMk id="8192" creationId="{55F5511E-0B7A-3E3F-259F-243BA37C2347}"/>
          </ac:spMkLst>
        </pc:spChg>
        <pc:spChg chg="add mod">
          <ac:chgData name="" userId="" providerId="" clId="Web-{3ECC62D7-DE3C-4775-992D-B371EEDE478C}" dt="2026-09-10T15:08:02.608" v="1" actId="34807"/>
          <ac:spMkLst>
            <pc:docMk/>
            <pc:sldMk cId="0" sldId="256"/>
            <ac:spMk id="8452" creationId="{2289045A-8EB7-061F-9E7C-28B582880FCD}"/>
          </ac:spMkLst>
        </pc:spChg>
        <pc:spChg chg="mod">
          <ac:chgData name="" userId="" providerId="" clId="Web-{3ECC62D7-DE3C-4775-992D-B371EEDE478C}" dt="2026-09-10T15:09:58.472" v="7" actId="34807"/>
          <ac:spMkLst>
            <pc:docMk/>
            <pc:sldMk cId="0" sldId="256"/>
            <ac:spMk id="8563" creationId="{557791D5-D153-CA91-1077-EE035EBCFBCD}"/>
          </ac:spMkLst>
        </pc:spChg>
        <pc:spChg chg="add mod">
          <ac:chgData name="" userId="" providerId="" clId="Web-{3ECC62D7-DE3C-4775-992D-B371EEDE478C}" dt="2026-09-10T15:08:02.608" v="1" actId="34807"/>
          <ac:spMkLst>
            <pc:docMk/>
            <pc:sldMk cId="0" sldId="256"/>
            <ac:spMk id="8797" creationId="{D8AABD9B-BBF5-FA16-FD4B-91EDEE128705}"/>
          </ac:spMkLst>
        </pc:spChg>
        <pc:spChg chg="add mod">
          <ac:chgData name="" userId="" providerId="" clId="Web-{3ECC62D7-DE3C-4775-992D-B371EEDE478C}" dt="2026-09-10T15:08:02.608" v="1" actId="34807"/>
          <ac:spMkLst>
            <pc:docMk/>
            <pc:sldMk cId="0" sldId="256"/>
            <ac:spMk id="8983" creationId="{F7123CF2-D6DD-E7CA-1CA6-577A81492A15}"/>
          </ac:spMkLst>
        </pc:spChg>
      </pc:sldChg>
      <pc:sldChg chg="addSp delSp modSp mod setBg modNotesTx">
        <pc:chgData name="" userId="" providerId="" clId="Web-{3ECC62D7-DE3C-4775-992D-B371EEDE478C}" dt="2026-09-10T15:09:58.472" v="7" actId="34807"/>
        <pc:sldMkLst>
          <pc:docMk/>
          <pc:sldMk cId="3541133800" sldId="457"/>
        </pc:sldMkLst>
        <pc:spChg chg="del">
          <ac:chgData name="" userId="" providerId="" clId="Web-{3ECC62D7-DE3C-4775-992D-B371EEDE478C}" dt="2026-09-10T15:08:27.234" v="2" actId="34807"/>
          <ac:spMkLst>
            <pc:docMk/>
            <pc:sldMk cId="3541133800" sldId="457"/>
            <ac:spMk id="205" creationId="{9C2641E5-A0D2-1680-5E77-F9855CCEBA40}"/>
          </ac:spMkLst>
        </pc:spChg>
        <pc:spChg chg="del">
          <ac:chgData name="" userId="" providerId="" clId="Web-{3ECC62D7-DE3C-4775-992D-B371EEDE478C}" dt="2026-09-10T15:08:27.234" v="2" actId="34807"/>
          <ac:spMkLst>
            <pc:docMk/>
            <pc:sldMk cId="3541133800" sldId="457"/>
            <ac:spMk id="229" creationId="{916B01D7-382B-7FEB-A5D8-6E3EB82AF216}"/>
          </ac:spMkLst>
        </pc:spChg>
        <pc:spChg chg="del">
          <ac:chgData name="" userId="" providerId="" clId="Web-{3ECC62D7-DE3C-4775-992D-B371EEDE478C}" dt="2026-09-10T15:08:27.234" v="2" actId="34807"/>
          <ac:spMkLst>
            <pc:docMk/>
            <pc:sldMk cId="3541133800" sldId="457"/>
            <ac:spMk id="254" creationId="{DBFD4813-4EB2-8783-BC4D-0976E667C144}"/>
          </ac:spMkLst>
        </pc:spChg>
        <pc:spChg chg="del">
          <ac:chgData name="" userId="" providerId="" clId="Web-{3ECC62D7-DE3C-4775-992D-B371EEDE478C}" dt="2026-09-10T15:08:27.234" v="2" actId="34807"/>
          <ac:spMkLst>
            <pc:docMk/>
            <pc:sldMk cId="3541133800" sldId="457"/>
            <ac:spMk id="364" creationId="{A3345884-CF3D-EB42-2028-085C1A8592D1}"/>
          </ac:spMkLst>
        </pc:spChg>
        <pc:spChg chg="del">
          <ac:chgData name="" userId="" providerId="" clId="Web-{3ECC62D7-DE3C-4775-992D-B371EEDE478C}" dt="2026-09-10T15:08:27.234" v="2" actId="34807"/>
          <ac:spMkLst>
            <pc:docMk/>
            <pc:sldMk cId="3541133800" sldId="457"/>
            <ac:spMk id="394" creationId="{E004C917-F32A-E01E-287C-945AF8D5E2FA}"/>
          </ac:spMkLst>
        </pc:spChg>
        <pc:spChg chg="del">
          <ac:chgData name="" userId="" providerId="" clId="Web-{3ECC62D7-DE3C-4775-992D-B371EEDE478C}" dt="2026-09-10T15:08:27.234" v="2" actId="34807"/>
          <ac:spMkLst>
            <pc:docMk/>
            <pc:sldMk cId="3541133800" sldId="457"/>
            <ac:spMk id="425" creationId="{77661942-63B2-C17B-2E31-AFF96887BF9F}"/>
          </ac:spMkLst>
        </pc:spChg>
        <pc:spChg chg="add mod">
          <ac:chgData name="" userId="" providerId="" clId="Web-{3ECC62D7-DE3C-4775-992D-B371EEDE478C}" dt="2026-09-10T15:08:27.234" v="2" actId="34807"/>
          <ac:spMkLst>
            <pc:docMk/>
            <pc:sldMk cId="3541133800" sldId="457"/>
            <ac:spMk id="9199" creationId="{0FBF4604-0237-A587-06B2-398D18EC2EAE}"/>
          </ac:spMkLst>
        </pc:spChg>
        <pc:spChg chg="add mod">
          <ac:chgData name="" userId="" providerId="" clId="Web-{3ECC62D7-DE3C-4775-992D-B371EEDE478C}" dt="2026-09-10T15:09:58.472" v="7" actId="34807"/>
          <ac:spMkLst>
            <pc:docMk/>
            <pc:sldMk cId="3541133800" sldId="457"/>
            <ac:spMk id="9223" creationId="{19A17387-86D4-14F8-7C76-EDA41CB10D73}"/>
          </ac:spMkLst>
        </pc:spChg>
        <pc:spChg chg="mod">
          <ac:chgData name="" userId="" providerId="" clId="Web-{3ECC62D7-DE3C-4775-992D-B371EEDE478C}" dt="2026-09-10T15:09:58.472" v="7" actId="34807"/>
          <ac:spMkLst>
            <pc:docMk/>
            <pc:sldMk cId="3541133800" sldId="457"/>
            <ac:spMk id="9233" creationId="{CD67751D-07DA-9286-7371-8336DAFD9740}"/>
          </ac:spMkLst>
        </pc:spChg>
        <pc:spChg chg="add mod">
          <ac:chgData name="" userId="" providerId="" clId="Web-{3ECC62D7-DE3C-4775-992D-B371EEDE478C}" dt="2026-09-10T15:09:58.472" v="7" actId="34807"/>
          <ac:spMkLst>
            <pc:docMk/>
            <pc:sldMk cId="3541133800" sldId="457"/>
            <ac:spMk id="9244" creationId="{129D20B0-9462-FF52-821F-AE83BC21BF4B}"/>
          </ac:spMkLst>
        </pc:spChg>
        <pc:spChg chg="mod">
          <ac:chgData name="" userId="" providerId="" clId="Web-{3ECC62D7-DE3C-4775-992D-B371EEDE478C}" dt="2026-09-10T15:09:58.472" v="7" actId="34807"/>
          <ac:spMkLst>
            <pc:docMk/>
            <pc:sldMk cId="3541133800" sldId="457"/>
            <ac:spMk id="9256" creationId="{89E81FA2-B2D7-F704-2DFA-D86547B9D0DF}"/>
          </ac:spMkLst>
        </pc:spChg>
        <pc:spChg chg="add mod">
          <ac:chgData name="" userId="" providerId="" clId="Web-{3ECC62D7-DE3C-4775-992D-B371EEDE478C}" dt="2026-09-10T15:08:27.234" v="2" actId="34807"/>
          <ac:spMkLst>
            <pc:docMk/>
            <pc:sldMk cId="3541133800" sldId="457"/>
            <ac:spMk id="9283" creationId="{6EC1FA92-80BB-0163-648D-3E4838731128}"/>
          </ac:spMkLst>
        </pc:spChg>
      </pc:sldChg>
      <pc:sldChg chg="addSp delSp modSp mod setBg modNotesTx">
        <pc:chgData name="" userId="" providerId="" clId="Web-{3ECC62D7-DE3C-4775-992D-B371EEDE478C}" dt="2026-09-10T15:08:27.234" v="2" actId="34807"/>
        <pc:sldMkLst>
          <pc:docMk/>
          <pc:sldMk cId="1763520816" sldId="659"/>
        </pc:sldMkLst>
        <pc:spChg chg="del">
          <ac:chgData name="" userId="" providerId="" clId="Web-{3ECC62D7-DE3C-4775-992D-B371EEDE478C}" dt="2026-09-10T15:08:27.234" v="2" actId="34807"/>
          <ac:spMkLst>
            <pc:docMk/>
            <pc:sldMk cId="1763520816" sldId="659"/>
            <ac:spMk id="491" creationId="{CA125660-F3EF-FEC6-2DA5-BA857A13E3E1}"/>
          </ac:spMkLst>
        </pc:spChg>
        <pc:spChg chg="del">
          <ac:chgData name="" userId="" providerId="" clId="Web-{3ECC62D7-DE3C-4775-992D-B371EEDE478C}" dt="2026-09-10T15:08:27.234" v="2" actId="34807"/>
          <ac:spMkLst>
            <pc:docMk/>
            <pc:sldMk cId="1763520816" sldId="659"/>
            <ac:spMk id="599" creationId="{7471AF35-F145-20F6-5AFF-0F43CA0FE65A}"/>
          </ac:spMkLst>
        </pc:spChg>
        <pc:spChg chg="del">
          <ac:chgData name="" userId="" providerId="" clId="Web-{3ECC62D7-DE3C-4775-992D-B371EEDE478C}" dt="2026-09-10T15:08:27.234" v="2" actId="34807"/>
          <ac:spMkLst>
            <pc:docMk/>
            <pc:sldMk cId="1763520816" sldId="659"/>
            <ac:spMk id="716" creationId="{150537C4-F81E-7C2E-750D-C7A14C97E1A8}"/>
          </ac:spMkLst>
        </pc:spChg>
        <pc:spChg chg="add mod">
          <ac:chgData name="" userId="" providerId="" clId="Web-{3ECC62D7-DE3C-4775-992D-B371EEDE478C}" dt="2026-09-10T15:08:27.234" v="2" actId="34807"/>
          <ac:spMkLst>
            <pc:docMk/>
            <pc:sldMk cId="1763520816" sldId="659"/>
            <ac:spMk id="9370" creationId="{9E0B93F7-FB70-19F1-DA44-5356B473988D}"/>
          </ac:spMkLst>
        </pc:spChg>
        <pc:spChg chg="add mod">
          <ac:chgData name="" userId="" providerId="" clId="Web-{3ECC62D7-DE3C-4775-992D-B371EEDE478C}" dt="2026-09-10T15:08:27.234" v="2" actId="34807"/>
          <ac:spMkLst>
            <pc:docMk/>
            <pc:sldMk cId="1763520816" sldId="659"/>
            <ac:spMk id="9571" creationId="{FE1434AF-B40B-FF70-92F9-E80B7B8CA471}"/>
          </ac:spMkLst>
        </pc:spChg>
        <pc:spChg chg="add mod">
          <ac:chgData name="" userId="" providerId="" clId="Web-{3ECC62D7-DE3C-4775-992D-B371EEDE478C}" dt="2026-09-10T15:08:27.234" v="2" actId="34807"/>
          <ac:spMkLst>
            <pc:docMk/>
            <pc:sldMk cId="1763520816" sldId="659"/>
            <ac:spMk id="9608" creationId="{E7E1DAB7-755F-73C3-9AD9-7A432E7BD4ED}"/>
          </ac:spMkLst>
        </pc:spChg>
        <pc:spChg chg="add mod">
          <ac:chgData name="" userId="" providerId="" clId="Web-{3ECC62D7-DE3C-4775-992D-B371EEDE478C}" dt="2026-09-10T15:08:27.234" v="2" actId="34807"/>
          <ac:spMkLst>
            <pc:docMk/>
            <pc:sldMk cId="1763520816" sldId="659"/>
            <ac:spMk id="9646" creationId="{8D6F0FCC-C119-B26A-F5FF-DA48721D081E}"/>
          </ac:spMkLst>
        </pc:spChg>
        <pc:spChg chg="add mod">
          <ac:chgData name="" userId="" providerId="" clId="Web-{3ECC62D7-DE3C-4775-992D-B371EEDE478C}" dt="2026-09-10T15:08:27.234" v="2" actId="34807"/>
          <ac:spMkLst>
            <pc:docMk/>
            <pc:sldMk cId="1763520816" sldId="659"/>
            <ac:spMk id="9808" creationId="{7FC8F645-4217-DC05-E5A8-E371EF1A15F1}"/>
          </ac:spMkLst>
        </pc:spChg>
        <pc:spChg chg="add mod">
          <ac:chgData name="" userId="" providerId="" clId="Web-{3ECC62D7-DE3C-4775-992D-B371EEDE478C}" dt="2026-09-10T15:08:27.234" v="2" actId="34807"/>
          <ac:spMkLst>
            <pc:docMk/>
            <pc:sldMk cId="1763520816" sldId="659"/>
            <ac:spMk id="10033" creationId="{ADFF6CB4-877E-8B87-AFB9-E4314B48187E}"/>
          </ac:spMkLst>
        </pc:spChg>
        <pc:spChg chg="add mod">
          <ac:chgData name="" userId="" providerId="" clId="Web-{3ECC62D7-DE3C-4775-992D-B371EEDE478C}" dt="2026-09-10T15:08:27.234" v="2" actId="34807"/>
          <ac:spMkLst>
            <pc:docMk/>
            <pc:sldMk cId="1763520816" sldId="659"/>
            <ac:spMk id="10130" creationId="{CF24EF62-0EAA-EFCF-4D92-9AFDB5EBA082}"/>
          </ac:spMkLst>
        </pc:spChg>
      </pc:sldChg>
      <pc:sldChg chg="addSp delSp modSp mod setBg modNotesTx">
        <pc:chgData name="" userId="" providerId="" clId="Web-{3ECC62D7-DE3C-4775-992D-B371EEDE478C}" dt="2026-09-10T15:09:58.472" v="7" actId="34807"/>
        <pc:sldMkLst>
          <pc:docMk/>
          <pc:sldMk cId="1623597511" sldId="862"/>
        </pc:sldMkLst>
        <pc:spChg chg="del">
          <ac:chgData name="" userId="" providerId="" clId="Web-{3ECC62D7-DE3C-4775-992D-B371EEDE478C}" dt="2026-09-10T15:08:27.234" v="2" actId="34807"/>
          <ac:spMkLst>
            <pc:docMk/>
            <pc:sldMk cId="1623597511" sldId="862"/>
            <ac:spMk id="1026" creationId="{1DD51418-2E5B-8D75-4ADE-429F9834BE4A}"/>
          </ac:spMkLst>
        </pc:spChg>
        <pc:spChg chg="del">
          <ac:chgData name="" userId="" providerId="" clId="Web-{3ECC62D7-DE3C-4775-992D-B371EEDE478C}" dt="2026-09-10T15:08:27.234" v="2" actId="34807"/>
          <ac:spMkLst>
            <pc:docMk/>
            <pc:sldMk cId="1623597511" sldId="862"/>
            <ac:spMk id="1075" creationId="{4B5AEB6A-EE69-3B69-8DAA-3790A860422A}"/>
          </ac:spMkLst>
        </pc:spChg>
        <pc:spChg chg="del">
          <ac:chgData name="" userId="" providerId="" clId="Web-{3ECC62D7-DE3C-4775-992D-B371EEDE478C}" dt="2026-09-10T15:08:27.234" v="2" actId="34807"/>
          <ac:spMkLst>
            <pc:docMk/>
            <pc:sldMk cId="1623597511" sldId="862"/>
            <ac:spMk id="1286" creationId="{28C433B6-B7AE-508F-E145-0EF871031C04}"/>
          </ac:spMkLst>
        </pc:spChg>
        <pc:spChg chg="del">
          <ac:chgData name="" userId="" providerId="" clId="Web-{3ECC62D7-DE3C-4775-992D-B371EEDE478C}" dt="2026-09-10T15:08:27.234" v="2" actId="34807"/>
          <ac:spMkLst>
            <pc:docMk/>
            <pc:sldMk cId="1623597511" sldId="862"/>
            <ac:spMk id="1457" creationId="{5B29B078-A687-A59A-2E19-550296DCB929}"/>
          </ac:spMkLst>
        </pc:spChg>
        <pc:spChg chg="del">
          <ac:chgData name="" userId="" providerId="" clId="Web-{3ECC62D7-DE3C-4775-992D-B371EEDE478C}" dt="2026-09-10T15:08:27.234" v="2" actId="34807"/>
          <ac:spMkLst>
            <pc:docMk/>
            <pc:sldMk cId="1623597511" sldId="862"/>
            <ac:spMk id="1576" creationId="{BA80E19C-96C6-330F-E860-C94F9E6E9329}"/>
          </ac:spMkLst>
        </pc:spChg>
        <pc:spChg chg="del">
          <ac:chgData name="" userId="" providerId="" clId="Web-{3ECC62D7-DE3C-4775-992D-B371EEDE478C}" dt="2026-09-10T15:08:27.234" v="2" actId="34807"/>
          <ac:spMkLst>
            <pc:docMk/>
            <pc:sldMk cId="1623597511" sldId="862"/>
            <ac:spMk id="6771" creationId="{887969FE-8074-8904-C4E1-CABDB075B0D1}"/>
          </ac:spMkLst>
        </pc:spChg>
        <pc:spChg chg="add mod">
          <ac:chgData name="" userId="" providerId="" clId="Web-{3ECC62D7-DE3C-4775-992D-B371EEDE478C}" dt="2026-09-10T15:08:27.234" v="2" actId="34807"/>
          <ac:spMkLst>
            <pc:docMk/>
            <pc:sldMk cId="1623597511" sldId="862"/>
            <ac:spMk id="10257" creationId="{B6F01445-095F-1AC3-99F5-03123046494C}"/>
          </ac:spMkLst>
        </pc:spChg>
        <pc:spChg chg="add mod">
          <ac:chgData name="" userId="" providerId="" clId="Web-{3ECC62D7-DE3C-4775-992D-B371EEDE478C}" dt="2026-09-10T15:08:27.234" v="2" actId="34807"/>
          <ac:spMkLst>
            <pc:docMk/>
            <pc:sldMk cId="1623597511" sldId="862"/>
            <ac:spMk id="10322" creationId="{9689FD42-CF0C-EA1E-9E33-2AAEF484F2C9}"/>
          </ac:spMkLst>
        </pc:spChg>
        <pc:spChg chg="add mod">
          <ac:chgData name="" userId="" providerId="" clId="Web-{3ECC62D7-DE3C-4775-992D-B371EEDE478C}" dt="2026-09-10T15:08:27.234" v="2" actId="34807"/>
          <ac:spMkLst>
            <pc:docMk/>
            <pc:sldMk cId="1623597511" sldId="862"/>
            <ac:spMk id="10662" creationId="{7CAEB319-0EE9-B11D-DFA3-FE60825A0B7A}"/>
          </ac:spMkLst>
        </pc:spChg>
        <pc:spChg chg="mod">
          <ac:chgData name="" userId="" providerId="" clId="Web-{3ECC62D7-DE3C-4775-992D-B371EEDE478C}" dt="2026-09-10T15:09:58.472" v="7" actId="34807"/>
          <ac:spMkLst>
            <pc:docMk/>
            <pc:sldMk cId="1623597511" sldId="862"/>
            <ac:spMk id="10733" creationId="{2B6CBF96-5DD2-51C4-EF99-69A083646901}"/>
          </ac:spMkLst>
        </pc:spChg>
        <pc:spChg chg="mod">
          <ac:chgData name="" userId="" providerId="" clId="Web-{3ECC62D7-DE3C-4775-992D-B371EEDE478C}" dt="2026-09-10T15:09:58.472" v="7" actId="34807"/>
          <ac:spMkLst>
            <pc:docMk/>
            <pc:sldMk cId="1623597511" sldId="862"/>
            <ac:spMk id="10878" creationId="{B3A93BC5-E9B1-37B1-095D-4C308F3B3148}"/>
          </ac:spMkLst>
        </pc:spChg>
        <pc:spChg chg="mod">
          <ac:chgData name="" userId="" providerId="" clId="Web-{3ECC62D7-DE3C-4775-992D-B371EEDE478C}" dt="2026-09-10T15:09:58.472" v="7" actId="34807"/>
          <ac:spMkLst>
            <pc:docMk/>
            <pc:sldMk cId="1623597511" sldId="862"/>
            <ac:spMk id="11027" creationId="{0709E75E-70C5-F63A-460B-098B09C9A926}"/>
          </ac:spMkLst>
        </pc:spChg>
        <pc:spChg chg="add mod">
          <ac:chgData name="" userId="" providerId="" clId="Web-{3ECC62D7-DE3C-4775-992D-B371EEDE478C}" dt="2026-09-10T15:08:27.234" v="2" actId="34807"/>
          <ac:spMkLst>
            <pc:docMk/>
            <pc:sldMk cId="1623597511" sldId="862"/>
            <ac:spMk id="11103" creationId="{FA7C54A3-EB5C-1B73-25E9-5E81924CC74D}"/>
          </ac:spMkLst>
        </pc:spChg>
      </pc:sldChg>
      <pc:sldChg chg="addSp delSp modSp mod setBg modNotesTx">
        <pc:chgData name="" userId="" providerId="" clId="Web-{3ECC62D7-DE3C-4775-992D-B371EEDE478C}" dt="2026-09-10T15:09:58.472" v="7" actId="34807"/>
        <pc:sldMkLst>
          <pc:docMk/>
          <pc:sldMk cId="4002290918" sldId="1066"/>
        </pc:sldMkLst>
        <pc:spChg chg="del">
          <ac:chgData name="" userId="" providerId="" clId="Web-{3ECC62D7-DE3C-4775-992D-B371EEDE478C}" dt="2026-09-10T15:08:27.234" v="2" actId="34807"/>
          <ac:spMkLst>
            <pc:docMk/>
            <pc:sldMk cId="4002290918" sldId="1066"/>
            <ac:spMk id="1716" creationId="{25D0BFA6-9F97-91B3-0BE9-768453DE2A3A}"/>
          </ac:spMkLst>
        </pc:spChg>
        <pc:spChg chg="del">
          <ac:chgData name="" userId="" providerId="" clId="Web-{3ECC62D7-DE3C-4775-992D-B371EEDE478C}" dt="2026-09-10T15:08:27.234" v="2" actId="34807"/>
          <ac:spMkLst>
            <pc:docMk/>
            <pc:sldMk cId="4002290918" sldId="1066"/>
            <ac:spMk id="1740" creationId="{6534D35D-F7D3-7E27-34AA-C24F65A48CE1}"/>
          </ac:spMkLst>
        </pc:spChg>
        <pc:spChg chg="del">
          <ac:chgData name="" userId="" providerId="" clId="Web-{3ECC62D7-DE3C-4775-992D-B371EEDE478C}" dt="2026-09-10T15:08:27.234" v="2" actId="34807"/>
          <ac:spMkLst>
            <pc:docMk/>
            <pc:sldMk cId="4002290918" sldId="1066"/>
            <ac:spMk id="1773" creationId="{95707BB5-CED2-FE0A-072C-8500F9A9F8E5}"/>
          </ac:spMkLst>
        </pc:spChg>
        <pc:spChg chg="add mod">
          <ac:chgData name="" userId="" providerId="" clId="Web-{3ECC62D7-DE3C-4775-992D-B371EEDE478C}" dt="2026-09-10T15:08:27.234" v="2" actId="34807"/>
          <ac:spMkLst>
            <pc:docMk/>
            <pc:sldMk cId="4002290918" sldId="1066"/>
            <ac:spMk id="11195" creationId="{71DE542B-0F64-DB2C-E7EF-D8A95089913E}"/>
          </ac:spMkLst>
        </pc:spChg>
        <pc:spChg chg="add mod">
          <ac:chgData name="" userId="" providerId="" clId="Web-{3ECC62D7-DE3C-4775-992D-B371EEDE478C}" dt="2026-09-10T15:08:27.234" v="2" actId="34807"/>
          <ac:spMkLst>
            <pc:docMk/>
            <pc:sldMk cId="4002290918" sldId="1066"/>
            <ac:spMk id="11288" creationId="{01854B0B-D66D-F15D-EDB6-6F569F40369B}"/>
          </ac:spMkLst>
        </pc:spChg>
        <pc:spChg chg="mod">
          <ac:chgData name="" userId="" providerId="" clId="Web-{3ECC62D7-DE3C-4775-992D-B371EEDE478C}" dt="2026-09-10T15:09:58.472" v="7" actId="34807"/>
          <ac:spMkLst>
            <pc:docMk/>
            <pc:sldMk cId="4002290918" sldId="1066"/>
            <ac:spMk id="11477" creationId="{9526D882-CF33-E125-C00D-E5168069D4CC}"/>
          </ac:spMkLst>
        </pc:spChg>
        <pc:spChg chg="add mod">
          <ac:chgData name="" userId="" providerId="" clId="Web-{3ECC62D7-DE3C-4775-992D-B371EEDE478C}" dt="2026-09-10T15:08:27.234" v="2" actId="34807"/>
          <ac:spMkLst>
            <pc:docMk/>
            <pc:sldMk cId="4002290918" sldId="1066"/>
            <ac:spMk id="11670" creationId="{A935C83A-EE24-964A-082C-2DB89410720C}"/>
          </ac:spMkLst>
        </pc:spChg>
        <pc:spChg chg="add mod">
          <ac:chgData name="" userId="" providerId="" clId="Web-{3ECC62D7-DE3C-4775-992D-B371EEDE478C}" dt="2026-09-10T15:08:27.234" v="2" actId="34807"/>
          <ac:spMkLst>
            <pc:docMk/>
            <pc:sldMk cId="4002290918" sldId="1066"/>
            <ac:spMk id="11867" creationId="{FADC0954-7B40-21D2-AFB1-DB6D619481E9}"/>
          </ac:spMkLst>
        </pc:spChg>
        <pc:spChg chg="add mod">
          <ac:chgData name="" userId="" providerId="" clId="Web-{3ECC62D7-DE3C-4775-992D-B371EEDE478C}" dt="2026-09-10T15:08:27.234" v="2" actId="34807"/>
          <ac:spMkLst>
            <pc:docMk/>
            <pc:sldMk cId="4002290918" sldId="1066"/>
            <ac:spMk id="12170" creationId="{AAAB3A4F-E173-255F-3A4A-45B063578B90}"/>
          </ac:spMkLst>
        </pc:spChg>
        <pc:spChg chg="add mod">
          <ac:chgData name="" userId="" providerId="" clId="Web-{3ECC62D7-DE3C-4775-992D-B371EEDE478C}" dt="2026-09-10T15:09:58.472" v="7" actId="34807"/>
          <ac:spMkLst>
            <pc:docMk/>
            <pc:sldMk cId="4002290918" sldId="1066"/>
            <ac:spMk id="12803" creationId="{ECEC16F5-AEFE-E1D4-E623-1EE3906451F7}"/>
          </ac:spMkLst>
        </pc:spChg>
        <pc:spChg chg="add mod">
          <ac:chgData name="" userId="" providerId="" clId="Web-{3ECC62D7-DE3C-4775-992D-B371EEDE478C}" dt="2026-09-10T15:09:58.472" v="7" actId="34807"/>
          <ac:spMkLst>
            <pc:docMk/>
            <pc:sldMk cId="4002290918" sldId="1066"/>
            <ac:spMk id="13022" creationId="{56F46872-29BB-1BC7-7464-385D0068ADB9}"/>
          </ac:spMkLst>
        </pc:spChg>
        <pc:spChg chg="mod">
          <ac:chgData name="" userId="" providerId="" clId="Web-{3ECC62D7-DE3C-4775-992D-B371EEDE478C}" dt="2026-09-10T15:09:58.472" v="7" actId="34807"/>
          <ac:spMkLst>
            <pc:docMk/>
            <pc:sldMk cId="4002290918" sldId="1066"/>
            <ac:spMk id="13245" creationId="{BEBC2720-995C-CAC6-26E4-72353CCEF53B}"/>
          </ac:spMkLst>
        </pc:spChg>
      </pc:sldChg>
      <pc:sldChg chg="addSp delSp modSp mod setBg modNotesTx">
        <pc:chgData name="" userId="" providerId="" clId="Web-{3ECC62D7-DE3C-4775-992D-B371EEDE478C}" dt="2026-09-10T15:09:58.472" v="7" actId="34807"/>
        <pc:sldMkLst>
          <pc:docMk/>
          <pc:sldMk cId="2736095792" sldId="1271"/>
        </pc:sldMkLst>
        <pc:spChg chg="del">
          <ac:chgData name="" userId="" providerId="" clId="Web-{3ECC62D7-DE3C-4775-992D-B371EEDE478C}" dt="2026-09-10T15:08:40.781" v="3" actId="34807"/>
          <ac:spMkLst>
            <pc:docMk/>
            <pc:sldMk cId="2736095792" sldId="1271"/>
            <ac:spMk id="1817" creationId="{25A045A0-D60A-5D8E-943C-B1F4B5F37215}"/>
          </ac:spMkLst>
        </pc:spChg>
        <pc:spChg chg="del">
          <ac:chgData name="" userId="" providerId="" clId="Web-{3ECC62D7-DE3C-4775-992D-B371EEDE478C}" dt="2026-09-10T15:08:40.781" v="3" actId="34807"/>
          <ac:spMkLst>
            <pc:docMk/>
            <pc:sldMk cId="2736095792" sldId="1271"/>
            <ac:spMk id="1871" creationId="{2522DE88-9C04-0FE3-0C16-C17747DD10A8}"/>
          </ac:spMkLst>
        </pc:spChg>
        <pc:spChg chg="del">
          <ac:chgData name="" userId="" providerId="" clId="Web-{3ECC62D7-DE3C-4775-992D-B371EEDE478C}" dt="2026-09-10T15:08:40.781" v="3" actId="34807"/>
          <ac:spMkLst>
            <pc:docMk/>
            <pc:sldMk cId="2736095792" sldId="1271"/>
            <ac:spMk id="1891" creationId="{3851E9ED-FB54-37DD-679F-1D1F51091F26}"/>
          </ac:spMkLst>
        </pc:spChg>
        <pc:spChg chg="del">
          <ac:chgData name="" userId="" providerId="" clId="Web-{3ECC62D7-DE3C-4775-992D-B371EEDE478C}" dt="2026-09-10T15:08:40.781" v="3" actId="34807"/>
          <ac:spMkLst>
            <pc:docMk/>
            <pc:sldMk cId="2736095792" sldId="1271"/>
            <ac:spMk id="1912" creationId="{C766D406-4A2B-661F-5981-77C0F3C31048}"/>
          </ac:spMkLst>
        </pc:spChg>
        <pc:spChg chg="del">
          <ac:chgData name="" userId="" providerId="" clId="Web-{3ECC62D7-DE3C-4775-992D-B371EEDE478C}" dt="2026-09-10T15:08:40.781" v="3" actId="34807"/>
          <ac:spMkLst>
            <pc:docMk/>
            <pc:sldMk cId="2736095792" sldId="1271"/>
            <ac:spMk id="1981" creationId="{53C79F90-E637-3E33-1CCF-9560F0819136}"/>
          </ac:spMkLst>
        </pc:spChg>
        <pc:spChg chg="mod">
          <ac:chgData name="" userId="" providerId="" clId="Web-{3ECC62D7-DE3C-4775-992D-B371EEDE478C}" dt="2026-09-10T15:09:58.472" v="7" actId="34807"/>
          <ac:spMkLst>
            <pc:docMk/>
            <pc:sldMk cId="2736095792" sldId="1271"/>
            <ac:spMk id="13368" creationId="{A74186EB-AE04-026F-3867-02C1968CC8E2}"/>
          </ac:spMkLst>
        </pc:spChg>
        <pc:spChg chg="add mod">
          <ac:chgData name="" userId="" providerId="" clId="Web-{3ECC62D7-DE3C-4775-992D-B371EEDE478C}" dt="2026-09-10T15:09:58.472" v="7" actId="34807"/>
          <ac:spMkLst>
            <pc:docMk/>
            <pc:sldMk cId="2736095792" sldId="1271"/>
            <ac:spMk id="13373" creationId="{97FEEEA6-B045-A85C-823E-B175CD82E3F2}"/>
          </ac:spMkLst>
        </pc:spChg>
        <pc:spChg chg="add mod">
          <ac:chgData name="" userId="" providerId="" clId="Web-{3ECC62D7-DE3C-4775-992D-B371EEDE478C}" dt="2026-09-10T15:09:58.472" v="7" actId="34807"/>
          <ac:spMkLst>
            <pc:docMk/>
            <pc:sldMk cId="2736095792" sldId="1271"/>
            <ac:spMk id="13379" creationId="{77B4C0D9-06CD-8377-1224-29296EF8D5F9}"/>
          </ac:spMkLst>
        </pc:spChg>
        <pc:spChg chg="add mod">
          <ac:chgData name="" userId="" providerId="" clId="Web-{3ECC62D7-DE3C-4775-992D-B371EEDE478C}" dt="2026-09-10T15:08:40.781" v="3" actId="34807"/>
          <ac:spMkLst>
            <pc:docMk/>
            <pc:sldMk cId="2736095792" sldId="1271"/>
            <ac:spMk id="13413" creationId="{BAD2DFF4-4DEB-5E50-B7F2-8F2B93E783EE}"/>
          </ac:spMkLst>
        </pc:spChg>
        <pc:spChg chg="add mod">
          <ac:chgData name="" userId="" providerId="" clId="Web-{3ECC62D7-DE3C-4775-992D-B371EEDE478C}" dt="2026-09-10T15:08:40.781" v="3" actId="34807"/>
          <ac:spMkLst>
            <pc:docMk/>
            <pc:sldMk cId="2736095792" sldId="1271"/>
            <ac:spMk id="13436" creationId="{24EF7A87-A884-C0F1-000D-7EF942EAAC5A}"/>
          </ac:spMkLst>
        </pc:spChg>
        <pc:spChg chg="add mod">
          <ac:chgData name="" userId="" providerId="" clId="Web-{3ECC62D7-DE3C-4775-992D-B371EEDE478C}" dt="2026-09-10T15:08:40.781" v="3" actId="34807"/>
          <ac:spMkLst>
            <pc:docMk/>
            <pc:sldMk cId="2736095792" sldId="1271"/>
            <ac:spMk id="13463" creationId="{1FDAAD83-E80F-34CF-08F9-59ABD05FCA1B}"/>
          </ac:spMkLst>
        </pc:spChg>
      </pc:sldChg>
      <pc:sldChg chg="addSp delSp modSp mod setBg modNotesTx">
        <pc:chgData name="" userId="" providerId="" clId="Web-{3ECC62D7-DE3C-4775-992D-B371EEDE478C}" dt="2026-09-10T15:09:58.472" v="7" actId="34807"/>
        <pc:sldMkLst>
          <pc:docMk/>
          <pc:sldMk cId="3534592662" sldId="1477"/>
        </pc:sldMkLst>
        <pc:spChg chg="del">
          <ac:chgData name="" userId="" providerId="" clId="Web-{3ECC62D7-DE3C-4775-992D-B371EEDE478C}" dt="2026-09-10T15:08:40.781" v="3" actId="34807"/>
          <ac:spMkLst>
            <pc:docMk/>
            <pc:sldMk cId="3534592662" sldId="1477"/>
            <ac:spMk id="2062" creationId="{5BA88BAC-FBF0-1FB9-DFC1-F30CFD464DD0}"/>
          </ac:spMkLst>
        </pc:spChg>
        <pc:spChg chg="del">
          <ac:chgData name="" userId="" providerId="" clId="Web-{3ECC62D7-DE3C-4775-992D-B371EEDE478C}" dt="2026-09-10T15:08:40.781" v="3" actId="34807"/>
          <ac:spMkLst>
            <pc:docMk/>
            <pc:sldMk cId="3534592662" sldId="1477"/>
            <ac:spMk id="2189" creationId="{DA9E9D34-3A8A-AD04-0117-00903DBABFBF}"/>
          </ac:spMkLst>
        </pc:spChg>
        <pc:spChg chg="del">
          <ac:chgData name="" userId="" providerId="" clId="Web-{3ECC62D7-DE3C-4775-992D-B371EEDE478C}" dt="2026-09-10T15:08:40.781" v="3" actId="34807"/>
          <ac:spMkLst>
            <pc:docMk/>
            <pc:sldMk cId="3534592662" sldId="1477"/>
            <ac:spMk id="2224" creationId="{51BCF256-FBFA-8D8E-ECF2-065F9609BDD3}"/>
          </ac:spMkLst>
        </pc:spChg>
        <pc:spChg chg="del">
          <ac:chgData name="" userId="" providerId="" clId="Web-{3ECC62D7-DE3C-4775-992D-B371EEDE478C}" dt="2026-09-10T15:08:40.781" v="3" actId="34807"/>
          <ac:spMkLst>
            <pc:docMk/>
            <pc:sldMk cId="3534592662" sldId="1477"/>
            <ac:spMk id="2377" creationId="{57AADB02-B5DF-E338-00F2-61114FD3BD34}"/>
          </ac:spMkLst>
        </pc:spChg>
        <pc:spChg chg="add mod">
          <ac:chgData name="" userId="" providerId="" clId="Web-{3ECC62D7-DE3C-4775-992D-B371EEDE478C}" dt="2026-09-10T15:08:40.781" v="3" actId="34807"/>
          <ac:spMkLst>
            <pc:docMk/>
            <pc:sldMk cId="3534592662" sldId="1477"/>
            <ac:spMk id="13516" creationId="{74CA415F-B39B-D2C8-6684-3C4237E158E1}"/>
          </ac:spMkLst>
        </pc:spChg>
        <pc:spChg chg="mod">
          <ac:chgData name="" userId="" providerId="" clId="Web-{3ECC62D7-DE3C-4775-992D-B371EEDE478C}" dt="2026-09-10T15:09:58.472" v="7" actId="34807"/>
          <ac:spMkLst>
            <pc:docMk/>
            <pc:sldMk cId="3534592662" sldId="1477"/>
            <ac:spMk id="13573" creationId="{60D9C191-A798-FCB2-9CE2-29632E73F552}"/>
          </ac:spMkLst>
        </pc:spChg>
        <pc:spChg chg="add mod">
          <ac:chgData name="" userId="" providerId="" clId="Web-{3ECC62D7-DE3C-4775-992D-B371EEDE478C}" dt="2026-09-10T15:08:40.781" v="3" actId="34807"/>
          <ac:spMkLst>
            <pc:docMk/>
            <pc:sldMk cId="3534592662" sldId="1477"/>
            <ac:spMk id="13603" creationId="{2715F5DB-F321-D0F3-209E-1F5923CBBCE2}"/>
          </ac:spMkLst>
        </pc:spChg>
        <pc:spChg chg="add mod">
          <ac:chgData name="" userId="" providerId="" clId="Web-{3ECC62D7-DE3C-4775-992D-B371EEDE478C}" dt="2026-09-10T15:08:40.781" v="3" actId="34807"/>
          <ac:spMkLst>
            <pc:docMk/>
            <pc:sldMk cId="3534592662" sldId="1477"/>
            <ac:spMk id="13699" creationId="{17291E49-25A8-1483-31AB-517008867B0A}"/>
          </ac:spMkLst>
        </pc:spChg>
        <pc:spChg chg="mod">
          <ac:chgData name="" userId="" providerId="" clId="Web-{3ECC62D7-DE3C-4775-992D-B371EEDE478C}" dt="2026-09-10T15:09:58.472" v="7" actId="34807"/>
          <ac:spMkLst>
            <pc:docMk/>
            <pc:sldMk cId="3534592662" sldId="1477"/>
            <ac:spMk id="13879" creationId="{D9052D06-2CB7-DA19-3D3A-EBC3B13D8176}"/>
          </ac:spMkLst>
        </pc:spChg>
        <pc:spChg chg="add mod">
          <ac:chgData name="" userId="" providerId="" clId="Web-{3ECC62D7-DE3C-4775-992D-B371EEDE478C}" dt="2026-09-10T15:08:40.781" v="3" actId="34807"/>
          <ac:spMkLst>
            <pc:docMk/>
            <pc:sldMk cId="3534592662" sldId="1477"/>
            <ac:spMk id="13918" creationId="{9BE459F1-A1AD-EA6F-2FD4-E0F9C98DF320}"/>
          </ac:spMkLst>
        </pc:spChg>
        <pc:spChg chg="add mod">
          <ac:chgData name="" userId="" providerId="" clId="Web-{3ECC62D7-DE3C-4775-992D-B371EEDE478C}" dt="2026-09-10T15:08:40.781" v="3" actId="34807"/>
          <ac:spMkLst>
            <pc:docMk/>
            <pc:sldMk cId="3534592662" sldId="1477"/>
            <ac:spMk id="14041" creationId="{F4C169FA-7F42-652C-A8D3-EB166B412D98}"/>
          </ac:spMkLst>
        </pc:spChg>
        <pc:spChg chg="add mod">
          <ac:chgData name="" userId="" providerId="" clId="Web-{3ECC62D7-DE3C-4775-992D-B371EEDE478C}" dt="2026-09-10T15:08:40.781" v="3" actId="34807"/>
          <ac:spMkLst>
            <pc:docMk/>
            <pc:sldMk cId="3534592662" sldId="1477"/>
            <ac:spMk id="14363" creationId="{CB66C5D2-A415-09DB-B24B-8898CC85DB44}"/>
          </ac:spMkLst>
        </pc:spChg>
      </pc:sldChg>
      <pc:sldChg chg="addSp delSp modSp mod setBg modNotesTx">
        <pc:chgData name="" userId="" providerId="" clId="Web-{3ECC62D7-DE3C-4775-992D-B371EEDE478C}" dt="2026-09-10T15:09:58.472" v="7" actId="34807"/>
        <pc:sldMkLst>
          <pc:docMk/>
          <pc:sldMk cId="2369253086" sldId="1684"/>
        </pc:sldMkLst>
        <pc:spChg chg="del">
          <ac:chgData name="" userId="" providerId="" clId="Web-{3ECC62D7-DE3C-4775-992D-B371EEDE478C}" dt="2026-09-10T15:08:40.781" v="3" actId="34807"/>
          <ac:spMkLst>
            <pc:docMk/>
            <pc:sldMk cId="2369253086" sldId="1684"/>
            <ac:spMk id="2798" creationId="{1ADC48A4-0B3B-E5F3-9431-FF382D10AC50}"/>
          </ac:spMkLst>
        </pc:spChg>
        <pc:spChg chg="del">
          <ac:chgData name="" userId="" providerId="" clId="Web-{3ECC62D7-DE3C-4775-992D-B371EEDE478C}" dt="2026-09-10T15:08:40.781" v="3" actId="34807"/>
          <ac:spMkLst>
            <pc:docMk/>
            <pc:sldMk cId="2369253086" sldId="1684"/>
            <ac:spMk id="2851" creationId="{058BBAFA-2529-5493-6EAE-341AF8F56B63}"/>
          </ac:spMkLst>
        </pc:spChg>
        <pc:spChg chg="del">
          <ac:chgData name="" userId="" providerId="" clId="Web-{3ECC62D7-DE3C-4775-992D-B371EEDE478C}" dt="2026-09-10T15:08:40.781" v="3" actId="34807"/>
          <ac:spMkLst>
            <pc:docMk/>
            <pc:sldMk cId="2369253086" sldId="1684"/>
            <ac:spMk id="3073" creationId="{68383F18-81B0-15CB-3470-34EC4D451B30}"/>
          </ac:spMkLst>
        </pc:spChg>
        <pc:spChg chg="add mod">
          <ac:chgData name="" userId="" providerId="" clId="Web-{3ECC62D7-DE3C-4775-992D-B371EEDE478C}" dt="2026-09-10T15:08:40.781" v="3" actId="34807"/>
          <ac:spMkLst>
            <pc:docMk/>
            <pc:sldMk cId="2369253086" sldId="1684"/>
            <ac:spMk id="14706" creationId="{E3CD7D02-6D54-6B4E-62B4-7FBD9E7C6361}"/>
          </ac:spMkLst>
        </pc:spChg>
        <pc:spChg chg="mod">
          <ac:chgData name="" userId="" providerId="" clId="Web-{3ECC62D7-DE3C-4775-992D-B371EEDE478C}" dt="2026-09-10T15:09:58.472" v="7" actId="34807"/>
          <ac:spMkLst>
            <pc:docMk/>
            <pc:sldMk cId="2369253086" sldId="1684"/>
            <ac:spMk id="14847" creationId="{325C7CD8-ABDD-A244-BA9B-52F6DAB2E630}"/>
          </ac:spMkLst>
        </pc:spChg>
        <pc:spChg chg="add mod">
          <ac:chgData name="" userId="" providerId="" clId="Web-{3ECC62D7-DE3C-4775-992D-B371EEDE478C}" dt="2026-09-10T15:08:40.781" v="3" actId="34807"/>
          <ac:spMkLst>
            <pc:docMk/>
            <pc:sldMk cId="2369253086" sldId="1684"/>
            <ac:spMk id="15141" creationId="{0FEB1E20-3B6A-82FF-B966-4D45FE9CDCF5}"/>
          </ac:spMkLst>
        </pc:spChg>
        <pc:spChg chg="add mod">
          <ac:chgData name="" userId="" providerId="" clId="Web-{3ECC62D7-DE3C-4775-992D-B371EEDE478C}" dt="2026-09-10T15:08:40.781" v="3" actId="34807"/>
          <ac:spMkLst>
            <pc:docMk/>
            <pc:sldMk cId="2369253086" sldId="1684"/>
            <ac:spMk id="15612" creationId="{764DA3DC-FD61-A465-7481-BBB2A0F6450D}"/>
          </ac:spMkLst>
        </pc:spChg>
        <pc:spChg chg="mod">
          <ac:chgData name="" userId="" providerId="" clId="Web-{3ECC62D7-DE3C-4775-992D-B371EEDE478C}" dt="2026-09-10T15:09:58.472" v="7" actId="34807"/>
          <ac:spMkLst>
            <pc:docMk/>
            <pc:sldMk cId="2369253086" sldId="1684"/>
            <ac:spMk id="15777" creationId="{A976CCA4-347B-924E-5C7A-B397D0922B32}"/>
          </ac:spMkLst>
        </pc:spChg>
        <pc:spChg chg="add mod">
          <ac:chgData name="" userId="" providerId="" clId="Web-{3ECC62D7-DE3C-4775-992D-B371EEDE478C}" dt="2026-09-10T15:08:40.781" v="3" actId="34807"/>
          <ac:spMkLst>
            <pc:docMk/>
            <pc:sldMk cId="2369253086" sldId="1684"/>
            <ac:spMk id="16119" creationId="{880E2A8A-025A-78ED-0AAD-E5A5016851DB}"/>
          </ac:spMkLst>
        </pc:spChg>
        <pc:spChg chg="add mod">
          <ac:chgData name="" userId="" providerId="" clId="Web-{3ECC62D7-DE3C-4775-992D-B371EEDE478C}" dt="2026-09-10T15:08:40.781" v="3" actId="34807"/>
          <ac:spMkLst>
            <pc:docMk/>
            <pc:sldMk cId="2369253086" sldId="1684"/>
            <ac:spMk id="16296" creationId="{E70B6E1A-FC1E-A408-E374-DBF143098CDC}"/>
          </ac:spMkLst>
        </pc:spChg>
        <pc:spChg chg="add mod">
          <ac:chgData name="" userId="" providerId="" clId="Web-{3ECC62D7-DE3C-4775-992D-B371EEDE478C}" dt="2026-09-10T15:08:40.781" v="3" actId="34807"/>
          <ac:spMkLst>
            <pc:docMk/>
            <pc:sldMk cId="2369253086" sldId="1684"/>
            <ac:spMk id="16477" creationId="{FAF73448-5064-9F3C-C6FE-E273DBFE78DD}"/>
          </ac:spMkLst>
        </pc:spChg>
        <pc:spChg chg="mod">
          <ac:chgData name="" userId="" providerId="" clId="Web-{3ECC62D7-DE3C-4775-992D-B371EEDE478C}" dt="2026-09-10T15:09:58.472" v="7" actId="34807"/>
          <ac:spMkLst>
            <pc:docMk/>
            <pc:sldMk cId="2369253086" sldId="1684"/>
            <ac:spMk id="16851" creationId="{B2ED5EF7-8709-7493-3D04-0FA66FE41F1C}"/>
          </ac:spMkLst>
        </pc:spChg>
        <pc:spChg chg="add mod">
          <ac:chgData name="" userId="" providerId="" clId="Web-{3ECC62D7-DE3C-4775-992D-B371EEDE478C}" dt="2026-09-10T15:08:40.781" v="3" actId="34807"/>
          <ac:spMkLst>
            <pc:docMk/>
            <pc:sldMk cId="2369253086" sldId="1684"/>
            <ac:spMk id="17442" creationId="{CD08216C-FBAD-59FA-6C0A-B4FB63E5494A}"/>
          </ac:spMkLst>
        </pc:spChg>
      </pc:sldChg>
      <pc:sldChg chg="addSp delSp modSp mod setBg modNotesTx">
        <pc:chgData name="" userId="" providerId="" clId="Web-{3ECC62D7-DE3C-4775-992D-B371EEDE478C}" dt="2026-09-10T15:09:58.472" v="7" actId="34807"/>
        <pc:sldMkLst>
          <pc:docMk/>
          <pc:sldMk cId="3961531667" sldId="1892"/>
        </pc:sldMkLst>
        <pc:spChg chg="del">
          <ac:chgData name="" userId="" providerId="" clId="Web-{3ECC62D7-DE3C-4775-992D-B371EEDE478C}" dt="2026-09-10T15:08:40.781" v="3" actId="34807"/>
          <ac:spMkLst>
            <pc:docMk/>
            <pc:sldMk cId="3961531667" sldId="1892"/>
            <ac:spMk id="3185" creationId="{FF458871-3CB9-0C52-45E8-4F2439F97153}"/>
          </ac:spMkLst>
        </pc:spChg>
        <pc:spChg chg="del">
          <ac:chgData name="" userId="" providerId="" clId="Web-{3ECC62D7-DE3C-4775-992D-B371EEDE478C}" dt="2026-09-10T15:08:40.781" v="3" actId="34807"/>
          <ac:spMkLst>
            <pc:docMk/>
            <pc:sldMk cId="3961531667" sldId="1892"/>
            <ac:spMk id="3393" creationId="{5AD32FCD-25FC-0403-0661-FD5F4D8D58B1}"/>
          </ac:spMkLst>
        </pc:spChg>
        <pc:spChg chg="del">
          <ac:chgData name="" userId="" providerId="" clId="Web-{3ECC62D7-DE3C-4775-992D-B371EEDE478C}" dt="2026-09-10T15:08:40.781" v="3" actId="34807"/>
          <ac:spMkLst>
            <pc:docMk/>
            <pc:sldMk cId="3961531667" sldId="1892"/>
            <ac:spMk id="3477" creationId="{7DA23CA4-D5D2-1FC4-67E8-B3B18AF4E02A}"/>
          </ac:spMkLst>
        </pc:spChg>
        <pc:spChg chg="del">
          <ac:chgData name="" userId="" providerId="" clId="Web-{3ECC62D7-DE3C-4775-992D-B371EEDE478C}" dt="2026-09-10T15:08:40.781" v="3" actId="34807"/>
          <ac:spMkLst>
            <pc:docMk/>
            <pc:sldMk cId="3961531667" sldId="1892"/>
            <ac:spMk id="6946" creationId="{6A7C54F1-61BB-50F4-756E-1515205A1E5C}"/>
          </ac:spMkLst>
        </pc:spChg>
        <pc:spChg chg="add mod">
          <ac:chgData name="" userId="" providerId="" clId="Web-{3ECC62D7-DE3C-4775-992D-B371EEDE478C}" dt="2026-09-10T15:08:40.781" v="3" actId="34807"/>
          <ac:spMkLst>
            <pc:docMk/>
            <pc:sldMk cId="3961531667" sldId="1892"/>
            <ac:spMk id="17912" creationId="{5BFAECC6-67BE-4298-98B9-2258F192F282}"/>
          </ac:spMkLst>
        </pc:spChg>
        <pc:spChg chg="add mod">
          <ac:chgData name="" userId="" providerId="" clId="Web-{3ECC62D7-DE3C-4775-992D-B371EEDE478C}" dt="2026-09-10T15:08:40.781" v="3" actId="34807"/>
          <ac:spMkLst>
            <pc:docMk/>
            <pc:sldMk cId="3961531667" sldId="1892"/>
            <ac:spMk id="18032" creationId="{DFD39080-E85D-EEC8-9051-C62F4A5431D5}"/>
          </ac:spMkLst>
        </pc:spChg>
        <pc:spChg chg="mod">
          <ac:chgData name="" userId="" providerId="" clId="Web-{3ECC62D7-DE3C-4775-992D-B371EEDE478C}" dt="2026-09-10T15:09:58.472" v="7" actId="34807"/>
          <ac:spMkLst>
            <pc:docMk/>
            <pc:sldMk cId="3961531667" sldId="1892"/>
            <ac:spMk id="18522" creationId="{DAA9A861-8F60-C008-22CC-6BAA143801FE}"/>
          </ac:spMkLst>
        </pc:spChg>
        <pc:spChg chg="add mod">
          <ac:chgData name="" userId="" providerId="" clId="Web-{3ECC62D7-DE3C-4775-992D-B371EEDE478C}" dt="2026-09-10T15:08:40.781" v="3" actId="34807"/>
          <ac:spMkLst>
            <pc:docMk/>
            <pc:sldMk cId="3961531667" sldId="1892"/>
            <ac:spMk id="18900" creationId="{F87C3A95-433F-F336-E3A8-594F01B8CC95}"/>
          </ac:spMkLst>
        </pc:spChg>
        <pc:spChg chg="mod">
          <ac:chgData name="" userId="" providerId="" clId="Web-{3ECC62D7-DE3C-4775-992D-B371EEDE478C}" dt="2026-09-10T15:09:58.472" v="7" actId="34807"/>
          <ac:spMkLst>
            <pc:docMk/>
            <pc:sldMk cId="3961531667" sldId="1892"/>
            <ac:spMk id="19287" creationId="{FD2E9725-2CFA-6148-315F-C88F26CD0FDB}"/>
          </ac:spMkLst>
        </pc:spChg>
        <pc:spChg chg="add mod">
          <ac:chgData name="" userId="" providerId="" clId="Web-{3ECC62D7-DE3C-4775-992D-B371EEDE478C}" dt="2026-09-10T15:08:40.781" v="3" actId="34807"/>
          <ac:spMkLst>
            <pc:docMk/>
            <pc:sldMk cId="3961531667" sldId="1892"/>
            <ac:spMk id="19952" creationId="{092D2EC3-E108-745E-B08F-0DD2C94979D5}"/>
          </ac:spMkLst>
        </pc:spChg>
        <pc:spChg chg="add mod">
          <ac:chgData name="" userId="" providerId="" clId="Web-{3ECC62D7-DE3C-4775-992D-B371EEDE478C}" dt="2026-09-10T15:08:40.781" v="3" actId="34807"/>
          <ac:spMkLst>
            <pc:docMk/>
            <pc:sldMk cId="3961531667" sldId="1892"/>
            <ac:spMk id="20363" creationId="{67DD2BCB-4C00-51B1-885D-8319FE96B83D}"/>
          </ac:spMkLst>
        </pc:spChg>
        <pc:spChg chg="mod">
          <ac:chgData name="" userId="" providerId="" clId="Web-{3ECC62D7-DE3C-4775-992D-B371EEDE478C}" dt="2026-09-10T15:09:58.472" v="7" actId="34807"/>
          <ac:spMkLst>
            <pc:docMk/>
            <pc:sldMk cId="3961531667" sldId="1892"/>
            <ac:spMk id="20925" creationId="{EA678344-6EED-FEC1-FF5A-04A3EFFEF8FB}"/>
          </ac:spMkLst>
        </pc:spChg>
        <pc:spChg chg="mod">
          <ac:chgData name="" userId="" providerId="" clId="Web-{3ECC62D7-DE3C-4775-992D-B371EEDE478C}" dt="2026-09-10T15:09:58.472" v="7" actId="34807"/>
          <ac:spMkLst>
            <pc:docMk/>
            <pc:sldMk cId="3961531667" sldId="1892"/>
            <ac:spMk id="21357" creationId="{24AC29AA-097A-22EE-6962-2787439B1718}"/>
          </ac:spMkLst>
        </pc:spChg>
        <pc:spChg chg="add mod">
          <ac:chgData name="" userId="" providerId="" clId="Web-{3ECC62D7-DE3C-4775-992D-B371EEDE478C}" dt="2026-09-10T15:08:40.781" v="3" actId="34807"/>
          <ac:spMkLst>
            <pc:docMk/>
            <pc:sldMk cId="3961531667" sldId="1892"/>
            <ac:spMk id="21503" creationId="{50493FFC-CA98-BBAE-96A3-3A43A4942106}"/>
          </ac:spMkLst>
        </pc:spChg>
      </pc:sldChg>
      <pc:sldChg chg="addSp delSp modSp mod setBg modNotesTx">
        <pc:chgData name="" userId="" providerId="" clId="Web-{3ECC62D7-DE3C-4775-992D-B371EEDE478C}" dt="2026-09-10T15:09:58.472" v="7" actId="34807"/>
        <pc:sldMkLst>
          <pc:docMk/>
          <pc:sldMk cId="3901143359" sldId="2101"/>
        </pc:sldMkLst>
        <pc:spChg chg="del">
          <ac:chgData name="" userId="" providerId="" clId="Web-{3ECC62D7-DE3C-4775-992D-B371EEDE478C}" dt="2026-09-10T15:09:08.392" v="4" actId="34807"/>
          <ac:spMkLst>
            <pc:docMk/>
            <pc:sldMk cId="3901143359" sldId="2101"/>
            <ac:spMk id="3539" creationId="{BA2C984B-6455-F2B4-7573-13C84B585037}"/>
          </ac:spMkLst>
        </pc:spChg>
        <pc:spChg chg="del">
          <ac:chgData name="" userId="" providerId="" clId="Web-{3ECC62D7-DE3C-4775-992D-B371EEDE478C}" dt="2026-09-10T15:09:08.392" v="4" actId="34807"/>
          <ac:spMkLst>
            <pc:docMk/>
            <pc:sldMk cId="3901143359" sldId="2101"/>
            <ac:spMk id="3799" creationId="{E3C6599B-0913-401D-BF8E-2A05D7E70104}"/>
          </ac:spMkLst>
        </pc:spChg>
        <pc:spChg chg="del">
          <ac:chgData name="" userId="" providerId="" clId="Web-{3ECC62D7-DE3C-4775-992D-B371EEDE478C}" dt="2026-09-10T15:09:08.392" v="4" actId="34807"/>
          <ac:spMkLst>
            <pc:docMk/>
            <pc:sldMk cId="3901143359" sldId="2101"/>
            <ac:spMk id="4019" creationId="{FA2161DB-35A4-5D3A-6CB1-E0A69898C213}"/>
          </ac:spMkLst>
        </pc:spChg>
        <pc:spChg chg="del">
          <ac:chgData name="" userId="" providerId="" clId="Web-{3ECC62D7-DE3C-4775-992D-B371EEDE478C}" dt="2026-09-10T15:09:08.392" v="4" actId="34807"/>
          <ac:spMkLst>
            <pc:docMk/>
            <pc:sldMk cId="3901143359" sldId="2101"/>
            <ac:spMk id="4129" creationId="{97DD39CA-3BC2-02B6-8BEA-E9D2F7CEEB18}"/>
          </ac:spMkLst>
        </pc:spChg>
        <pc:spChg chg="add mod">
          <ac:chgData name="" userId="" providerId="" clId="Web-{3ECC62D7-DE3C-4775-992D-B371EEDE478C}" dt="2026-09-10T15:09:08.392" v="4" actId="34807"/>
          <ac:spMkLst>
            <pc:docMk/>
            <pc:sldMk cId="3901143359" sldId="2101"/>
            <ac:spMk id="22556" creationId="{0ED371DD-02B1-453C-B2B1-F79142ACD730}"/>
          </ac:spMkLst>
        </pc:spChg>
        <pc:spChg chg="mod">
          <ac:chgData name="" userId="" providerId="" clId="Web-{3ECC62D7-DE3C-4775-992D-B371EEDE478C}" dt="2026-09-10T15:09:58.472" v="7" actId="34807"/>
          <ac:spMkLst>
            <pc:docMk/>
            <pc:sldMk cId="3901143359" sldId="2101"/>
            <ac:spMk id="22563" creationId="{2AF9B4C4-DE04-45B1-2450-1FA1F67B40E7}"/>
          </ac:spMkLst>
        </pc:spChg>
        <pc:spChg chg="mod">
          <ac:chgData name="" userId="" providerId="" clId="Web-{3ECC62D7-DE3C-4775-992D-B371EEDE478C}" dt="2026-09-10T15:09:58.472" v="7" actId="34807"/>
          <ac:spMkLst>
            <pc:docMk/>
            <pc:sldMk cId="3901143359" sldId="2101"/>
            <ac:spMk id="22658" creationId="{F3B1D8DE-A124-7925-CFE6-3A88A58F0AFC}"/>
          </ac:spMkLst>
        </pc:spChg>
        <pc:spChg chg="add mod">
          <ac:chgData name="" userId="" providerId="" clId="Web-{3ECC62D7-DE3C-4775-992D-B371EEDE478C}" dt="2026-09-10T15:09:08.392" v="4" actId="34807"/>
          <ac:spMkLst>
            <pc:docMk/>
            <pc:sldMk cId="3901143359" sldId="2101"/>
            <ac:spMk id="22743" creationId="{2518EA76-85DD-1DFE-F506-1C4B5A7D29BD}"/>
          </ac:spMkLst>
        </pc:spChg>
        <pc:spChg chg="add mod">
          <ac:chgData name="" userId="" providerId="" clId="Web-{3ECC62D7-DE3C-4775-992D-B371EEDE478C}" dt="2026-09-10T15:09:58.472" v="7" actId="34807"/>
          <ac:spMkLst>
            <pc:docMk/>
            <pc:sldMk cId="3901143359" sldId="2101"/>
            <ac:spMk id="22931" creationId="{4A02C90C-DE8D-3905-CAA5-F8D7210F82B4}"/>
          </ac:spMkLst>
        </pc:spChg>
        <pc:spChg chg="add mod">
          <ac:chgData name="" userId="" providerId="" clId="Web-{3ECC62D7-DE3C-4775-992D-B371EEDE478C}" dt="2026-09-10T15:09:58.472" v="7" actId="34807"/>
          <ac:spMkLst>
            <pc:docMk/>
            <pc:sldMk cId="3901143359" sldId="2101"/>
            <ac:spMk id="22959" creationId="{607C3AE6-C53A-417E-3065-78C703573236}"/>
          </ac:spMkLst>
        </pc:spChg>
        <pc:spChg chg="mod">
          <ac:chgData name="" userId="" providerId="" clId="Web-{3ECC62D7-DE3C-4775-992D-B371EEDE478C}" dt="2026-09-10T15:09:58.472" v="7" actId="34807"/>
          <ac:spMkLst>
            <pc:docMk/>
            <pc:sldMk cId="3901143359" sldId="2101"/>
            <ac:spMk id="22988" creationId="{94706CFC-70DF-86DB-03DB-A687AE0E85CC}"/>
          </ac:spMkLst>
        </pc:spChg>
        <pc:spChg chg="mod">
          <ac:chgData name="" userId="" providerId="" clId="Web-{3ECC62D7-DE3C-4775-992D-B371EEDE478C}" dt="2026-09-10T15:09:58.472" v="7" actId="34807"/>
          <ac:spMkLst>
            <pc:docMk/>
            <pc:sldMk cId="3901143359" sldId="2101"/>
            <ac:spMk id="23018" creationId="{A1A95E40-8840-67F1-6012-03E21FF152C6}"/>
          </ac:spMkLst>
        </pc:spChg>
        <pc:spChg chg="mod">
          <ac:chgData name="" userId="" providerId="" clId="Web-{3ECC62D7-DE3C-4775-992D-B371EEDE478C}" dt="2026-09-10T15:09:58.472" v="7" actId="34807"/>
          <ac:spMkLst>
            <pc:docMk/>
            <pc:sldMk cId="3901143359" sldId="2101"/>
            <ac:spMk id="23049" creationId="{1E03F8C1-5153-C57A-3FE6-195C44F086FD}"/>
          </ac:spMkLst>
        </pc:spChg>
        <pc:spChg chg="mod">
          <ac:chgData name="" userId="" providerId="" clId="Web-{3ECC62D7-DE3C-4775-992D-B371EEDE478C}" dt="2026-09-10T15:09:58.472" v="7" actId="34807"/>
          <ac:spMkLst>
            <pc:docMk/>
            <pc:sldMk cId="3901143359" sldId="2101"/>
            <ac:spMk id="23081" creationId="{193B1737-2453-DD89-82D7-62A5C437B3E5}"/>
          </ac:spMkLst>
        </pc:spChg>
        <pc:spChg chg="mod">
          <ac:chgData name="" userId="" providerId="" clId="Web-{3ECC62D7-DE3C-4775-992D-B371EEDE478C}" dt="2026-09-10T15:09:58.472" v="7" actId="34807"/>
          <ac:spMkLst>
            <pc:docMk/>
            <pc:sldMk cId="3901143359" sldId="2101"/>
            <ac:spMk id="23114" creationId="{09F1877F-39B1-81D2-1272-D81E13C851D1}"/>
          </ac:spMkLst>
        </pc:spChg>
        <pc:spChg chg="mod">
          <ac:chgData name="" userId="" providerId="" clId="Web-{3ECC62D7-DE3C-4775-992D-B371EEDE478C}" dt="2026-09-10T15:09:58.472" v="7" actId="34807"/>
          <ac:spMkLst>
            <pc:docMk/>
            <pc:sldMk cId="3901143359" sldId="2101"/>
            <ac:spMk id="23148" creationId="{222F5942-4B70-E112-873E-E21DBAE58013}"/>
          </ac:spMkLst>
        </pc:spChg>
        <pc:spChg chg="add mod">
          <ac:chgData name="" userId="" providerId="" clId="Web-{3ECC62D7-DE3C-4775-992D-B371EEDE478C}" dt="2026-09-10T15:09:08.392" v="4" actId="34807"/>
          <ac:spMkLst>
            <pc:docMk/>
            <pc:sldMk cId="3901143359" sldId="2101"/>
            <ac:spMk id="23333" creationId="{6E995AD7-C190-6A2A-3DAA-ABD9874775C0}"/>
          </ac:spMkLst>
        </pc:spChg>
        <pc:spChg chg="add mod">
          <ac:chgData name="" userId="" providerId="" clId="Web-{3ECC62D7-DE3C-4775-992D-B371EEDE478C}" dt="2026-09-10T15:09:08.392" v="4" actId="34807"/>
          <ac:spMkLst>
            <pc:docMk/>
            <pc:sldMk cId="3901143359" sldId="2101"/>
            <ac:spMk id="23373" creationId="{E472E0D2-659B-E1F7-CA1C-C29D6AA960F5}"/>
          </ac:spMkLst>
        </pc:spChg>
      </pc:sldChg>
      <pc:sldChg chg="addSp delSp modSp mod setBg modNotesTx">
        <pc:chgData name="" userId="" providerId="" clId="Web-{3ECC62D7-DE3C-4775-992D-B371EEDE478C}" dt="2026-09-10T15:09:58.472" v="7" actId="34807"/>
        <pc:sldMkLst>
          <pc:docMk/>
          <pc:sldMk cId="1267224764" sldId="2311"/>
        </pc:sldMkLst>
        <pc:spChg chg="del">
          <ac:chgData name="" userId="" providerId="" clId="Web-{3ECC62D7-DE3C-4775-992D-B371EEDE478C}" dt="2026-09-10T15:09:08.392" v="4" actId="34807"/>
          <ac:spMkLst>
            <pc:docMk/>
            <pc:sldMk cId="1267224764" sldId="2311"/>
            <ac:spMk id="4187" creationId="{CE2743D0-51AA-0EF7-E204-C29DED55DD81}"/>
          </ac:spMkLst>
        </pc:spChg>
        <pc:spChg chg="mod">
          <ac:chgData name="" userId="" providerId="" clId="Web-{3ECC62D7-DE3C-4775-992D-B371EEDE478C}" dt="2026-09-10T15:09:58.472" v="7" actId="34807"/>
          <ac:spMkLst>
            <pc:docMk/>
            <pc:sldMk cId="1267224764" sldId="2311"/>
            <ac:spMk id="23817" creationId="{47D8F176-B3D7-65B8-9C67-2ECEAD997BCD}"/>
          </ac:spMkLst>
        </pc:spChg>
        <pc:spChg chg="add mod">
          <ac:chgData name="" userId="" providerId="" clId="Web-{3ECC62D7-DE3C-4775-992D-B371EEDE478C}" dt="2026-09-10T15:09:08.392" v="4" actId="34807"/>
          <ac:spMkLst>
            <pc:docMk/>
            <pc:sldMk cId="1267224764" sldId="2311"/>
            <ac:spMk id="23960" creationId="{742566C5-E178-A372-C613-8399DEA624B2}"/>
          </ac:spMkLst>
        </pc:spChg>
        <pc:spChg chg="mod">
          <ac:chgData name="" userId="" providerId="" clId="Web-{3ECC62D7-DE3C-4775-992D-B371EEDE478C}" dt="2026-09-10T15:09:58.472" v="7" actId="34807"/>
          <ac:spMkLst>
            <pc:docMk/>
            <pc:sldMk cId="1267224764" sldId="2311"/>
            <ac:spMk id="24735" creationId="{E0E513A0-869E-FB66-BBFE-094F014A258F}"/>
          </ac:spMkLst>
        </pc:spChg>
        <pc:spChg chg="add mod">
          <ac:chgData name="" userId="" providerId="" clId="Web-{3ECC62D7-DE3C-4775-992D-B371EEDE478C}" dt="2026-09-10T15:09:08.392" v="4" actId="34807"/>
          <ac:spMkLst>
            <pc:docMk/>
            <pc:sldMk cId="1267224764" sldId="2311"/>
            <ac:spMk id="25427" creationId="{CE7510A0-77C9-B5CC-0166-7A7C6B4F92A9}"/>
          </ac:spMkLst>
        </pc:spChg>
        <pc:spChg chg="mod">
          <ac:chgData name="" userId="" providerId="" clId="Web-{3ECC62D7-DE3C-4775-992D-B371EEDE478C}" dt="2026-09-10T15:09:58.472" v="7" actId="34807"/>
          <ac:spMkLst>
            <pc:docMk/>
            <pc:sldMk cId="1267224764" sldId="2311"/>
            <ac:spMk id="25797" creationId="{B2C62ACC-70D2-745A-6591-94A5244D60FE}"/>
          </ac:spMkLst>
        </pc:spChg>
        <pc:spChg chg="add mod">
          <ac:chgData name="" userId="" providerId="" clId="Web-{3ECC62D7-DE3C-4775-992D-B371EEDE478C}" dt="2026-09-10T15:09:08.392" v="4" actId="34807"/>
          <ac:spMkLst>
            <pc:docMk/>
            <pc:sldMk cId="1267224764" sldId="2311"/>
            <ac:spMk id="26183" creationId="{84C93899-183B-D674-F78A-D04FB86945A8}"/>
          </ac:spMkLst>
        </pc:spChg>
        <pc:spChg chg="add mod">
          <ac:chgData name="" userId="" providerId="" clId="Web-{3ECC62D7-DE3C-4775-992D-B371EEDE478C}" dt="2026-09-10T15:09:08.392" v="4" actId="34807"/>
          <ac:spMkLst>
            <pc:docMk/>
            <pc:sldMk cId="1267224764" sldId="2311"/>
            <ac:spMk id="26382" creationId="{1AF5E4FB-5725-5DF1-6EF2-AD984E91A380}"/>
          </ac:spMkLst>
        </pc:spChg>
        <pc:spChg chg="add mod">
          <ac:chgData name="" userId="" providerId="" clId="Web-{3ECC62D7-DE3C-4775-992D-B371EEDE478C}" dt="2026-09-10T15:09:08.392" v="4" actId="34807"/>
          <ac:spMkLst>
            <pc:docMk/>
            <pc:sldMk cId="1267224764" sldId="2311"/>
            <ac:spMk id="26483" creationId="{1F78C27C-3F0E-46AF-BDD8-0A595B93205F}"/>
          </ac:spMkLst>
        </pc:spChg>
        <pc:spChg chg="mod">
          <ac:chgData name="" userId="" providerId="" clId="Web-{3ECC62D7-DE3C-4775-992D-B371EEDE478C}" dt="2026-09-10T15:09:58.472" v="7" actId="34807"/>
          <ac:spMkLst>
            <pc:docMk/>
            <pc:sldMk cId="1267224764" sldId="2311"/>
            <ac:spMk id="27003" creationId="{ED3B3F1E-73DD-96A2-A5A9-A94E821804E5}"/>
          </ac:spMkLst>
        </pc:spChg>
        <pc:spChg chg="add mod">
          <ac:chgData name="" userId="" providerId="" clId="Web-{3ECC62D7-DE3C-4775-992D-B371EEDE478C}" dt="2026-09-10T15:09:08.392" v="4" actId="34807"/>
          <ac:spMkLst>
            <pc:docMk/>
            <pc:sldMk cId="1267224764" sldId="2311"/>
            <ac:spMk id="27773" creationId="{85E0BCFC-63F8-2F9F-6034-41FE7BE0C862}"/>
          </ac:spMkLst>
        </pc:spChg>
        <pc:spChg chg="add mod">
          <ac:chgData name="" userId="" providerId="" clId="Web-{3ECC62D7-DE3C-4775-992D-B371EEDE478C}" dt="2026-09-10T15:09:08.392" v="4" actId="34807"/>
          <ac:spMkLst>
            <pc:docMk/>
            <pc:sldMk cId="1267224764" sldId="2311"/>
            <ac:spMk id="28118" creationId="{A4382F1C-D991-61FF-8B29-9ADE1F90048B}"/>
          </ac:spMkLst>
        </pc:spChg>
        <pc:spChg chg="mod">
          <ac:chgData name="" userId="" providerId="" clId="Web-{3ECC62D7-DE3C-4775-992D-B371EEDE478C}" dt="2026-09-10T15:09:58.472" v="7" actId="34807"/>
          <ac:spMkLst>
            <pc:docMk/>
            <pc:sldMk cId="1267224764" sldId="2311"/>
            <ac:spMk id="28353" creationId="{BFFA6307-28A4-DFDB-26E4-2786E90B7FD0}"/>
          </ac:spMkLst>
        </pc:spChg>
        <pc:spChg chg="add mod">
          <ac:chgData name="" userId="" providerId="" clId="Web-{3ECC62D7-DE3C-4775-992D-B371EEDE478C}" dt="2026-09-10T15:09:08.392" v="4" actId="34807"/>
          <ac:spMkLst>
            <pc:docMk/>
            <pc:sldMk cId="1267224764" sldId="2311"/>
            <ac:spMk id="28592" creationId="{FF510E2C-2367-2F3E-336A-01D613D04AF7}"/>
          </ac:spMkLst>
        </pc:spChg>
        <pc:spChg chg="add mod">
          <ac:chgData name="" userId="" providerId="" clId="Web-{3ECC62D7-DE3C-4775-992D-B371EEDE478C}" dt="2026-09-10T15:09:08.392" v="4" actId="34807"/>
          <ac:spMkLst>
            <pc:docMk/>
            <pc:sldMk cId="1267224764" sldId="2311"/>
            <ac:spMk id="28958" creationId="{521F0748-2B75-B66E-3114-4F7E38D87207}"/>
          </ac:spMkLst>
        </pc:spChg>
      </pc:sldChg>
      <pc:sldChg chg="addSp delSp modSp mod setBg modNotesTx">
        <pc:chgData name="" userId="" providerId="" clId="Web-{3ECC62D7-DE3C-4775-992D-B371EEDE478C}" dt="2026-09-10T15:09:58.472" v="7" actId="34807"/>
        <pc:sldMkLst>
          <pc:docMk/>
          <pc:sldMk cId="1611565338" sldId="2522"/>
        </pc:sldMkLst>
        <pc:spChg chg="del">
          <ac:chgData name="" userId="" providerId="" clId="Web-{3ECC62D7-DE3C-4775-992D-B371EEDE478C}" dt="2026-09-10T15:09:18.908" v="5" actId="34807"/>
          <ac:spMkLst>
            <pc:docMk/>
            <pc:sldMk cId="1611565338" sldId="2522"/>
            <ac:spMk id="4807" creationId="{A1F9FB0F-DD30-DAF8-E7F6-1CD469C21428}"/>
          </ac:spMkLst>
        </pc:spChg>
        <pc:spChg chg="del">
          <ac:chgData name="" userId="" providerId="" clId="Web-{3ECC62D7-DE3C-4775-992D-B371EEDE478C}" dt="2026-09-10T15:09:18.908" v="5" actId="34807"/>
          <ac:spMkLst>
            <pc:docMk/>
            <pc:sldMk cId="1611565338" sldId="2522"/>
            <ac:spMk id="5415" creationId="{0513E4F3-EF15-17F4-71AF-5152ABF977AD}"/>
          </ac:spMkLst>
        </pc:spChg>
        <pc:spChg chg="mod">
          <ac:chgData name="" userId="" providerId="" clId="Web-{3ECC62D7-DE3C-4775-992D-B371EEDE478C}" dt="2026-09-10T15:09:58.472" v="7" actId="34807"/>
          <ac:spMkLst>
            <pc:docMk/>
            <pc:sldMk cId="1611565338" sldId="2522"/>
            <ac:spMk id="29862" creationId="{5AC49C42-2AF9-A6F4-9933-77C4AF4E503C}"/>
          </ac:spMkLst>
        </pc:spChg>
        <pc:spChg chg="add mod">
          <ac:chgData name="" userId="" providerId="" clId="Web-{3ECC62D7-DE3C-4775-992D-B371EEDE478C}" dt="2026-09-10T15:09:18.908" v="5" actId="34807"/>
          <ac:spMkLst>
            <pc:docMk/>
            <pc:sldMk cId="1611565338" sldId="2522"/>
            <ac:spMk id="29868" creationId="{A700EB4A-AD43-D10A-9C08-E1F4D6C7143F}"/>
          </ac:spMkLst>
        </pc:spChg>
        <pc:spChg chg="add mod">
          <ac:chgData name="" userId="" providerId="" clId="Web-{3ECC62D7-DE3C-4775-992D-B371EEDE478C}" dt="2026-09-10T15:09:18.908" v="5" actId="34807"/>
          <ac:spMkLst>
            <pc:docMk/>
            <pc:sldMk cId="1611565338" sldId="2522"/>
            <ac:spMk id="29925" creationId="{E0FE4175-B046-B383-F1F5-803CFF02B5A9}"/>
          </ac:spMkLst>
        </pc:spChg>
        <pc:spChg chg="add mod">
          <ac:chgData name="" userId="" providerId="" clId="Web-{3ECC62D7-DE3C-4775-992D-B371EEDE478C}" dt="2026-09-10T15:09:18.908" v="5" actId="34807"/>
          <ac:spMkLst>
            <pc:docMk/>
            <pc:sldMk cId="1611565338" sldId="2522"/>
            <ac:spMk id="29938" creationId="{A4D955E3-CB31-4659-C775-3EFC438E6C58}"/>
          </ac:spMkLst>
        </pc:spChg>
        <pc:spChg chg="mod">
          <ac:chgData name="" userId="" providerId="" clId="Web-{3ECC62D7-DE3C-4775-992D-B371EEDE478C}" dt="2026-09-10T15:09:58.472" v="7" actId="34807"/>
          <ac:spMkLst>
            <pc:docMk/>
            <pc:sldMk cId="1611565338" sldId="2522"/>
            <ac:spMk id="29983" creationId="{3055D84C-F878-90A4-A54B-FE34EFB50AA1}"/>
          </ac:spMkLst>
        </pc:spChg>
        <pc:spChg chg="add mod">
          <ac:chgData name="" userId="" providerId="" clId="Web-{3ECC62D7-DE3C-4775-992D-B371EEDE478C}" dt="2026-09-10T15:09:18.908" v="5" actId="34807"/>
          <ac:spMkLst>
            <pc:docMk/>
            <pc:sldMk cId="1611565338" sldId="2522"/>
            <ac:spMk id="30000" creationId="{1C89D776-28CA-3665-C36F-91EA3C56D924}"/>
          </ac:spMkLst>
        </pc:spChg>
        <pc:spChg chg="add mod">
          <ac:chgData name="" userId="" providerId="" clId="Web-{3ECC62D7-DE3C-4775-992D-B371EEDE478C}" dt="2026-09-10T15:09:18.908" v="5" actId="34807"/>
          <ac:spMkLst>
            <pc:docMk/>
            <pc:sldMk cId="1611565338" sldId="2522"/>
            <ac:spMk id="30123" creationId="{9985F167-B656-8BA2-8261-C8CB5B748A78}"/>
          </ac:spMkLst>
        </pc:spChg>
        <pc:spChg chg="add mod">
          <ac:chgData name="" userId="" providerId="" clId="Web-{3ECC62D7-DE3C-4775-992D-B371EEDE478C}" dt="2026-09-10T15:09:58.472" v="7" actId="34807"/>
          <ac:spMkLst>
            <pc:docMk/>
            <pc:sldMk cId="1611565338" sldId="2522"/>
            <ac:spMk id="30253" creationId="{52957DBC-B34E-D470-088E-9B17684B9619}"/>
          </ac:spMkLst>
        </pc:spChg>
        <pc:spChg chg="mod">
          <ac:chgData name="" userId="" providerId="" clId="Web-{3ECC62D7-DE3C-4775-992D-B371EEDE478C}" dt="2026-09-10T15:09:58.472" v="7" actId="34807"/>
          <ac:spMkLst>
            <pc:docMk/>
            <pc:sldMk cId="1611565338" sldId="2522"/>
            <ac:spMk id="30627" creationId="{29E79D37-A536-0C52-7EE8-97DC7099C42E}"/>
          </ac:spMkLst>
        </pc:spChg>
        <pc:spChg chg="mod">
          <ac:chgData name="" userId="" providerId="" clId="Web-{3ECC62D7-DE3C-4775-992D-B371EEDE478C}" dt="2026-09-10T15:09:58.472" v="7" actId="34807"/>
          <ac:spMkLst>
            <pc:docMk/>
            <pc:sldMk cId="1611565338" sldId="2522"/>
            <ac:spMk id="31173" creationId="{9C45F710-E8A3-72D5-5C58-9B14DCAB19AA}"/>
          </ac:spMkLst>
        </pc:spChg>
        <pc:spChg chg="add mod">
          <ac:chgData name="" userId="" providerId="" clId="Web-{3ECC62D7-DE3C-4775-992D-B371EEDE478C}" dt="2026-09-10T15:09:18.908" v="5" actId="34807"/>
          <ac:spMkLst>
            <pc:docMk/>
            <pc:sldMk cId="1611565338" sldId="2522"/>
            <ac:spMk id="31677" creationId="{1330B2F6-4A44-9E9A-1393-F43077FC48A2}"/>
          </ac:spMkLst>
        </pc:spChg>
        <pc:spChg chg="add mod">
          <ac:chgData name="" userId="" providerId="" clId="Web-{3ECC62D7-DE3C-4775-992D-B371EEDE478C}" dt="2026-09-10T15:09:58.472" v="7" actId="34807"/>
          <ac:spMkLst>
            <pc:docMk/>
            <pc:sldMk cId="1611565338" sldId="2522"/>
            <ac:spMk id="31800" creationId="{37C019AE-306B-6347-8BE4-4E506958916E}"/>
          </ac:spMkLst>
        </pc:spChg>
      </pc:sldChg>
      <pc:sldChg chg="addSp delSp modSp mod setBg modNotesTx">
        <pc:chgData name="" userId="" providerId="" clId="Web-{3ECC62D7-DE3C-4775-992D-B371EEDE478C}" dt="2026-09-10T15:09:58.472" v="7" actId="34807"/>
        <pc:sldMkLst>
          <pc:docMk/>
          <pc:sldMk cId="2468427689" sldId="2734"/>
        </pc:sldMkLst>
        <pc:spChg chg="del">
          <ac:chgData name="" userId="" providerId="" clId="Web-{3ECC62D7-DE3C-4775-992D-B371EEDE478C}" dt="2026-09-10T15:09:18.908" v="5" actId="34807"/>
          <ac:spMkLst>
            <pc:docMk/>
            <pc:sldMk cId="2468427689" sldId="2734"/>
            <ac:spMk id="5485" creationId="{545CC1C2-FA06-08D8-2ACF-473C85679EC8}"/>
          </ac:spMkLst>
        </pc:spChg>
        <pc:spChg chg="del">
          <ac:chgData name="" userId="" providerId="" clId="Web-{3ECC62D7-DE3C-4775-992D-B371EEDE478C}" dt="2026-09-10T15:09:18.908" v="5" actId="34807"/>
          <ac:spMkLst>
            <pc:docMk/>
            <pc:sldMk cId="2468427689" sldId="2734"/>
            <ac:spMk id="5491" creationId="{1DA67A41-D9B0-424C-BCE9-3AFAF6EE3A4F}"/>
          </ac:spMkLst>
        </pc:spChg>
        <pc:spChg chg="del">
          <ac:chgData name="" userId="" providerId="" clId="Web-{3ECC62D7-DE3C-4775-992D-B371EEDE478C}" dt="2026-09-10T15:09:18.908" v="5" actId="34807"/>
          <ac:spMkLst>
            <pc:docMk/>
            <pc:sldMk cId="2468427689" sldId="2734"/>
            <ac:spMk id="5506" creationId="{31392012-4E41-25EC-6B00-C144333E3D32}"/>
          </ac:spMkLst>
        </pc:spChg>
        <pc:spChg chg="del">
          <ac:chgData name="" userId="" providerId="" clId="Web-{3ECC62D7-DE3C-4775-992D-B371EEDE478C}" dt="2026-09-10T15:09:18.908" v="5" actId="34807"/>
          <ac:spMkLst>
            <pc:docMk/>
            <pc:sldMk cId="2468427689" sldId="2734"/>
            <ac:spMk id="5525" creationId="{75AD70F8-C967-AA71-BBEE-48065D9EB2E4}"/>
          </ac:spMkLst>
        </pc:spChg>
        <pc:spChg chg="del">
          <ac:chgData name="" userId="" providerId="" clId="Web-{3ECC62D7-DE3C-4775-992D-B371EEDE478C}" dt="2026-09-10T15:09:18.908" v="5" actId="34807"/>
          <ac:spMkLst>
            <pc:docMk/>
            <pc:sldMk cId="2468427689" sldId="2734"/>
            <ac:spMk id="6777" creationId="{BC473D04-9C7B-80EA-D200-81BA6844BF20}"/>
          </ac:spMkLst>
        </pc:spChg>
        <pc:spChg chg="mod">
          <ac:chgData name="" userId="" providerId="" clId="Web-{3ECC62D7-DE3C-4775-992D-B371EEDE478C}" dt="2026-09-10T15:09:58.472" v="7" actId="34807"/>
          <ac:spMkLst>
            <pc:docMk/>
            <pc:sldMk cId="2468427689" sldId="2734"/>
            <ac:spMk id="32938" creationId="{04FF3F62-5F17-3912-341D-42C408F15A7A}"/>
          </ac:spMkLst>
        </pc:spChg>
        <pc:spChg chg="add mod">
          <ac:chgData name="" userId="" providerId="" clId="Web-{3ECC62D7-DE3C-4775-992D-B371EEDE478C}" dt="2026-09-10T15:09:18.908" v="5" actId="34807"/>
          <ac:spMkLst>
            <pc:docMk/>
            <pc:sldMk cId="2468427689" sldId="2734"/>
            <ac:spMk id="33038" creationId="{50DD9871-9D9A-E5D1-68B8-ABA782B9266F}"/>
          </ac:spMkLst>
        </pc:spChg>
        <pc:spChg chg="add mod">
          <ac:chgData name="" userId="" providerId="" clId="Web-{3ECC62D7-DE3C-4775-992D-B371EEDE478C}" dt="2026-09-10T15:09:18.908" v="5" actId="34807"/>
          <ac:spMkLst>
            <pc:docMk/>
            <pc:sldMk cId="2468427689" sldId="2734"/>
            <ac:spMk id="33139" creationId="{52489913-6259-45E3-A4FE-55D1E22A3BEA}"/>
          </ac:spMkLst>
        </pc:spChg>
        <pc:spChg chg="add mod">
          <ac:chgData name="" userId="" providerId="" clId="Web-{3ECC62D7-DE3C-4775-992D-B371EEDE478C}" dt="2026-09-10T15:09:18.908" v="5" actId="34807"/>
          <ac:spMkLst>
            <pc:docMk/>
            <pc:sldMk cId="2468427689" sldId="2734"/>
            <ac:spMk id="33241" creationId="{0354DC8E-11FD-06DE-1EAF-5961E97A4EAD}"/>
          </ac:spMkLst>
        </pc:spChg>
        <pc:spChg chg="add mod">
          <ac:chgData name="" userId="" providerId="" clId="Web-{3ECC62D7-DE3C-4775-992D-B371EEDE478C}" dt="2026-09-10T15:09:18.908" v="5" actId="34807"/>
          <ac:spMkLst>
            <pc:docMk/>
            <pc:sldMk cId="2468427689" sldId="2734"/>
            <ac:spMk id="33344" creationId="{8FC15270-E24A-B755-D84E-193A2027C6B3}"/>
          </ac:spMkLst>
        </pc:spChg>
        <pc:spChg chg="add mod">
          <ac:chgData name="" userId="" providerId="" clId="Web-{3ECC62D7-DE3C-4775-992D-B371EEDE478C}" dt="2026-09-10T15:09:18.908" v="5" actId="34807"/>
          <ac:spMkLst>
            <pc:docMk/>
            <pc:sldMk cId="2468427689" sldId="2734"/>
            <ac:spMk id="33659" creationId="{F0813948-4E16-4FEF-20DF-E127ABCBCF43}"/>
          </ac:spMkLst>
        </pc:spChg>
      </pc:sldChg>
      <pc:sldChg chg="addSp delSp modSp mod setBg modNotesTx">
        <pc:chgData name="" userId="" providerId="" clId="Web-{3ECC62D7-DE3C-4775-992D-B371EEDE478C}" dt="2026-09-10T15:09:18.908" v="5" actId="34807"/>
        <pc:sldMkLst>
          <pc:docMk/>
          <pc:sldMk cId="2234436394" sldId="2947"/>
        </pc:sldMkLst>
        <pc:spChg chg="del">
          <ac:chgData name="" userId="" providerId="" clId="Web-{3ECC62D7-DE3C-4775-992D-B371EEDE478C}" dt="2026-09-10T15:09:18.908" v="5" actId="34807"/>
          <ac:spMkLst>
            <pc:docMk/>
            <pc:sldMk cId="2234436394" sldId="2947"/>
            <ac:spMk id="5550" creationId="{BF199460-B37A-36D8-0CA4-97B99C2873C0}"/>
          </ac:spMkLst>
        </pc:spChg>
        <pc:spChg chg="del">
          <ac:chgData name="" userId="" providerId="" clId="Web-{3ECC62D7-DE3C-4775-992D-B371EEDE478C}" dt="2026-09-10T15:09:18.908" v="5" actId="34807"/>
          <ac:spMkLst>
            <pc:docMk/>
            <pc:sldMk cId="2234436394" sldId="2947"/>
            <ac:spMk id="6786" creationId="{DB924D47-5EB6-F041-F8B1-C152061E7A4C}"/>
          </ac:spMkLst>
        </pc:spChg>
        <pc:spChg chg="add mod">
          <ac:chgData name="" userId="" providerId="" clId="Web-{3ECC62D7-DE3C-4775-992D-B371EEDE478C}" dt="2026-09-10T15:09:18.908" v="5" actId="34807"/>
          <ac:spMkLst>
            <pc:docMk/>
            <pc:sldMk cId="2234436394" sldId="2947"/>
            <ac:spMk id="34623" creationId="{A310724C-7416-04CB-9BD4-8069F026B2B7}"/>
          </ac:spMkLst>
        </pc:spChg>
        <pc:spChg chg="add mod">
          <ac:chgData name="" userId="" providerId="" clId="Web-{3ECC62D7-DE3C-4775-992D-B371EEDE478C}" dt="2026-09-10T15:09:18.908" v="5" actId="34807"/>
          <ac:spMkLst>
            <pc:docMk/>
            <pc:sldMk cId="2234436394" sldId="2947"/>
            <ac:spMk id="34748" creationId="{E1CE78E4-594A-9EF5-0AC5-1E906DE06FDF}"/>
          </ac:spMkLst>
        </pc:spChg>
        <pc:spChg chg="add mod">
          <ac:chgData name="" userId="" providerId="" clId="Web-{3ECC62D7-DE3C-4775-992D-B371EEDE478C}" dt="2026-09-10T15:09:18.908" v="5" actId="34807"/>
          <ac:spMkLst>
            <pc:docMk/>
            <pc:sldMk cId="2234436394" sldId="2947"/>
            <ac:spMk id="35129" creationId="{878A3615-2D94-A82E-0247-225D16979302}"/>
          </ac:spMkLst>
        </pc:spChg>
        <pc:spChg chg="add mod">
          <ac:chgData name="" userId="" providerId="" clId="Web-{3ECC62D7-DE3C-4775-992D-B371EEDE478C}" dt="2026-09-10T15:09:18.908" v="5" actId="34807"/>
          <ac:spMkLst>
            <pc:docMk/>
            <pc:sldMk cId="2234436394" sldId="2947"/>
            <ac:spMk id="35519" creationId="{A5762098-9CCF-9D34-44A8-C9BDEA0821C4}"/>
          </ac:spMkLst>
        </pc:spChg>
        <pc:spChg chg="add mod">
          <ac:chgData name="" userId="" providerId="" clId="Web-{3ECC62D7-DE3C-4775-992D-B371EEDE478C}" dt="2026-09-10T15:09:18.908" v="5" actId="34807"/>
          <ac:spMkLst>
            <pc:docMk/>
            <pc:sldMk cId="2234436394" sldId="2947"/>
            <ac:spMk id="35651" creationId="{0CBCA339-3525-D486-3256-E820BE4D6EA1}"/>
          </ac:spMkLst>
        </pc:spChg>
        <pc:spChg chg="add mod">
          <ac:chgData name="" userId="" providerId="" clId="Web-{3ECC62D7-DE3C-4775-992D-B371EEDE478C}" dt="2026-09-10T15:09:18.908" v="5" actId="34807"/>
          <ac:spMkLst>
            <pc:docMk/>
            <pc:sldMk cId="2234436394" sldId="2947"/>
            <ac:spMk id="36464" creationId="{112E002F-9DF0-B9C1-55D0-20041F5A9FD4}"/>
          </ac:spMkLst>
        </pc:spChg>
        <pc:spChg chg="add mod">
          <ac:chgData name="" userId="" providerId="" clId="Web-{3ECC62D7-DE3C-4775-992D-B371EEDE478C}" dt="2026-09-10T15:09:18.908" v="5" actId="34807"/>
          <ac:spMkLst>
            <pc:docMk/>
            <pc:sldMk cId="2234436394" sldId="2947"/>
            <ac:spMk id="36603" creationId="{D3B4A5D8-3FD0-7142-C3AB-A909E39063EC}"/>
          </ac:spMkLst>
        </pc:spChg>
        <pc:spChg chg="add mod">
          <ac:chgData name="" userId="" providerId="" clId="Web-{3ECC62D7-DE3C-4775-992D-B371EEDE478C}" dt="2026-09-10T15:09:18.908" v="5" actId="34807"/>
          <ac:spMkLst>
            <pc:docMk/>
            <pc:sldMk cId="2234436394" sldId="2947"/>
            <ac:spMk id="36744" creationId="{B1C37DF3-6E28-282C-49F0-54C534CE6A0F}"/>
          </ac:spMkLst>
        </pc:spChg>
      </pc:sldChg>
      <pc:sldChg chg="addSp delSp modSp mod setBg modNotesTx">
        <pc:chgData name="" userId="" providerId="" clId="Web-{3ECC62D7-DE3C-4775-992D-B371EEDE478C}" dt="2026-09-10T15:09:58.472" v="7" actId="34807"/>
        <pc:sldMkLst>
          <pc:docMk/>
          <pc:sldMk cId="317257020" sldId="3161"/>
        </pc:sldMkLst>
        <pc:spChg chg="del">
          <ac:chgData name="" userId="" providerId="" clId="Web-{3ECC62D7-DE3C-4775-992D-B371EEDE478C}" dt="2026-09-10T15:09:29.689" v="6" actId="34807"/>
          <ac:spMkLst>
            <pc:docMk/>
            <pc:sldMk cId="317257020" sldId="3161"/>
            <ac:spMk id="5702" creationId="{E23098E7-E50C-8AA9-1754-729C1B156E64}"/>
          </ac:spMkLst>
        </pc:spChg>
        <pc:spChg chg="del">
          <ac:chgData name="" userId="" providerId="" clId="Web-{3ECC62D7-DE3C-4775-992D-B371EEDE478C}" dt="2026-09-10T15:09:29.689" v="6" actId="34807"/>
          <ac:spMkLst>
            <pc:docMk/>
            <pc:sldMk cId="317257020" sldId="3161"/>
            <ac:spMk id="5726" creationId="{6193C4FA-DA69-500C-4BA1-01D220C30B6C}"/>
          </ac:spMkLst>
        </pc:spChg>
        <pc:spChg chg="del">
          <ac:chgData name="" userId="" providerId="" clId="Web-{3ECC62D7-DE3C-4775-992D-B371EEDE478C}" dt="2026-09-10T15:09:29.689" v="6" actId="34807"/>
          <ac:spMkLst>
            <pc:docMk/>
            <pc:sldMk cId="317257020" sldId="3161"/>
            <ac:spMk id="5832" creationId="{7DB09CF3-AEAF-4040-9C70-20D9DAA6DAFC}"/>
          </ac:spMkLst>
        </pc:spChg>
        <pc:spChg chg="del">
          <ac:chgData name="" userId="" providerId="" clId="Web-{3ECC62D7-DE3C-4775-992D-B371EEDE478C}" dt="2026-09-10T15:09:29.689" v="6" actId="34807"/>
          <ac:spMkLst>
            <pc:docMk/>
            <pc:sldMk cId="317257020" sldId="3161"/>
            <ac:spMk id="5861" creationId="{2C64BC9B-2EF2-AE6C-B815-474EC50AD8CF}"/>
          </ac:spMkLst>
        </pc:spChg>
        <pc:spChg chg="del">
          <ac:chgData name="" userId="" providerId="" clId="Web-{3ECC62D7-DE3C-4775-992D-B371EEDE478C}" dt="2026-09-10T15:09:29.689" v="6" actId="34807"/>
          <ac:spMkLst>
            <pc:docMk/>
            <pc:sldMk cId="317257020" sldId="3161"/>
            <ac:spMk id="5891" creationId="{BC91C64C-191F-52B0-D9FC-8096A83AB797}"/>
          </ac:spMkLst>
        </pc:spChg>
        <pc:spChg chg="add mod">
          <ac:chgData name="" userId="" providerId="" clId="Web-{3ECC62D7-DE3C-4775-992D-B371EEDE478C}" dt="2026-09-10T15:09:29.689" v="6" actId="34807"/>
          <ac:spMkLst>
            <pc:docMk/>
            <pc:sldMk cId="317257020" sldId="3161"/>
            <ac:spMk id="36750" creationId="{C9AA1CC3-AC4B-3EC7-46A2-306EA0209A50}"/>
          </ac:spMkLst>
        </pc:spChg>
        <pc:spChg chg="mod">
          <ac:chgData name="" userId="" providerId="" clId="Web-{3ECC62D7-DE3C-4775-992D-B371EEDE478C}" dt="2026-09-10T15:09:58.472" v="7" actId="34807"/>
          <ac:spMkLst>
            <pc:docMk/>
            <pc:sldMk cId="317257020" sldId="3161"/>
            <ac:spMk id="36754" creationId="{832BE6F0-5F02-8169-CC82-D427B97F5A07}"/>
          </ac:spMkLst>
        </pc:spChg>
        <pc:spChg chg="mod">
          <ac:chgData name="" userId="" providerId="" clId="Web-{3ECC62D7-DE3C-4775-992D-B371EEDE478C}" dt="2026-09-10T15:09:58.472" v="7" actId="34807"/>
          <ac:spMkLst>
            <pc:docMk/>
            <pc:sldMk cId="317257020" sldId="3161"/>
            <ac:spMk id="36780" creationId="{AF33D5A6-C9EC-99E8-66E4-0ADDD6475BEF}"/>
          </ac:spMkLst>
        </pc:spChg>
        <pc:spChg chg="add mod">
          <ac:chgData name="" userId="" providerId="" clId="Web-{3ECC62D7-DE3C-4775-992D-B371EEDE478C}" dt="2026-09-10T15:09:29.689" v="6" actId="34807"/>
          <ac:spMkLst>
            <pc:docMk/>
            <pc:sldMk cId="317257020" sldId="3161"/>
            <ac:spMk id="36799" creationId="{763EE663-65A6-F64D-5FA2-88E62CD701BD}"/>
          </ac:spMkLst>
        </pc:spChg>
        <pc:spChg chg="add mod">
          <ac:chgData name="" userId="" providerId="" clId="Web-{3ECC62D7-DE3C-4775-992D-B371EEDE478C}" dt="2026-09-10T15:09:29.689" v="6" actId="34807"/>
          <ac:spMkLst>
            <pc:docMk/>
            <pc:sldMk cId="317257020" sldId="3161"/>
            <ac:spMk id="36849" creationId="{157F54FB-4A90-C3D2-7207-DFB1BF07A6BE}"/>
          </ac:spMkLst>
        </pc:spChg>
        <pc:spChg chg="mod">
          <ac:chgData name="" userId="" providerId="" clId="Web-{3ECC62D7-DE3C-4775-992D-B371EEDE478C}" dt="2026-09-10T15:09:58.472" v="7" actId="34807"/>
          <ac:spMkLst>
            <pc:docMk/>
            <pc:sldMk cId="317257020" sldId="3161"/>
            <ac:spMk id="36915" creationId="{BFD380CB-2A55-0B9F-D777-02F91A58A8C9}"/>
          </ac:spMkLst>
        </pc:spChg>
        <pc:spChg chg="mod">
          <ac:chgData name="" userId="" providerId="" clId="Web-{3ECC62D7-DE3C-4775-992D-B371EEDE478C}" dt="2026-09-10T15:09:58.472" v="7" actId="34807"/>
          <ac:spMkLst>
            <pc:docMk/>
            <pc:sldMk cId="317257020" sldId="3161"/>
            <ac:spMk id="37020" creationId="{7F5B70F7-E1A3-76BB-1F22-5E1DBDE572F2}"/>
          </ac:spMkLst>
        </pc:spChg>
        <pc:spChg chg="add mod">
          <ac:chgData name="" userId="" providerId="" clId="Web-{3ECC62D7-DE3C-4775-992D-B371EEDE478C}" dt="2026-09-10T15:09:29.689" v="6" actId="34807"/>
          <ac:spMkLst>
            <pc:docMk/>
            <pc:sldMk cId="317257020" sldId="3161"/>
            <ac:spMk id="37069" creationId="{FF08E0D1-E084-8E98-44C2-7EB9E191830D}"/>
          </ac:spMkLst>
        </pc:spChg>
        <pc:spChg chg="add mod">
          <ac:chgData name="" userId="" providerId="" clId="Web-{3ECC62D7-DE3C-4775-992D-B371EEDE478C}" dt="2026-09-10T15:09:29.689" v="6" actId="34807"/>
          <ac:spMkLst>
            <pc:docMk/>
            <pc:sldMk cId="317257020" sldId="3161"/>
            <ac:spMk id="37122" creationId="{1E726A60-8249-9463-532D-23752DC9DF2A}"/>
          </ac:spMkLst>
        </pc:spChg>
      </pc:sldChg>
      <pc:sldChg chg="addSp delSp modSp mod setBg modNotesTx">
        <pc:chgData name="" userId="" providerId="" clId="Web-{3ECC62D7-DE3C-4775-992D-B371EEDE478C}" dt="2026-09-10T15:09:58.472" v="7" actId="34807"/>
        <pc:sldMkLst>
          <pc:docMk/>
          <pc:sldMk cId="2839915543" sldId="3376"/>
        </pc:sldMkLst>
        <pc:spChg chg="del">
          <ac:chgData name="" userId="" providerId="" clId="Web-{3ECC62D7-DE3C-4775-992D-B371EEDE478C}" dt="2026-09-10T15:09:29.689" v="6" actId="34807"/>
          <ac:spMkLst>
            <pc:docMk/>
            <pc:sldMk cId="2839915543" sldId="3376"/>
            <ac:spMk id="6177" creationId="{F3FBD00D-F06D-8AF5-7ED4-829A8A205FE5}"/>
          </ac:spMkLst>
        </pc:spChg>
        <pc:spChg chg="del">
          <ac:chgData name="" userId="" providerId="" clId="Web-{3ECC62D7-DE3C-4775-992D-B371EEDE478C}" dt="2026-09-10T15:09:29.689" v="6" actId="34807"/>
          <ac:spMkLst>
            <pc:docMk/>
            <pc:sldMk cId="2839915543" sldId="3376"/>
            <ac:spMk id="6307" creationId="{0F440736-A273-B92B-88AB-78FE9ABA2746}"/>
          </ac:spMkLst>
        </pc:spChg>
        <pc:spChg chg="mod">
          <ac:chgData name="" userId="" providerId="" clId="Web-{3ECC62D7-DE3C-4775-992D-B371EEDE478C}" dt="2026-09-10T15:09:58.472" v="7" actId="34807"/>
          <ac:spMkLst>
            <pc:docMk/>
            <pc:sldMk cId="2839915543" sldId="3376"/>
            <ac:spMk id="37429" creationId="{2EF81024-5F77-6659-4349-0BE93FC738A8}"/>
          </ac:spMkLst>
        </pc:spChg>
        <pc:spChg chg="mod">
          <ac:chgData name="" userId="" providerId="" clId="Web-{3ECC62D7-DE3C-4775-992D-B371EEDE478C}" dt="2026-09-10T15:09:58.472" v="7" actId="34807"/>
          <ac:spMkLst>
            <pc:docMk/>
            <pc:sldMk cId="2839915543" sldId="3376"/>
            <ac:spMk id="37635" creationId="{93B60AF2-027F-6C2C-7309-0E98E2D9F41A}"/>
          </ac:spMkLst>
        </pc:spChg>
        <pc:spChg chg="add mod">
          <ac:chgData name="" userId="" providerId="" clId="Web-{3ECC62D7-DE3C-4775-992D-B371EEDE478C}" dt="2026-09-10T15:09:29.689" v="6" actId="34807"/>
          <ac:spMkLst>
            <pc:docMk/>
            <pc:sldMk cId="2839915543" sldId="3376"/>
            <ac:spMk id="37689" creationId="{A188E7EB-5267-0BEF-F997-64A4100FCBA6}"/>
          </ac:spMkLst>
        </pc:spChg>
        <pc:spChg chg="add mod">
          <ac:chgData name="" userId="" providerId="" clId="Web-{3ECC62D7-DE3C-4775-992D-B371EEDE478C}" dt="2026-09-10T15:09:29.689" v="6" actId="34807"/>
          <ac:spMkLst>
            <pc:docMk/>
            <pc:sldMk cId="2839915543" sldId="3376"/>
            <ac:spMk id="37744" creationId="{422EF721-E019-07D6-3A46-896BBC8FA8F4}"/>
          </ac:spMkLst>
        </pc:spChg>
        <pc:spChg chg="add mod">
          <ac:chgData name="" userId="" providerId="" clId="Web-{3ECC62D7-DE3C-4775-992D-B371EEDE478C}" dt="2026-09-10T15:09:29.689" v="6" actId="34807"/>
          <ac:spMkLst>
            <pc:docMk/>
            <pc:sldMk cId="2839915543" sldId="3376"/>
            <ac:spMk id="37915" creationId="{B3021750-E3D2-DD1A-BC74-9F9F353F5C1B}"/>
          </ac:spMkLst>
        </pc:spChg>
        <pc:spChg chg="add mod">
          <ac:chgData name="" userId="" providerId="" clId="Web-{3ECC62D7-DE3C-4775-992D-B371EEDE478C}" dt="2026-09-10T15:09:29.689" v="6" actId="34807"/>
          <ac:spMkLst>
            <pc:docMk/>
            <pc:sldMk cId="2839915543" sldId="3376"/>
            <ac:spMk id="38034" creationId="{E983E1F9-F498-99DA-7971-DB81B42BB526}"/>
          </ac:spMkLst>
        </pc:spChg>
        <pc:spChg chg="mod">
          <ac:chgData name="" userId="" providerId="" clId="Web-{3ECC62D7-DE3C-4775-992D-B371EEDE478C}" dt="2026-09-10T15:09:58.472" v="7" actId="34807"/>
          <ac:spMkLst>
            <pc:docMk/>
            <pc:sldMk cId="2839915543" sldId="3376"/>
            <ac:spMk id="38220" creationId="{10DD53FD-AF3B-DB80-5532-34F687D67A5A}"/>
          </ac:spMkLst>
        </pc:spChg>
        <pc:spChg chg="add mod">
          <ac:chgData name="" userId="" providerId="" clId="Web-{3ECC62D7-DE3C-4775-992D-B371EEDE478C}" dt="2026-09-10T15:09:29.689" v="6" actId="34807"/>
          <ac:spMkLst>
            <pc:docMk/>
            <pc:sldMk cId="2839915543" sldId="3376"/>
            <ac:spMk id="38349" creationId="{BC2A0EDA-6043-C225-CF61-D70C79D1CA59}"/>
          </ac:spMkLst>
        </pc:spChg>
        <pc:spChg chg="add mod">
          <ac:chgData name="" userId="" providerId="" clId="Web-{3ECC62D7-DE3C-4775-992D-B371EEDE478C}" dt="2026-09-10T15:09:29.689" v="6" actId="34807"/>
          <ac:spMkLst>
            <pc:docMk/>
            <pc:sldMk cId="2839915543" sldId="3376"/>
            <ac:spMk id="38760" creationId="{6519E29F-AC1E-564C-3B89-4A0A6E58A265}"/>
          </ac:spMkLst>
        </pc:spChg>
        <pc:spChg chg="add mod">
          <ac:chgData name="" userId="" providerId="" clId="Web-{3ECC62D7-DE3C-4775-992D-B371EEDE478C}" dt="2026-09-10T15:09:29.689" v="6" actId="34807"/>
          <ac:spMkLst>
            <pc:docMk/>
            <pc:sldMk cId="2839915543" sldId="3376"/>
            <ac:spMk id="38832" creationId="{40368221-8B12-4F60-EE9F-C203EC2A1D0E}"/>
          </ac:spMkLst>
        </pc:spChg>
        <pc:spChg chg="add mod">
          <ac:chgData name="" userId="" providerId="" clId="Web-{3ECC62D7-DE3C-4775-992D-B371EEDE478C}" dt="2026-09-10T15:09:29.689" v="6" actId="34807"/>
          <ac:spMkLst>
            <pc:docMk/>
            <pc:sldMk cId="2839915543" sldId="3376"/>
            <ac:spMk id="38905" creationId="{38CAE912-A469-D47F-C512-7BD4048C2284}"/>
          </ac:spMkLst>
        </pc:spChg>
      </pc:sldChg>
      <pc:sldChg chg="addSp delSp modSp mod setBg modNotesTx">
        <pc:chgData name="" userId="" providerId="" clId="Web-{3ECC62D7-DE3C-4775-992D-B371EEDE478C}" dt="2026-09-10T15:09:58.472" v="7" actId="34807"/>
        <pc:sldMkLst>
          <pc:docMk/>
          <pc:sldMk cId="2770887063" sldId="3592"/>
        </pc:sldMkLst>
        <pc:spChg chg="del">
          <ac:chgData name="" userId="" providerId="" clId="Web-{3ECC62D7-DE3C-4775-992D-B371EEDE478C}" dt="2026-09-10T15:09:29.689" v="6" actId="34807"/>
          <ac:spMkLst>
            <pc:docMk/>
            <pc:sldMk cId="2770887063" sldId="3592"/>
            <ac:spMk id="6451" creationId="{5C448023-9ABB-6E67-CCBC-0F0217C5353D}"/>
          </ac:spMkLst>
        </pc:spChg>
        <pc:spChg chg="del">
          <ac:chgData name="" userId="" providerId="" clId="Web-{3ECC62D7-DE3C-4775-992D-B371EEDE478C}" dt="2026-09-10T15:09:29.689" v="6" actId="34807"/>
          <ac:spMkLst>
            <pc:docMk/>
            <pc:sldMk cId="2770887063" sldId="3592"/>
            <ac:spMk id="6476" creationId="{68B84002-6F42-CD2A-6FD3-2D9B75E1CCD2}"/>
          </ac:spMkLst>
        </pc:spChg>
        <pc:spChg chg="del">
          <ac:chgData name="" userId="" providerId="" clId="Web-{3ECC62D7-DE3C-4775-992D-B371EEDE478C}" dt="2026-09-10T15:09:29.689" v="6" actId="34807"/>
          <ac:spMkLst>
            <pc:docMk/>
            <pc:sldMk cId="2770887063" sldId="3592"/>
            <ac:spMk id="6503" creationId="{7AFF3C94-644C-7D8E-031D-C4FF852D53B9}"/>
          </ac:spMkLst>
        </pc:spChg>
        <pc:spChg chg="del">
          <ac:chgData name="" userId="" providerId="" clId="Web-{3ECC62D7-DE3C-4775-992D-B371EEDE478C}" dt="2026-09-10T15:09:29.689" v="6" actId="34807"/>
          <ac:spMkLst>
            <pc:docMk/>
            <pc:sldMk cId="2770887063" sldId="3592"/>
            <ac:spMk id="6526" creationId="{C026E02D-31ED-F756-D7BA-9DF313FAB360}"/>
          </ac:spMkLst>
        </pc:spChg>
        <pc:spChg chg="del">
          <ac:chgData name="" userId="" providerId="" clId="Web-{3ECC62D7-DE3C-4775-992D-B371EEDE478C}" dt="2026-09-10T15:09:29.689" v="6" actId="34807"/>
          <ac:spMkLst>
            <pc:docMk/>
            <pc:sldMk cId="2770887063" sldId="3592"/>
            <ac:spMk id="6553" creationId="{DC6E85DE-23A0-045B-13CD-D7EE1AEE0EB9}"/>
          </ac:spMkLst>
        </pc:spChg>
        <pc:spChg chg="add mod">
          <ac:chgData name="" userId="" providerId="" clId="Web-{3ECC62D7-DE3C-4775-992D-B371EEDE478C}" dt="2026-09-10T15:09:58.472" v="7" actId="34807"/>
          <ac:spMkLst>
            <pc:docMk/>
            <pc:sldMk cId="2770887063" sldId="3592"/>
            <ac:spMk id="39259" creationId="{D1A99F47-C4A2-1325-FAB4-0D6D5CFA36CE}"/>
          </ac:spMkLst>
        </pc:spChg>
        <pc:spChg chg="mod">
          <ac:chgData name="" userId="" providerId="" clId="Web-{3ECC62D7-DE3C-4775-992D-B371EEDE478C}" dt="2026-09-10T15:09:58.472" v="7" actId="34807"/>
          <ac:spMkLst>
            <pc:docMk/>
            <pc:sldMk cId="2770887063" sldId="3592"/>
            <ac:spMk id="39442" creationId="{D4793505-0276-6F0B-3880-42D4B1793A56}"/>
          </ac:spMkLst>
        </pc:spChg>
        <pc:spChg chg="add mod">
          <ac:chgData name="" userId="" providerId="" clId="Web-{3ECC62D7-DE3C-4775-992D-B371EEDE478C}" dt="2026-09-10T15:09:58.472" v="7" actId="34807"/>
          <ac:spMkLst>
            <pc:docMk/>
            <pc:sldMk cId="2770887063" sldId="3592"/>
            <ac:spMk id="39629" creationId="{8E7E075C-15C0-FC02-2325-4323CCFB54F4}"/>
          </ac:spMkLst>
        </pc:spChg>
        <pc:spChg chg="add mod">
          <ac:chgData name="" userId="" providerId="" clId="Web-{3ECC62D7-DE3C-4775-992D-B371EEDE478C}" dt="2026-09-10T15:09:58.472" v="7" actId="34807"/>
          <ac:spMkLst>
            <pc:docMk/>
            <pc:sldMk cId="2770887063" sldId="3592"/>
            <ac:spMk id="39820" creationId="{AD7A031D-503D-BC77-2BCB-EBFB43E5DFB2}"/>
          </ac:spMkLst>
        </pc:spChg>
        <pc:spChg chg="mod">
          <ac:chgData name="" userId="" providerId="" clId="Web-{3ECC62D7-DE3C-4775-992D-B371EEDE478C}" dt="2026-09-10T15:09:58.472" v="7" actId="34807"/>
          <ac:spMkLst>
            <pc:docMk/>
            <pc:sldMk cId="2770887063" sldId="3592"/>
            <ac:spMk id="40015" creationId="{6BD3DA1F-F7B2-4921-7FFE-AA47D5FA2A6C}"/>
          </ac:spMkLst>
        </pc:spChg>
        <pc:spChg chg="add mod">
          <ac:chgData name="" userId="" providerId="" clId="Web-{3ECC62D7-DE3C-4775-992D-B371EEDE478C}" dt="2026-09-10T15:09:29.689" v="6" actId="34807"/>
          <ac:spMkLst>
            <pc:docMk/>
            <pc:sldMk cId="2770887063" sldId="3592"/>
            <ac:spMk id="40114" creationId="{C570BF29-BB45-D583-64A8-2A4497552F07}"/>
          </ac:spMkLst>
        </pc:spChg>
        <pc:spChg chg="add mod">
          <ac:chgData name="" userId="" providerId="" clId="Web-{3ECC62D7-DE3C-4775-992D-B371EEDE478C}" dt="2026-09-10T15:09:58.472" v="7" actId="34807"/>
          <ac:spMkLst>
            <pc:docMk/>
            <pc:sldMk cId="2770887063" sldId="3592"/>
            <ac:spMk id="40214" creationId="{E6201871-FFDE-CAD5-8665-C9A8D0943581}"/>
          </ac:spMkLst>
        </pc:spChg>
      </pc:sldChg>
      <pc:sldChg chg="addSp delSp modSp mod setBg modNotesTx">
        <pc:chgData name="" userId="" providerId="" clId="Web-{3ECC62D7-DE3C-4775-992D-B371EEDE478C}" dt="2026-09-10T15:09:58.472" v="7" actId="34807"/>
        <pc:sldMkLst>
          <pc:docMk/>
          <pc:sldMk cId="606611111" sldId="3809"/>
        </pc:sldMkLst>
        <pc:spChg chg="del">
          <ac:chgData name="" userId="" providerId="" clId="Web-{3ECC62D7-DE3C-4775-992D-B371EEDE478C}" dt="2026-09-10T15:09:29.689" v="6" actId="34807"/>
          <ac:spMkLst>
            <pc:docMk/>
            <pc:sldMk cId="606611111" sldId="3809"/>
            <ac:spMk id="6604" creationId="{733DA144-9F57-2A57-0D3D-54F04E52DE34}"/>
          </ac:spMkLst>
        </pc:spChg>
        <pc:spChg chg="del">
          <ac:chgData name="" userId="" providerId="" clId="Web-{3ECC62D7-DE3C-4775-992D-B371EEDE478C}" dt="2026-09-10T15:09:29.689" v="6" actId="34807"/>
          <ac:spMkLst>
            <pc:docMk/>
            <pc:sldMk cId="606611111" sldId="3809"/>
            <ac:spMk id="6624" creationId="{BDB6E1C7-9541-7BBB-7FAE-99C6B4C30CA8}"/>
          </ac:spMkLst>
        </pc:spChg>
        <pc:spChg chg="del">
          <ac:chgData name="" userId="" providerId="" clId="Web-{3ECC62D7-DE3C-4775-992D-B371EEDE478C}" dt="2026-09-10T15:09:29.689" v="6" actId="34807"/>
          <ac:spMkLst>
            <pc:docMk/>
            <pc:sldMk cId="606611111" sldId="3809"/>
            <ac:spMk id="6782" creationId="{03EBCEBA-2AFE-D563-FABD-AF20580115FC}"/>
          </ac:spMkLst>
        </pc:spChg>
        <pc:spChg chg="add mod">
          <ac:chgData name="" userId="" providerId="" clId="Web-{3ECC62D7-DE3C-4775-992D-B371EEDE478C}" dt="2026-09-10T15:09:29.689" v="6" actId="34807"/>
          <ac:spMkLst>
            <pc:docMk/>
            <pc:sldMk cId="606611111" sldId="3809"/>
            <ac:spMk id="40654" creationId="{253D5BBC-FF3E-B3B4-A5DE-83BFCB832557}"/>
          </ac:spMkLst>
        </pc:spChg>
        <pc:spChg chg="add mod">
          <ac:chgData name="" userId="" providerId="" clId="Web-{3ECC62D7-DE3C-4775-992D-B371EEDE478C}" dt="2026-09-10T15:09:29.689" v="6" actId="34807"/>
          <ac:spMkLst>
            <pc:docMk/>
            <pc:sldMk cId="606611111" sldId="3809"/>
            <ac:spMk id="41140" creationId="{F66A48A5-C9B4-CC54-41B4-A1AF95AC0DE8}"/>
          </ac:spMkLst>
        </pc:spChg>
        <pc:spChg chg="add mod">
          <ac:chgData name="" userId="" providerId="" clId="Web-{3ECC62D7-DE3C-4775-992D-B371EEDE478C}" dt="2026-09-10T15:09:58.472" v="7" actId="34807"/>
          <ac:spMkLst>
            <pc:docMk/>
            <pc:sldMk cId="606611111" sldId="3809"/>
            <ac:spMk id="41264" creationId="{A5554D32-72E9-C6DD-D9CD-298A1C077FB0}"/>
          </ac:spMkLst>
        </pc:spChg>
        <pc:spChg chg="add mod">
          <ac:chgData name="" userId="" providerId="" clId="Web-{3ECC62D7-DE3C-4775-992D-B371EEDE478C}" dt="2026-09-10T15:09:29.689" v="6" actId="34807"/>
          <ac:spMkLst>
            <pc:docMk/>
            <pc:sldMk cId="606611111" sldId="3809"/>
            <ac:spMk id="41515" creationId="{01C29130-8C3A-D708-65DA-F3E3AEEABF08}"/>
          </ac:spMkLst>
        </pc:spChg>
        <pc:spChg chg="add mod">
          <ac:chgData name="" userId="" providerId="" clId="Web-{3ECC62D7-DE3C-4775-992D-B371EEDE478C}" dt="2026-09-10T15:09:29.689" v="6" actId="34807"/>
          <ac:spMkLst>
            <pc:docMk/>
            <pc:sldMk cId="606611111" sldId="3809"/>
            <ac:spMk id="41770" creationId="{576C928F-AB23-849B-3AE8-79D738C38EBC}"/>
          </ac:spMkLst>
        </pc:spChg>
        <pc:spChg chg="add mod">
          <ac:chgData name="" userId="" providerId="" clId="Web-{3ECC62D7-DE3C-4775-992D-B371EEDE478C}" dt="2026-09-10T15:09:29.689" v="6" actId="34807"/>
          <ac:spMkLst>
            <pc:docMk/>
            <pc:sldMk cId="606611111" sldId="3809"/>
            <ac:spMk id="42292" creationId="{0061D174-803E-656F-4F3F-83AB6C13F233}"/>
          </ac:spMkLst>
        </pc:spChg>
        <pc:spChg chg="add mod">
          <ac:chgData name="" userId="" providerId="" clId="Web-{3ECC62D7-DE3C-4775-992D-B371EEDE478C}" dt="2026-09-10T15:09:29.689" v="6" actId="34807"/>
          <ac:spMkLst>
            <pc:docMk/>
            <pc:sldMk cId="606611111" sldId="3809"/>
            <ac:spMk id="42830" creationId="{4F945551-C86D-D3A9-DA7F-DC0BA065FA6D}"/>
          </ac:spMkLst>
        </pc:spChg>
      </pc:sldChg>
      <pc:sldChg chg="addSp delSp modSp mod setBg modNotesTx">
        <pc:chgData name="" userId="" providerId="" clId="Web-{3ECC62D7-DE3C-4775-992D-B371EEDE478C}" dt="2026-09-10T15:09:29.689" v="6" actId="34807"/>
        <pc:sldMkLst>
          <pc:docMk/>
          <pc:sldMk cId="2161277717" sldId="4027"/>
        </pc:sldMkLst>
        <pc:spChg chg="del">
          <ac:chgData name="" userId="" providerId="" clId="Web-{3ECC62D7-DE3C-4775-992D-B371EEDE478C}" dt="2026-09-10T15:09:29.689" v="6" actId="34807"/>
          <ac:spMkLst>
            <pc:docMk/>
            <pc:sldMk cId="2161277717" sldId="4027"/>
            <ac:spMk id="6715" creationId="{87825D8B-EA29-F412-9FA2-638409B2A086}"/>
          </ac:spMkLst>
        </pc:spChg>
        <pc:spChg chg="del">
          <ac:chgData name="" userId="" providerId="" clId="Web-{3ECC62D7-DE3C-4775-992D-B371EEDE478C}" dt="2026-09-10T15:09:29.689" v="6" actId="34807"/>
          <ac:spMkLst>
            <pc:docMk/>
            <pc:sldMk cId="2161277717" sldId="4027"/>
            <ac:spMk id="6741" creationId="{6C167B51-1D8D-C31D-FBA4-79FDBF211804}"/>
          </ac:spMkLst>
        </pc:spChg>
        <pc:spChg chg="del">
          <ac:chgData name="" userId="" providerId="" clId="Web-{3ECC62D7-DE3C-4775-992D-B371EEDE478C}" dt="2026-09-10T15:09:29.689" v="6" actId="34807"/>
          <ac:spMkLst>
            <pc:docMk/>
            <pc:sldMk cId="2161277717" sldId="4027"/>
            <ac:spMk id="6769" creationId="{F72D74B9-D7F8-75A7-F9CF-ACE9C7C9DB93}"/>
          </ac:spMkLst>
        </pc:spChg>
        <pc:spChg chg="del">
          <ac:chgData name="" userId="" providerId="" clId="Web-{3ECC62D7-DE3C-4775-992D-B371EEDE478C}" dt="2026-09-10T15:09:29.689" v="6" actId="34807"/>
          <ac:spMkLst>
            <pc:docMk/>
            <pc:sldMk cId="2161277717" sldId="4027"/>
            <ac:spMk id="6791" creationId="{76CF3A81-04F6-D192-4F0E-A8A6B6BFF893}"/>
          </ac:spMkLst>
        </pc:spChg>
        <pc:spChg chg="add mod">
          <ac:chgData name="" userId="" providerId="" clId="Web-{3ECC62D7-DE3C-4775-992D-B371EEDE478C}" dt="2026-09-10T15:09:29.689" v="6" actId="34807"/>
          <ac:spMkLst>
            <pc:docMk/>
            <pc:sldMk cId="2161277717" sldId="4027"/>
            <ac:spMk id="42975" creationId="{0AC5D764-3249-57A1-F18C-39A608C5B339}"/>
          </ac:spMkLst>
        </pc:spChg>
        <pc:spChg chg="add mod">
          <ac:chgData name="" userId="" providerId="" clId="Web-{3ECC62D7-DE3C-4775-992D-B371EEDE478C}" dt="2026-09-10T15:09:29.689" v="6" actId="34807"/>
          <ac:spMkLst>
            <pc:docMk/>
            <pc:sldMk cId="2161277717" sldId="4027"/>
            <ac:spMk id="43121" creationId="{C24C76D3-E471-0E37-3457-8C9CAE9687DD}"/>
          </ac:spMkLst>
        </pc:spChg>
        <pc:spChg chg="add mod">
          <ac:chgData name="" userId="" providerId="" clId="Web-{3ECC62D7-DE3C-4775-992D-B371EEDE478C}" dt="2026-09-10T15:09:29.689" v="6" actId="34807"/>
          <ac:spMkLst>
            <pc:docMk/>
            <pc:sldMk cId="2161277717" sldId="4027"/>
            <ac:spMk id="43268" creationId="{9E85E49B-2E7B-74C7-92CE-258BCB862102}"/>
          </ac:spMkLst>
        </pc:spChg>
        <pc:spChg chg="add mod">
          <ac:chgData name="" userId="" providerId="" clId="Web-{3ECC62D7-DE3C-4775-992D-B371EEDE478C}" dt="2026-09-10T15:09:29.689" v="6" actId="34807"/>
          <ac:spMkLst>
            <pc:docMk/>
            <pc:sldMk cId="2161277717" sldId="4027"/>
            <ac:spMk id="43416" creationId="{8B0AFDA5-A36E-9EC9-709B-9D109ED22599}"/>
          </ac:spMkLst>
        </pc:spChg>
        <pc:spChg chg="add mod">
          <ac:chgData name="" userId="" providerId="" clId="Web-{3ECC62D7-DE3C-4775-992D-B371EEDE478C}" dt="2026-09-10T15:09:29.689" v="6" actId="34807"/>
          <ac:spMkLst>
            <pc:docMk/>
            <pc:sldMk cId="2161277717" sldId="4027"/>
            <ac:spMk id="43566" creationId="{32A5F811-7AD5-E4FC-E65B-87D3C590A5D4}"/>
          </ac:spMkLst>
        </pc:spChg>
        <pc:graphicFrameChg chg="add mod">
          <ac:chgData name="" userId="" providerId="" clId="Web-{3ECC62D7-DE3C-4775-992D-B371EEDE478C}" dt="2026-09-10T15:09:29.689" v="6" actId="34807"/>
          <ac:graphicFrameMkLst>
            <pc:docMk/>
            <pc:sldMk cId="2161277717" sldId="4027"/>
            <ac:graphicFrameMk id="9" creationId="{0AFDC2C2-91B4-4A62-ADBC-8E35B4EBD44F}"/>
          </ac:graphicFrameMkLst>
        </pc:graphicFrameChg>
      </pc:sldChg>
    </pc:docChg>
  </pc:docChgLst>
  <pc:docChgLst>
    <pc:chgData clId="Web-{6AFE46F4-5918-44AB-9FA2-5ECE5EB19E1F}"/>
    <pc:docChg chg="modSld">
      <pc:chgData name="" userId="" providerId="" clId="Web-{6AFE46F4-5918-44AB-9FA2-5ECE5EB19E1F}" dt="2026-09-10T15:18:48.361" v="2" actId="34807"/>
      <pc:docMkLst>
        <pc:docMk/>
      </pc:docMkLst>
      <pc:sldChg chg="addSp delSp modSp">
        <pc:chgData name="" userId="" providerId="" clId="Web-{6AFE46F4-5918-44AB-9FA2-5ECE5EB19E1F}" dt="2026-09-10T15:14:40.226" v="0" actId="34807"/>
        <pc:sldMkLst>
          <pc:docMk/>
          <pc:sldMk cId="0" sldId="256"/>
        </pc:sldMkLst>
        <pc:spChg chg="del">
          <ac:chgData name="" userId="" providerId="" clId="Web-{6AFE46F4-5918-44AB-9FA2-5ECE5EB19E1F}" dt="2026-09-10T15:14:40.226" v="0" actId="34807"/>
          <ac:spMkLst>
            <pc:docMk/>
            <pc:sldMk cId="0" sldId="256"/>
            <ac:spMk id="6973" creationId="{2D61BFAC-4BBB-CDBE-4CC4-CB82096D8A02}"/>
          </ac:spMkLst>
        </pc:spChg>
        <pc:spChg chg="del">
          <ac:chgData name="" userId="" providerId="" clId="Web-{6AFE46F4-5918-44AB-9FA2-5ECE5EB19E1F}" dt="2026-09-10T15:14:40.226" v="0" actId="34807"/>
          <ac:spMkLst>
            <pc:docMk/>
            <pc:sldMk cId="0" sldId="256"/>
            <ac:spMk id="6977" creationId="{3682295A-4873-42A7-A721-96AE41722016}"/>
          </ac:spMkLst>
        </pc:spChg>
        <pc:spChg chg="del">
          <ac:chgData name="" userId="" providerId="" clId="Web-{6AFE46F4-5918-44AB-9FA2-5ECE5EB19E1F}" dt="2026-09-10T15:14:40.226" v="0" actId="34807"/>
          <ac:spMkLst>
            <pc:docMk/>
            <pc:sldMk cId="0" sldId="256"/>
            <ac:spMk id="6982" creationId="{5787AC5D-C12B-53D3-FBAB-71B859E4CC3A}"/>
          </ac:spMkLst>
        </pc:spChg>
        <pc:spChg chg="add mod">
          <ac:chgData name="" userId="" providerId="" clId="Web-{6AFE46F4-5918-44AB-9FA2-5ECE5EB19E1F}" dt="2026-09-10T15:14:40.226" v="0" actId="34807"/>
          <ac:spMkLst>
            <pc:docMk/>
            <pc:sldMk cId="0" sldId="256"/>
            <ac:spMk id="43570" creationId="{403FF4EE-F2CA-E697-527F-DB4B80FDD3BD}"/>
          </ac:spMkLst>
        </pc:spChg>
        <pc:spChg chg="add mod">
          <ac:chgData name="" userId="" providerId="" clId="Web-{6AFE46F4-5918-44AB-9FA2-5ECE5EB19E1F}" dt="2026-09-10T15:14:40.226" v="0" actId="34807"/>
          <ac:spMkLst>
            <pc:docMk/>
            <pc:sldMk cId="0" sldId="256"/>
            <ac:spMk id="43575" creationId="{D4F1CEA5-6DE5-E197-A418-2AEBF9FC07F1}"/>
          </ac:spMkLst>
        </pc:spChg>
        <pc:spChg chg="add mod">
          <ac:chgData name="" userId="" providerId="" clId="Web-{6AFE46F4-5918-44AB-9FA2-5ECE5EB19E1F}" dt="2026-09-10T15:14:40.226" v="0" actId="34807"/>
          <ac:spMkLst>
            <pc:docMk/>
            <pc:sldMk cId="0" sldId="256"/>
            <ac:spMk id="43581" creationId="{4D7187E4-8B07-6F6E-60B7-16A7BE7AD937}"/>
          </ac:spMkLst>
        </pc:spChg>
      </pc:sldChg>
      <pc:sldChg chg="addSp delSp modSp">
        <pc:chgData name="" userId="" providerId="" clId="Web-{6AFE46F4-5918-44AB-9FA2-5ECE5EB19E1F}" dt="2026-09-10T15:18:34.767" v="1" actId="34807"/>
        <pc:sldMkLst>
          <pc:docMk/>
          <pc:sldMk cId="3541133800" sldId="457"/>
        </pc:sldMkLst>
        <pc:spChg chg="del">
          <ac:chgData name="" userId="" providerId="" clId="Web-{6AFE46F4-5918-44AB-9FA2-5ECE5EB19E1F}" dt="2026-09-10T15:18:34.767" v="1" actId="34807"/>
          <ac:spMkLst>
            <pc:docMk/>
            <pc:sldMk cId="3541133800" sldId="457"/>
            <ac:spMk id="9206" creationId="{9E8912D3-746C-7E64-4776-42461CFD6BEC}"/>
          </ac:spMkLst>
        </pc:spChg>
        <pc:spChg chg="mod">
          <ac:chgData name="" userId="" providerId="" clId="Web-{6AFE46F4-5918-44AB-9FA2-5ECE5EB19E1F}" dt="2026-09-10T15:18:34.767" v="1" actId="34807"/>
          <ac:spMkLst>
            <pc:docMk/>
            <pc:sldMk cId="3541133800" sldId="457"/>
            <ac:spMk id="9233" creationId="{CD67751D-07DA-9286-7371-8336DAFD9740}"/>
          </ac:spMkLst>
        </pc:spChg>
        <pc:spChg chg="mod">
          <ac:chgData name="" userId="" providerId="" clId="Web-{6AFE46F4-5918-44AB-9FA2-5ECE5EB19E1F}" dt="2026-09-10T15:18:34.767" v="1" actId="34807"/>
          <ac:spMkLst>
            <pc:docMk/>
            <pc:sldMk cId="3541133800" sldId="457"/>
            <ac:spMk id="9244" creationId="{129D20B0-9462-FF52-821F-AE83BC21BF4B}"/>
          </ac:spMkLst>
        </pc:spChg>
        <pc:spChg chg="mod">
          <ac:chgData name="" userId="" providerId="" clId="Web-{6AFE46F4-5918-44AB-9FA2-5ECE5EB19E1F}" dt="2026-09-10T15:18:34.767" v="1" actId="34807"/>
          <ac:spMkLst>
            <pc:docMk/>
            <pc:sldMk cId="3541133800" sldId="457"/>
            <ac:spMk id="9256" creationId="{89E81FA2-B2D7-F704-2DFA-D86547B9D0DF}"/>
          </ac:spMkLst>
        </pc:spChg>
        <pc:spChg chg="add mod">
          <ac:chgData name="" userId="" providerId="" clId="Web-{6AFE46F4-5918-44AB-9FA2-5ECE5EB19E1F}" dt="2026-09-10T15:18:34.767" v="1" actId="34807"/>
          <ac:spMkLst>
            <pc:docMk/>
            <pc:sldMk cId="3541133800" sldId="457"/>
            <ac:spMk id="43627" creationId="{17F4D166-19DC-43BD-4AC5-FC91A74EC219}"/>
          </ac:spMkLst>
        </pc:spChg>
      </pc:sldChg>
      <pc:sldChg chg="addSp delSp modSp">
        <pc:chgData name="" userId="" providerId="" clId="Web-{6AFE46F4-5918-44AB-9FA2-5ECE5EB19E1F}" dt="2026-09-10T15:18:34.767" v="1" actId="34807"/>
        <pc:sldMkLst>
          <pc:docMk/>
          <pc:sldMk cId="1763520816" sldId="659"/>
        </pc:sldMkLst>
        <pc:spChg chg="del">
          <ac:chgData name="" userId="" providerId="" clId="Web-{6AFE46F4-5918-44AB-9FA2-5ECE5EB19E1F}" dt="2026-09-10T15:18:34.767" v="1" actId="34807"/>
          <ac:spMkLst>
            <pc:docMk/>
            <pc:sldMk cId="1763520816" sldId="659"/>
            <ac:spMk id="9433" creationId="{1A510B39-65C9-9843-3424-81808F0C644F}"/>
          </ac:spMkLst>
        </pc:spChg>
        <pc:spChg chg="del">
          <ac:chgData name="" userId="" providerId="" clId="Web-{6AFE46F4-5918-44AB-9FA2-5ECE5EB19E1F}" dt="2026-09-10T15:18:34.767" v="1" actId="34807"/>
          <ac:spMkLst>
            <pc:docMk/>
            <pc:sldMk cId="1763520816" sldId="659"/>
            <ac:spMk id="9571" creationId="{FE1434AF-B40B-FF70-92F9-E80B7B8CA471}"/>
          </ac:spMkLst>
        </pc:spChg>
        <pc:spChg chg="del">
          <ac:chgData name="" userId="" providerId="" clId="Web-{6AFE46F4-5918-44AB-9FA2-5ECE5EB19E1F}" dt="2026-09-10T15:18:34.767" v="1" actId="34807"/>
          <ac:spMkLst>
            <pc:docMk/>
            <pc:sldMk cId="1763520816" sldId="659"/>
            <ac:spMk id="9725" creationId="{184E5454-641A-F82D-D054-AA795C0C81C0}"/>
          </ac:spMkLst>
        </pc:spChg>
        <pc:spChg chg="del">
          <ac:chgData name="" userId="" providerId="" clId="Web-{6AFE46F4-5918-44AB-9FA2-5ECE5EB19E1F}" dt="2026-09-10T15:18:34.767" v="1" actId="34807"/>
          <ac:spMkLst>
            <pc:docMk/>
            <pc:sldMk cId="1763520816" sldId="659"/>
            <ac:spMk id="9895" creationId="{F4417D0C-5B63-ABA2-614C-9712E0D96359}"/>
          </ac:spMkLst>
        </pc:spChg>
        <pc:spChg chg="del">
          <ac:chgData name="" userId="" providerId="" clId="Web-{6AFE46F4-5918-44AB-9FA2-5ECE5EB19E1F}" dt="2026-09-10T15:14:40.226" v="0" actId="34807"/>
          <ac:spMkLst>
            <pc:docMk/>
            <pc:sldMk cId="1763520816" sldId="659"/>
            <ac:spMk id="10033" creationId="{ADFF6CB4-877E-8B87-AFB9-E4314B48187E}"/>
          </ac:spMkLst>
        </pc:spChg>
        <pc:spChg chg="add mod">
          <ac:chgData name="" userId="" providerId="" clId="Web-{6AFE46F4-5918-44AB-9FA2-5ECE5EB19E1F}" dt="2026-09-10T15:14:40.226" v="0" actId="34807"/>
          <ac:spMkLst>
            <pc:docMk/>
            <pc:sldMk cId="1763520816" sldId="659"/>
            <ac:spMk id="43589" creationId="{34408B5E-2FA4-B7AB-EA8E-0A1BE2DA8D3A}"/>
          </ac:spMkLst>
        </pc:spChg>
        <pc:spChg chg="add mod">
          <ac:chgData name="" userId="" providerId="" clId="Web-{6AFE46F4-5918-44AB-9FA2-5ECE5EB19E1F}" dt="2026-09-10T15:18:34.767" v="1" actId="34807"/>
          <ac:spMkLst>
            <pc:docMk/>
            <pc:sldMk cId="1763520816" sldId="659"/>
            <ac:spMk id="43640" creationId="{4A637B86-3E83-F765-5DF3-AF08E7302C6E}"/>
          </ac:spMkLst>
        </pc:spChg>
        <pc:spChg chg="add mod">
          <ac:chgData name="" userId="" providerId="" clId="Web-{6AFE46F4-5918-44AB-9FA2-5ECE5EB19E1F}" dt="2026-09-10T15:18:34.767" v="1" actId="34807"/>
          <ac:spMkLst>
            <pc:docMk/>
            <pc:sldMk cId="1763520816" sldId="659"/>
            <ac:spMk id="43654" creationId="{2FF739EA-A162-B11E-3E89-F2D4768734DE}"/>
          </ac:spMkLst>
        </pc:spChg>
        <pc:spChg chg="add mod">
          <ac:chgData name="" userId="" providerId="" clId="Web-{6AFE46F4-5918-44AB-9FA2-5ECE5EB19E1F}" dt="2026-09-10T15:18:34.767" v="1" actId="34807"/>
          <ac:spMkLst>
            <pc:docMk/>
            <pc:sldMk cId="1763520816" sldId="659"/>
            <ac:spMk id="43669" creationId="{E0E7F4FE-ECCB-E4BF-8A45-0DA2B98BE4FD}"/>
          </ac:spMkLst>
        </pc:spChg>
        <pc:spChg chg="add mod">
          <ac:chgData name="" userId="" providerId="" clId="Web-{6AFE46F4-5918-44AB-9FA2-5ECE5EB19E1F}" dt="2026-09-10T15:18:34.767" v="1" actId="34807"/>
          <ac:spMkLst>
            <pc:docMk/>
            <pc:sldMk cId="1763520816" sldId="659"/>
            <ac:spMk id="43685" creationId="{040C72F4-BEA3-B5F9-6AD5-78F2332B1ED9}"/>
          </ac:spMkLst>
        </pc:spChg>
      </pc:sldChg>
      <pc:sldChg chg="modSp">
        <pc:chgData name="" userId="" providerId="" clId="Web-{6AFE46F4-5918-44AB-9FA2-5ECE5EB19E1F}" dt="2026-09-10T15:18:48.361" v="2" actId="34807"/>
        <pc:sldMkLst>
          <pc:docMk/>
          <pc:sldMk cId="2736095792" sldId="1271"/>
        </pc:sldMkLst>
        <pc:spChg chg="mod">
          <ac:chgData name="" userId="" providerId="" clId="Web-{6AFE46F4-5918-44AB-9FA2-5ECE5EB19E1F}" dt="2026-09-10T15:18:34.767" v="1" actId="34807"/>
          <ac:spMkLst>
            <pc:docMk/>
            <pc:sldMk cId="2736095792" sldId="1271"/>
            <ac:spMk id="13386" creationId="{B8768855-5FC4-EB2E-3496-10772F9E5FE4}"/>
          </ac:spMkLst>
        </pc:spChg>
        <pc:spChg chg="mod">
          <ac:chgData name="" userId="" providerId="" clId="Web-{6AFE46F4-5918-44AB-9FA2-5ECE5EB19E1F}" dt="2026-09-10T15:18:48.361" v="2" actId="34807"/>
          <ac:spMkLst>
            <pc:docMk/>
            <pc:sldMk cId="2736095792" sldId="1271"/>
            <ac:spMk id="13394" creationId="{7201FBDB-6F7F-5ED5-1CF2-CAE5330E52DD}"/>
          </ac:spMkLst>
        </pc:spChg>
      </pc:sldChg>
      <pc:sldChg chg="addSp delSp modSp">
        <pc:chgData name="" userId="" providerId="" clId="Web-{6AFE46F4-5918-44AB-9FA2-5ECE5EB19E1F}" dt="2026-09-10T15:14:40.226" v="0" actId="34807"/>
        <pc:sldMkLst>
          <pc:docMk/>
          <pc:sldMk cId="2369253086" sldId="1684"/>
        </pc:sldMkLst>
        <pc:spChg chg="del">
          <ac:chgData name="" userId="" providerId="" clId="Web-{6AFE46F4-5918-44AB-9FA2-5ECE5EB19E1F}" dt="2026-09-10T15:14:40.226" v="0" actId="34807"/>
          <ac:spMkLst>
            <pc:docMk/>
            <pc:sldMk cId="2369253086" sldId="1684"/>
            <ac:spMk id="16756" creationId="{629BD175-098B-BF36-3435-669EF63871CF}"/>
          </ac:spMkLst>
        </pc:spChg>
        <pc:spChg chg="add mod">
          <ac:chgData name="" userId="" providerId="" clId="Web-{6AFE46F4-5918-44AB-9FA2-5ECE5EB19E1F}" dt="2026-09-10T15:14:40.226" v="0" actId="34807"/>
          <ac:spMkLst>
            <pc:docMk/>
            <pc:sldMk cId="2369253086" sldId="1684"/>
            <ac:spMk id="43599" creationId="{B1CF22E5-3CA8-C3FE-DD2B-1A6EDC204328}"/>
          </ac:spMkLst>
        </pc:spChg>
      </pc:sldChg>
      <pc:sldChg chg="addSp delSp modSp">
        <pc:chgData name="" userId="" providerId="" clId="Web-{6AFE46F4-5918-44AB-9FA2-5ECE5EB19E1F}" dt="2026-09-10T15:14:40.226" v="0" actId="34807"/>
        <pc:sldMkLst>
          <pc:docMk/>
          <pc:sldMk cId="3961531667" sldId="1892"/>
        </pc:sldMkLst>
        <pc:spChg chg="del">
          <ac:chgData name="" userId="" providerId="" clId="Web-{6AFE46F4-5918-44AB-9FA2-5ECE5EB19E1F}" dt="2026-09-10T15:14:40.226" v="0" actId="34807"/>
          <ac:spMkLst>
            <pc:docMk/>
            <pc:sldMk cId="3961531667" sldId="1892"/>
            <ac:spMk id="17912" creationId="{5BFAECC6-67BE-4298-98B9-2258F192F282}"/>
          </ac:spMkLst>
        </pc:spChg>
        <pc:spChg chg="add mod">
          <ac:chgData name="" userId="" providerId="" clId="Web-{6AFE46F4-5918-44AB-9FA2-5ECE5EB19E1F}" dt="2026-09-10T15:14:40.226" v="0" actId="34807"/>
          <ac:spMkLst>
            <pc:docMk/>
            <pc:sldMk cId="3961531667" sldId="1892"/>
            <ac:spMk id="43611" creationId="{90CAE136-A710-7B6B-17B9-6F6384D063C0}"/>
          </ac:spMkLst>
        </pc:spChg>
      </pc:sldChg>
      <pc:sldChg chg="addSp delSp modSp">
        <pc:chgData name="" userId="" providerId="" clId="Web-{6AFE46F4-5918-44AB-9FA2-5ECE5EB19E1F}" dt="2026-09-10T15:18:34.767" v="1" actId="34807"/>
        <pc:sldMkLst>
          <pc:docMk/>
          <pc:sldMk cId="2468427689" sldId="2734"/>
        </pc:sldMkLst>
        <pc:spChg chg="del">
          <ac:chgData name="" userId="" providerId="" clId="Web-{6AFE46F4-5918-44AB-9FA2-5ECE5EB19E1F}" dt="2026-09-10T15:18:34.767" v="1" actId="34807"/>
          <ac:spMkLst>
            <pc:docMk/>
            <pc:sldMk cId="2468427689" sldId="2734"/>
            <ac:spMk id="33139" creationId="{52489913-6259-45E3-A4FE-55D1E22A3BEA}"/>
          </ac:spMkLst>
        </pc:spChg>
        <pc:spChg chg="del">
          <ac:chgData name="" userId="" providerId="" clId="Web-{6AFE46F4-5918-44AB-9FA2-5ECE5EB19E1F}" dt="2026-09-10T15:18:34.767" v="1" actId="34807"/>
          <ac:spMkLst>
            <pc:docMk/>
            <pc:sldMk cId="2468427689" sldId="2734"/>
            <ac:spMk id="33448" creationId="{D4B333E4-7A27-A043-6F36-D599340DA541}"/>
          </ac:spMkLst>
        </pc:spChg>
        <pc:spChg chg="add mod">
          <ac:chgData name="" userId="" providerId="" clId="Web-{6AFE46F4-5918-44AB-9FA2-5ECE5EB19E1F}" dt="2026-09-10T15:18:34.767" v="1" actId="34807"/>
          <ac:spMkLst>
            <pc:docMk/>
            <pc:sldMk cId="2468427689" sldId="2734"/>
            <ac:spMk id="43708" creationId="{FB76A6ED-FDB6-A711-3FAD-989411B8972B}"/>
          </ac:spMkLst>
        </pc:spChg>
        <pc:spChg chg="add mod">
          <ac:chgData name="" userId="" providerId="" clId="Web-{6AFE46F4-5918-44AB-9FA2-5ECE5EB19E1F}" dt="2026-09-10T15:18:34.767" v="1" actId="34807"/>
          <ac:spMkLst>
            <pc:docMk/>
            <pc:sldMk cId="2468427689" sldId="2734"/>
            <ac:spMk id="43732" creationId="{01806ACB-891F-DCA4-09D1-BBFEB6BB95CC}"/>
          </ac:spMkLst>
        </pc:spChg>
      </pc:sldChg>
      <pc:sldChg chg="modSp">
        <pc:chgData name="" userId="" providerId="" clId="Web-{6AFE46F4-5918-44AB-9FA2-5ECE5EB19E1F}" dt="2026-09-10T15:14:40.226" v="0" actId="34807"/>
        <pc:sldMkLst>
          <pc:docMk/>
          <pc:sldMk cId="2234436394" sldId="2947"/>
        </pc:sldMkLst>
        <pc:spChg chg="mod">
          <ac:chgData name="" userId="" providerId="" clId="Web-{6AFE46F4-5918-44AB-9FA2-5ECE5EB19E1F}" dt="2026-09-10T15:14:40.226" v="0" actId="34807"/>
          <ac:spMkLst>
            <pc:docMk/>
            <pc:sldMk cId="2234436394" sldId="2947"/>
            <ac:spMk id="36603" creationId="{D3B4A5D8-3FD0-7142-C3AB-A909E39063EC}"/>
          </ac:spMkLst>
        </pc:spChg>
      </pc:sldChg>
      <pc:sldChg chg="addSp delSp modSp">
        <pc:chgData name="" userId="" providerId="" clId="Web-{6AFE46F4-5918-44AB-9FA2-5ECE5EB19E1F}" dt="2026-09-10T15:18:34.767" v="1" actId="34807"/>
        <pc:sldMkLst>
          <pc:docMk/>
          <pc:sldMk cId="317257020" sldId="3161"/>
        </pc:sldMkLst>
        <pc:spChg chg="del">
          <ac:chgData name="" userId="" providerId="" clId="Web-{6AFE46F4-5918-44AB-9FA2-5ECE5EB19E1F}" dt="2026-09-10T15:18:34.767" v="1" actId="34807"/>
          <ac:spMkLst>
            <pc:docMk/>
            <pc:sldMk cId="317257020" sldId="3161"/>
            <ac:spMk id="36835" creationId="{FE719CB7-6C0F-4D6E-11E3-D2AD73AB1789}"/>
          </ac:spMkLst>
        </pc:spChg>
        <pc:spChg chg="del">
          <ac:chgData name="" userId="" providerId="" clId="Web-{6AFE46F4-5918-44AB-9FA2-5ECE5EB19E1F}" dt="2026-09-10T15:18:34.767" v="1" actId="34807"/>
          <ac:spMkLst>
            <pc:docMk/>
            <pc:sldMk cId="317257020" sldId="3161"/>
            <ac:spMk id="36864" creationId="{7A12B460-ED0D-ACD9-0623-96F9E17694F2}"/>
          </ac:spMkLst>
        </pc:spChg>
        <pc:spChg chg="del">
          <ac:chgData name="" userId="" providerId="" clId="Web-{6AFE46F4-5918-44AB-9FA2-5ECE5EB19E1F}" dt="2026-09-10T15:18:34.767" v="1" actId="34807"/>
          <ac:spMkLst>
            <pc:docMk/>
            <pc:sldMk cId="317257020" sldId="3161"/>
            <ac:spMk id="36954" creationId="{D9A88454-0824-69B4-9CF1-281820246E5A}"/>
          </ac:spMkLst>
        </pc:spChg>
        <pc:spChg chg="del">
          <ac:chgData name="" userId="" providerId="" clId="Web-{6AFE46F4-5918-44AB-9FA2-5ECE5EB19E1F}" dt="2026-09-10T15:18:34.767" v="1" actId="34807"/>
          <ac:spMkLst>
            <pc:docMk/>
            <pc:sldMk cId="317257020" sldId="3161"/>
            <ac:spMk id="37044" creationId="{FC529EAB-18A2-E637-4048-5BDFEC6DEFC5}"/>
          </ac:spMkLst>
        </pc:spChg>
        <pc:spChg chg="add mod">
          <ac:chgData name="" userId="" providerId="" clId="Web-{6AFE46F4-5918-44AB-9FA2-5ECE5EB19E1F}" dt="2026-09-10T15:18:34.767" v="1" actId="34807"/>
          <ac:spMkLst>
            <pc:docMk/>
            <pc:sldMk cId="317257020" sldId="3161"/>
            <ac:spMk id="43761" creationId="{BAA67F62-E107-439B-61BB-C393D6C04251}"/>
          </ac:spMkLst>
        </pc:spChg>
        <pc:spChg chg="add mod">
          <ac:chgData name="" userId="" providerId="" clId="Web-{6AFE46F4-5918-44AB-9FA2-5ECE5EB19E1F}" dt="2026-09-10T15:18:34.767" v="1" actId="34807"/>
          <ac:spMkLst>
            <pc:docMk/>
            <pc:sldMk cId="317257020" sldId="3161"/>
            <ac:spMk id="43791" creationId="{B284AF10-F42F-7A15-32C3-B2D8B4987EBF}"/>
          </ac:spMkLst>
        </pc:spChg>
        <pc:spChg chg="add mod">
          <ac:chgData name="" userId="" providerId="" clId="Web-{6AFE46F4-5918-44AB-9FA2-5ECE5EB19E1F}" dt="2026-09-10T15:18:34.767" v="1" actId="34807"/>
          <ac:spMkLst>
            <pc:docMk/>
            <pc:sldMk cId="317257020" sldId="3161"/>
            <ac:spMk id="43822" creationId="{56BE96B6-FAA1-8982-024D-802815B11CAC}"/>
          </ac:spMkLst>
        </pc:spChg>
      </pc:sldChg>
      <pc:sldChg chg="addSp delSp modSp">
        <pc:chgData name="" userId="" providerId="" clId="Web-{6AFE46F4-5918-44AB-9FA2-5ECE5EB19E1F}" dt="2026-09-10T15:14:40.226" v="0" actId="34807"/>
        <pc:sldMkLst>
          <pc:docMk/>
          <pc:sldMk cId="606611111" sldId="3809"/>
        </pc:sldMkLst>
        <pc:spChg chg="del">
          <ac:chgData name="" userId="" providerId="" clId="Web-{6AFE46F4-5918-44AB-9FA2-5ECE5EB19E1F}" dt="2026-09-10T15:14:40.226" v="0" actId="34807"/>
          <ac:spMkLst>
            <pc:docMk/>
            <pc:sldMk cId="606611111" sldId="3809"/>
            <ac:spMk id="41140" creationId="{F66A48A5-C9B4-CC54-41B4-A1AF95AC0DE8}"/>
          </ac:spMkLst>
        </pc:spChg>
        <pc:spChg chg="add mod">
          <ac:chgData name="" userId="" providerId="" clId="Web-{6AFE46F4-5918-44AB-9FA2-5ECE5EB19E1F}" dt="2026-09-10T15:14:40.226" v="0" actId="34807"/>
          <ac:spMkLst>
            <pc:docMk/>
            <pc:sldMk cId="606611111" sldId="3809"/>
            <ac:spMk id="43625" creationId="{904C22C7-DD78-8D6C-92D6-EEC3B6E6624C}"/>
          </ac:spMkLst>
        </pc:spChg>
      </pc:sldChg>
      <pc:sldChg chg="addSp delSp modSp">
        <pc:chgData name="" userId="" providerId="" clId="Web-{6AFE46F4-5918-44AB-9FA2-5ECE5EB19E1F}" dt="2026-09-10T15:14:40.226" v="0" actId="34807"/>
        <pc:sldMkLst>
          <pc:docMk/>
          <pc:sldMk cId="2161277717" sldId="4027"/>
        </pc:sldMkLst>
        <pc:spChg chg="mod">
          <ac:chgData name="" userId="" providerId="" clId="Web-{6AFE46F4-5918-44AB-9FA2-5ECE5EB19E1F}" dt="2026-09-10T15:14:40.226" v="0" actId="34807"/>
          <ac:spMkLst>
            <pc:docMk/>
            <pc:sldMk cId="2161277717" sldId="4027"/>
            <ac:spMk id="43566" creationId="{32A5F811-7AD5-E4FC-E65B-87D3C590A5D4}"/>
          </ac:spMkLst>
        </pc:spChg>
        <pc:graphicFrameChg chg="add mod">
          <ac:chgData name="" userId="" providerId="" clId="Web-{6AFE46F4-5918-44AB-9FA2-5ECE5EB19E1F}" dt="2026-09-10T15:14:40.226" v="0" actId="34807"/>
          <ac:graphicFrameMkLst>
            <pc:docMk/>
            <pc:sldMk cId="2161277717" sldId="4027"/>
            <ac:graphicFrameMk id="3" creationId="{54428012-8B30-429A-A5A0-257DB118F442}"/>
          </ac:graphicFrameMkLst>
        </pc:graphicFrameChg>
        <pc:graphicFrameChg chg="del">
          <ac:chgData name="" userId="" providerId="" clId="Web-{6AFE46F4-5918-44AB-9FA2-5ECE5EB19E1F}" dt="2026-09-10T15:14:40.226" v="0" actId="34807"/>
          <ac:graphicFrameMkLst>
            <pc:docMk/>
            <pc:sldMk cId="2161277717" sldId="4027"/>
            <ac:graphicFrameMk id="9" creationId="{0AFDC2C2-91B4-4A62-ADBC-8E35B4EBD44F}"/>
          </ac:graphicFrameMkLst>
        </pc:graphicFrameChg>
      </pc:sldChg>
    </pc:docChg>
  </pc:docChgLst>
  <pc:docChgLst>
    <pc:chgData clId="Web-{DC232F59-37F0-42BE-89CD-4DF351B6F637}"/>
    <pc:docChg chg="addSld modSld sldOrd">
      <pc:chgData name="" userId="" providerId="" clId="Web-{DC232F59-37F0-42BE-89CD-4DF351B6F637}" dt="2026-09-10T17:14:43.175" v="6" actId="34807"/>
      <pc:docMkLst>
        <pc:docMk/>
      </pc:docMkLst>
      <pc:sldChg chg="ord modNotesTx">
        <pc:chgData name="" userId="" providerId="" clId="Web-{DC232F59-37F0-42BE-89CD-4DF351B6F637}" dt="2026-09-10T17:10:32.148" v="4" actId="34807"/>
        <pc:sldMkLst>
          <pc:docMk/>
          <pc:sldMk cId="0" sldId="256"/>
        </pc:sldMkLst>
      </pc:sldChg>
      <pc:sldChg chg="modSp ord modNotesTx">
        <pc:chgData name="" userId="" providerId="" clId="Web-{DC232F59-37F0-42BE-89CD-4DF351B6F637}" dt="2026-09-10T17:10:32.148" v="4" actId="34807"/>
        <pc:sldMkLst>
          <pc:docMk/>
          <pc:sldMk cId="3541133800" sldId="457"/>
        </pc:sldMkLst>
        <pc:spChg chg="mod">
          <ac:chgData name="" userId="" providerId="" clId="Web-{DC232F59-37F0-42BE-89CD-4DF351B6F637}" dt="2026-09-10T17:09:22.741" v="2" actId="34807"/>
          <ac:spMkLst>
            <pc:docMk/>
            <pc:sldMk cId="3541133800" sldId="457"/>
            <ac:spMk id="84993" creationId="{EF5D279A-8754-12F0-A5F2-234A5B6CB072}"/>
          </ac:spMkLst>
        </pc:spChg>
        <pc:spChg chg="mod">
          <ac:chgData name="" userId="" providerId="" clId="Web-{DC232F59-37F0-42BE-89CD-4DF351B6F637}" dt="2026-09-10T17:09:22.741" v="2" actId="34807"/>
          <ac:spMkLst>
            <pc:docMk/>
            <pc:sldMk cId="3541133800" sldId="457"/>
            <ac:spMk id="85044" creationId="{221EDBA4-5834-DD72-E452-1ACC3AE7BEA4}"/>
          </ac:spMkLst>
        </pc:spChg>
      </pc:sldChg>
      <pc:sldChg chg="modSp ord modNotesTx">
        <pc:chgData name="" userId="" providerId="" clId="Web-{DC232F59-37F0-42BE-89CD-4DF351B6F637}" dt="2026-09-10T17:10:32.148" v="4" actId="34807"/>
        <pc:sldMkLst>
          <pc:docMk/>
          <pc:sldMk cId="1763520816" sldId="659"/>
        </pc:sldMkLst>
        <pc:spChg chg="mod">
          <ac:chgData name="" userId="" providerId="" clId="Web-{DC232F59-37F0-42BE-89CD-4DF351B6F637}" dt="2026-09-10T17:09:22.741" v="2" actId="34807"/>
          <ac:spMkLst>
            <pc:docMk/>
            <pc:sldMk cId="1763520816" sldId="659"/>
            <ac:spMk id="87062" creationId="{E4374067-02B0-BC5A-0D85-00FC1B931D36}"/>
          </ac:spMkLst>
        </pc:spChg>
        <pc:spChg chg="mod">
          <ac:chgData name="" userId="" providerId="" clId="Web-{DC232F59-37F0-42BE-89CD-4DF351B6F637}" dt="2026-09-10T17:09:22.741" v="2" actId="34807"/>
          <ac:spMkLst>
            <pc:docMk/>
            <pc:sldMk cId="1763520816" sldId="659"/>
            <ac:spMk id="87171" creationId="{C95D17D6-9DA5-92F2-78AF-33A766F016B5}"/>
          </ac:spMkLst>
        </pc:spChg>
      </pc:sldChg>
      <pc:sldChg chg="modSp ord modNotesTx">
        <pc:chgData name="" userId="" providerId="" clId="Web-{DC232F59-37F0-42BE-89CD-4DF351B6F637}" dt="2026-09-10T17:10:32.148" v="4" actId="34807"/>
        <pc:sldMkLst>
          <pc:docMk/>
          <pc:sldMk cId="1623597511" sldId="862"/>
        </pc:sldMkLst>
        <pc:spChg chg="mod">
          <ac:chgData name="" userId="" providerId="" clId="Web-{DC232F59-37F0-42BE-89CD-4DF351B6F637}" dt="2026-09-10T17:09:22.741" v="2" actId="34807"/>
          <ac:spMkLst>
            <pc:docMk/>
            <pc:sldMk cId="1623597511" sldId="862"/>
            <ac:spMk id="89514" creationId="{B33585A1-1C2D-C914-4CC7-67069A52B63C}"/>
          </ac:spMkLst>
        </pc:spChg>
        <pc:spChg chg="mod">
          <ac:chgData name="" userId="" providerId="" clId="Web-{DC232F59-37F0-42BE-89CD-4DF351B6F637}" dt="2026-09-10T17:09:22.741" v="2" actId="34807"/>
          <ac:spMkLst>
            <pc:docMk/>
            <pc:sldMk cId="1623597511" sldId="862"/>
            <ac:spMk id="89548" creationId="{7ABF1B43-17FC-A2B8-C14D-61B3E5CB17F0}"/>
          </ac:spMkLst>
        </pc:spChg>
      </pc:sldChg>
      <pc:sldChg chg="addSp modSp ord modNotesTx">
        <pc:chgData name="" userId="" providerId="" clId="Web-{DC232F59-37F0-42BE-89CD-4DF351B6F637}" dt="2026-09-10T17:13:13.281" v="5" actId="34807"/>
        <pc:sldMkLst>
          <pc:docMk/>
          <pc:sldMk cId="4002290918" sldId="1066"/>
        </pc:sldMkLst>
        <pc:spChg chg="mod">
          <ac:chgData name="" userId="" providerId="" clId="Web-{DC232F59-37F0-42BE-89CD-4DF351B6F637}" dt="2026-09-10T17:09:22.741" v="2" actId="34807"/>
          <ac:spMkLst>
            <pc:docMk/>
            <pc:sldMk cId="4002290918" sldId="1066"/>
            <ac:spMk id="93706" creationId="{072CCB1B-408C-CD41-2D57-ADBCD385EC7D}"/>
          </ac:spMkLst>
        </pc:spChg>
        <pc:spChg chg="mod">
          <ac:chgData name="" userId="" providerId="" clId="Web-{DC232F59-37F0-42BE-89CD-4DF351B6F637}" dt="2026-09-10T17:09:22.741" v="2" actId="34807"/>
          <ac:spMkLst>
            <pc:docMk/>
            <pc:sldMk cId="4002290918" sldId="1066"/>
            <ac:spMk id="93834" creationId="{E3CFDE85-8011-0F23-7973-5998AE561CDE}"/>
          </ac:spMkLst>
        </pc:spChg>
        <pc:spChg chg="add mod">
          <ac:chgData name="" userId="" providerId="" clId="Web-{DC232F59-37F0-42BE-89CD-4DF351B6F637}" dt="2026-09-10T17:13:13.281" v="5" actId="34807"/>
          <ac:spMkLst>
            <pc:docMk/>
            <pc:sldMk cId="4002290918" sldId="1066"/>
            <ac:spMk id="127914" creationId="{18453F97-7BDF-6ECB-2E72-3A6B33C6BC36}"/>
          </ac:spMkLst>
        </pc:spChg>
      </pc:sldChg>
      <pc:sldChg chg="modSp ord modNotesTx">
        <pc:chgData name="" userId="" providerId="" clId="Web-{DC232F59-37F0-42BE-89CD-4DF351B6F637}" dt="2026-09-10T17:10:32.148" v="4" actId="34807"/>
        <pc:sldMkLst>
          <pc:docMk/>
          <pc:sldMk cId="2736095792" sldId="1271"/>
        </pc:sldMkLst>
        <pc:spChg chg="mod">
          <ac:chgData name="" userId="" providerId="" clId="Web-{DC232F59-37F0-42BE-89CD-4DF351B6F637}" dt="2026-09-10T17:09:22.741" v="2" actId="34807"/>
          <ac:spMkLst>
            <pc:docMk/>
            <pc:sldMk cId="2736095792" sldId="1271"/>
            <ac:spMk id="96003" creationId="{AE349E8E-B537-2468-6367-228782F06BB5}"/>
          </ac:spMkLst>
        </pc:spChg>
        <pc:spChg chg="mod">
          <ac:chgData name="" userId="" providerId="" clId="Web-{DC232F59-37F0-42BE-89CD-4DF351B6F637}" dt="2026-09-10T17:09:22.741" v="2" actId="34807"/>
          <ac:spMkLst>
            <pc:docMk/>
            <pc:sldMk cId="2736095792" sldId="1271"/>
            <ac:spMk id="96044" creationId="{3D15667E-246E-24FD-7AEF-E0500B230AD6}"/>
          </ac:spMkLst>
        </pc:spChg>
      </pc:sldChg>
      <pc:sldChg chg="modSp ord modNotesTx">
        <pc:chgData name="" userId="" providerId="" clId="Web-{DC232F59-37F0-42BE-89CD-4DF351B6F637}" dt="2026-09-10T17:10:32.148" v="4" actId="34807"/>
        <pc:sldMkLst>
          <pc:docMk/>
          <pc:sldMk cId="3534592662" sldId="1477"/>
        </pc:sldMkLst>
        <pc:spChg chg="mod">
          <ac:chgData name="" userId="" providerId="" clId="Web-{DC232F59-37F0-42BE-89CD-4DF351B6F637}" dt="2026-09-10T17:09:22.741" v="2" actId="34807"/>
          <ac:spMkLst>
            <pc:docMk/>
            <pc:sldMk cId="3534592662" sldId="1477"/>
            <ac:spMk id="97280" creationId="{DA13976B-7A76-548E-269B-94DF5169E5C5}"/>
          </ac:spMkLst>
        </pc:spChg>
        <pc:spChg chg="mod">
          <ac:chgData name="" userId="" providerId="" clId="Web-{DC232F59-37F0-42BE-89CD-4DF351B6F637}" dt="2026-09-10T17:09:22.741" v="2" actId="34807"/>
          <ac:spMkLst>
            <pc:docMk/>
            <pc:sldMk cId="3534592662" sldId="1477"/>
            <ac:spMk id="97367" creationId="{367EA553-434F-3188-E1E4-CF927EC15BC3}"/>
          </ac:spMkLst>
        </pc:spChg>
      </pc:sldChg>
      <pc:sldChg chg="addSp delSp modSp ord modNotesTx">
        <pc:chgData name="" userId="" providerId="" clId="Web-{DC232F59-37F0-42BE-89CD-4DF351B6F637}" dt="2026-09-10T17:13:13.281" v="5" actId="34807"/>
        <pc:sldMkLst>
          <pc:docMk/>
          <pc:sldMk cId="2369253086" sldId="1684"/>
        </pc:sldMkLst>
        <pc:spChg chg="del">
          <ac:chgData name="" userId="" providerId="" clId="Web-{DC232F59-37F0-42BE-89CD-4DF351B6F637}" dt="2026-09-10T17:09:22.741" v="2" actId="34807"/>
          <ac:spMkLst>
            <pc:docMk/>
            <pc:sldMk cId="2369253086" sldId="1684"/>
            <ac:spMk id="99147" creationId="{C17D1CE8-D9C2-AA76-0D21-8C0BF983CCC7}"/>
          </ac:spMkLst>
        </pc:spChg>
        <pc:spChg chg="del">
          <ac:chgData name="" userId="" providerId="" clId="Web-{DC232F59-37F0-42BE-89CD-4DF351B6F637}" dt="2026-09-10T17:09:22.741" v="2" actId="34807"/>
          <ac:spMkLst>
            <pc:docMk/>
            <pc:sldMk cId="2369253086" sldId="1684"/>
            <ac:spMk id="99183" creationId="{F4E2785A-0967-E2A3-813E-9EA00F46E9FA}"/>
          </ac:spMkLst>
        </pc:spChg>
        <pc:spChg chg="del">
          <ac:chgData name="" userId="" providerId="" clId="Web-{DC232F59-37F0-42BE-89CD-4DF351B6F637}" dt="2026-09-10T17:09:22.741" v="2" actId="34807"/>
          <ac:spMkLst>
            <pc:docMk/>
            <pc:sldMk cId="2369253086" sldId="1684"/>
            <ac:spMk id="99220" creationId="{DF9877A7-1523-BCB8-C94A-686359C1DD51}"/>
          </ac:spMkLst>
        </pc:spChg>
        <pc:spChg chg="del">
          <ac:chgData name="" userId="" providerId="" clId="Web-{DC232F59-37F0-42BE-89CD-4DF351B6F637}" dt="2026-09-10T17:09:22.741" v="2" actId="34807"/>
          <ac:spMkLst>
            <pc:docMk/>
            <pc:sldMk cId="2369253086" sldId="1684"/>
            <ac:spMk id="99297" creationId="{57A78A51-417C-9669-8B1E-0FD04F7C5861}"/>
          </ac:spMkLst>
        </pc:spChg>
        <pc:spChg chg="del">
          <ac:chgData name="" userId="" providerId="" clId="Web-{DC232F59-37F0-42BE-89CD-4DF351B6F637}" dt="2026-09-10T17:09:22.741" v="2" actId="34807"/>
          <ac:spMkLst>
            <pc:docMk/>
            <pc:sldMk cId="2369253086" sldId="1684"/>
            <ac:spMk id="99948" creationId="{B1899D96-02EC-6925-2390-E8C7BAF147AF}"/>
          </ac:spMkLst>
        </pc:spChg>
        <pc:spChg chg="add mod">
          <ac:chgData name="" userId="" providerId="" clId="Web-{DC232F59-37F0-42BE-89CD-4DF351B6F637}" dt="2026-09-10T17:10:20.834" v="3" actId="34807"/>
          <ac:spMkLst>
            <pc:docMk/>
            <pc:sldMk cId="2369253086" sldId="1684"/>
            <ac:spMk id="125294" creationId="{3E1A5D93-7DD0-8119-C8A5-6DBC8E9D915A}"/>
          </ac:spMkLst>
        </pc:spChg>
        <pc:spChg chg="add mod">
          <ac:chgData name="" userId="" providerId="" clId="Web-{DC232F59-37F0-42BE-89CD-4DF351B6F637}" dt="2026-09-10T17:09:22.741" v="2" actId="34807"/>
          <ac:spMkLst>
            <pc:docMk/>
            <pc:sldMk cId="2369253086" sldId="1684"/>
            <ac:spMk id="125340" creationId="{A81F78F3-C480-1D32-EEBE-FF3855547C00}"/>
          </ac:spMkLst>
        </pc:spChg>
        <pc:spChg chg="add mod">
          <ac:chgData name="" userId="" providerId="" clId="Web-{DC232F59-37F0-42BE-89CD-4DF351B6F637}" dt="2026-09-10T17:10:20.834" v="3" actId="34807"/>
          <ac:spMkLst>
            <pc:docMk/>
            <pc:sldMk cId="2369253086" sldId="1684"/>
            <ac:spMk id="125387" creationId="{C0653C0C-05BE-85AF-5FB3-7EA9FD014058}"/>
          </ac:spMkLst>
        </pc:spChg>
        <pc:spChg chg="mod">
          <ac:chgData name="" userId="" providerId="" clId="Web-{DC232F59-37F0-42BE-89CD-4DF351B6F637}" dt="2026-09-10T17:10:20.834" v="3" actId="34807"/>
          <ac:spMkLst>
            <pc:docMk/>
            <pc:sldMk cId="2369253086" sldId="1684"/>
            <ac:spMk id="125435" creationId="{461F6CF6-B8C0-1AFB-EFA3-7E86BD1B352D}"/>
          </ac:spMkLst>
        </pc:spChg>
        <pc:spChg chg="mod">
          <ac:chgData name="" userId="" providerId="" clId="Web-{DC232F59-37F0-42BE-89CD-4DF351B6F637}" dt="2026-09-10T17:10:20.834" v="3" actId="34807"/>
          <ac:spMkLst>
            <pc:docMk/>
            <pc:sldMk cId="2369253086" sldId="1684"/>
            <ac:spMk id="125484" creationId="{DBF3A915-750B-E578-E386-B68D93FB1E93}"/>
          </ac:spMkLst>
        </pc:spChg>
        <pc:spChg chg="mod">
          <ac:chgData name="" userId="" providerId="" clId="Web-{DC232F59-37F0-42BE-89CD-4DF351B6F637}" dt="2026-09-10T17:10:20.834" v="3" actId="34807"/>
          <ac:spMkLst>
            <pc:docMk/>
            <pc:sldMk cId="2369253086" sldId="1684"/>
            <ac:spMk id="125534" creationId="{E9742022-AA5F-39AB-002F-D3CB91469FBF}"/>
          </ac:spMkLst>
        </pc:spChg>
        <pc:spChg chg="add mod">
          <ac:chgData name="" userId="" providerId="" clId="Web-{DC232F59-37F0-42BE-89CD-4DF351B6F637}" dt="2026-09-10T17:09:22.741" v="2" actId="34807"/>
          <ac:spMkLst>
            <pc:docMk/>
            <pc:sldMk cId="2369253086" sldId="1684"/>
            <ac:spMk id="125637" creationId="{8D5CCF14-1A9B-93B0-C566-E0F06795E86C}"/>
          </ac:spMkLst>
        </pc:spChg>
        <pc:spChg chg="add mod">
          <ac:chgData name="" userId="" providerId="" clId="Web-{DC232F59-37F0-42BE-89CD-4DF351B6F637}" dt="2026-09-10T17:13:13.281" v="5" actId="34807"/>
          <ac:spMkLst>
            <pc:docMk/>
            <pc:sldMk cId="2369253086" sldId="1684"/>
            <ac:spMk id="125744" creationId="{3924ED73-2EEB-8E7A-8FDA-5FC99F8499C3}"/>
          </ac:spMkLst>
        </pc:spChg>
      </pc:sldChg>
      <pc:sldChg chg="modSp ord modNotesTx">
        <pc:chgData name="" userId="" providerId="" clId="Web-{DC232F59-37F0-42BE-89CD-4DF351B6F637}" dt="2026-09-10T17:10:32.148" v="4" actId="34807"/>
        <pc:sldMkLst>
          <pc:docMk/>
          <pc:sldMk cId="3961531667" sldId="1892"/>
        </pc:sldMkLst>
        <pc:spChg chg="mod">
          <ac:chgData name="" userId="" providerId="" clId="Web-{DC232F59-37F0-42BE-89CD-4DF351B6F637}" dt="2026-09-10T17:09:22.741" v="2" actId="34807"/>
          <ac:spMkLst>
            <pc:docMk/>
            <pc:sldMk cId="3961531667" sldId="1892"/>
            <ac:spMk id="102852" creationId="{6E98C323-CFAF-093F-1B64-68933F81F264}"/>
          </ac:spMkLst>
        </pc:spChg>
        <pc:spChg chg="mod">
          <ac:chgData name="" userId="" providerId="" clId="Web-{DC232F59-37F0-42BE-89CD-4DF351B6F637}" dt="2026-09-10T17:09:22.741" v="2" actId="34807"/>
          <ac:spMkLst>
            <pc:docMk/>
            <pc:sldMk cId="3961531667" sldId="1892"/>
            <ac:spMk id="102979" creationId="{0E727EDB-3AD1-95B0-8F7E-10F4EE745CD3}"/>
          </ac:spMkLst>
        </pc:spChg>
      </pc:sldChg>
      <pc:sldChg chg="addSp modSp ord modNotesTx">
        <pc:chgData name="" userId="" providerId="" clId="Web-{DC232F59-37F0-42BE-89CD-4DF351B6F637}" dt="2026-09-10T17:13:13.281" v="5" actId="34807"/>
        <pc:sldMkLst>
          <pc:docMk/>
          <pc:sldMk cId="3901143359" sldId="2101"/>
        </pc:sldMkLst>
        <pc:spChg chg="mod">
          <ac:chgData name="" userId="" providerId="" clId="Web-{DC232F59-37F0-42BE-89CD-4DF351B6F637}" dt="2026-09-10T17:09:22.741" v="2" actId="34807"/>
          <ac:spMkLst>
            <pc:docMk/>
            <pc:sldMk cId="3901143359" sldId="2101"/>
            <ac:spMk id="107054" creationId="{506D8A27-8AB1-EDC6-16EF-D62BCC919B4C}"/>
          </ac:spMkLst>
        </pc:spChg>
        <pc:spChg chg="mod">
          <ac:chgData name="" userId="" providerId="" clId="Web-{DC232F59-37F0-42BE-89CD-4DF351B6F637}" dt="2026-09-10T17:09:22.741" v="2" actId="34807"/>
          <ac:spMkLst>
            <pc:docMk/>
            <pc:sldMk cId="3901143359" sldId="2101"/>
            <ac:spMk id="107120" creationId="{E30639F3-8E6E-AFAF-1A28-98FE0E61277F}"/>
          </ac:spMkLst>
        </pc:spChg>
        <pc:spChg chg="mod">
          <ac:chgData name="" userId="" providerId="" clId="Web-{DC232F59-37F0-42BE-89CD-4DF351B6F637}" dt="2026-09-10T17:13:13.281" v="5" actId="34807"/>
          <ac:spMkLst>
            <pc:docMk/>
            <pc:sldMk cId="3901143359" sldId="2101"/>
            <ac:spMk id="107835" creationId="{948D048C-0CD3-5C10-8985-261070EEDE4F}"/>
          </ac:spMkLst>
        </pc:spChg>
        <pc:spChg chg="add mod">
          <ac:chgData name="" userId="" providerId="" clId="Web-{DC232F59-37F0-42BE-89CD-4DF351B6F637}" dt="2026-09-10T17:13:13.281" v="5" actId="34807"/>
          <ac:spMkLst>
            <pc:docMk/>
            <pc:sldMk cId="3901143359" sldId="2101"/>
            <ac:spMk id="128001" creationId="{44E0D62D-CD7E-1B12-0C62-97E8C8D9883B}"/>
          </ac:spMkLst>
        </pc:spChg>
      </pc:sldChg>
      <pc:sldChg chg="modSp ord modNotesTx">
        <pc:chgData name="" userId="" providerId="" clId="Web-{DC232F59-37F0-42BE-89CD-4DF351B6F637}" dt="2026-09-10T17:10:32.148" v="4" actId="34807"/>
        <pc:sldMkLst>
          <pc:docMk/>
          <pc:sldMk cId="1267224764" sldId="2311"/>
        </pc:sldMkLst>
        <pc:spChg chg="mod">
          <ac:chgData name="" userId="" providerId="" clId="Web-{DC232F59-37F0-42BE-89CD-4DF351B6F637}" dt="2026-09-10T17:09:22.741" v="2" actId="34807"/>
          <ac:spMkLst>
            <pc:docMk/>
            <pc:sldMk cId="1267224764" sldId="2311"/>
            <ac:spMk id="108731" creationId="{538B9994-6EB4-FE65-DAAF-D12F80195F62}"/>
          </ac:spMkLst>
        </pc:spChg>
        <pc:spChg chg="mod">
          <ac:chgData name="" userId="" providerId="" clId="Web-{DC232F59-37F0-42BE-89CD-4DF351B6F637}" dt="2026-09-10T17:09:22.741" v="2" actId="34807"/>
          <ac:spMkLst>
            <pc:docMk/>
            <pc:sldMk cId="1267224764" sldId="2311"/>
            <ac:spMk id="108786" creationId="{747F80E8-D5D7-2B20-939A-1CFB6B2F4699}"/>
          </ac:spMkLst>
        </pc:spChg>
      </pc:sldChg>
      <pc:sldChg chg="addSp delSp modSp ord modNotesTx">
        <pc:chgData name="" userId="" providerId="" clId="Web-{DC232F59-37F0-42BE-89CD-4DF351B6F637}" dt="2026-09-10T17:14:43.175" v="6" actId="34807"/>
        <pc:sldMkLst>
          <pc:docMk/>
          <pc:sldMk cId="1611565338" sldId="2522"/>
        </pc:sldMkLst>
        <pc:spChg chg="del">
          <ac:chgData name="" userId="" providerId="" clId="Web-{DC232F59-37F0-42BE-89CD-4DF351B6F637}" dt="2026-09-10T17:09:22.741" v="2" actId="34807"/>
          <ac:spMkLst>
            <pc:docMk/>
            <pc:sldMk cId="1611565338" sldId="2522"/>
            <ac:spMk id="111398" creationId="{E6BC83FD-9E98-3E25-64F1-11AC3EE25C59}"/>
          </ac:spMkLst>
        </pc:spChg>
        <pc:spChg chg="del">
          <ac:chgData name="" userId="" providerId="" clId="Web-{DC232F59-37F0-42BE-89CD-4DF351B6F637}" dt="2026-09-10T17:09:22.741" v="2" actId="34807"/>
          <ac:spMkLst>
            <pc:docMk/>
            <pc:sldMk cId="1611565338" sldId="2522"/>
            <ac:spMk id="112259" creationId="{457A82B2-2261-9434-8644-53BE0EFC8A04}"/>
          </ac:spMkLst>
        </pc:spChg>
        <pc:spChg chg="del">
          <ac:chgData name="" userId="" providerId="" clId="Web-{DC232F59-37F0-42BE-89CD-4DF351B6F637}" dt="2026-09-10T17:09:22.741" v="2" actId="34807"/>
          <ac:spMkLst>
            <pc:docMk/>
            <pc:sldMk cId="1611565338" sldId="2522"/>
            <ac:spMk id="112328" creationId="{D777F0B8-A7E4-C8DC-9F1D-DE73367DBBF8}"/>
          </ac:spMkLst>
        </pc:spChg>
        <pc:spChg chg="del">
          <ac:chgData name="" userId="" providerId="" clId="Web-{DC232F59-37F0-42BE-89CD-4DF351B6F637}" dt="2026-09-10T17:09:22.741" v="2" actId="34807"/>
          <ac:spMkLst>
            <pc:docMk/>
            <pc:sldMk cId="1611565338" sldId="2522"/>
            <ac:spMk id="112916" creationId="{B105EACF-899F-35E3-B919-1977618C8122}"/>
          </ac:spMkLst>
        </pc:spChg>
        <pc:spChg chg="mod">
          <ac:chgData name="" userId="" providerId="" clId="Web-{DC232F59-37F0-42BE-89CD-4DF351B6F637}" dt="2026-09-10T17:10:20.834" v="3" actId="34807"/>
          <ac:spMkLst>
            <pc:docMk/>
            <pc:sldMk cId="1611565338" sldId="2522"/>
            <ac:spMk id="125799" creationId="{A004D71C-9B22-8332-784D-58858D4739C6}"/>
          </ac:spMkLst>
        </pc:spChg>
        <pc:spChg chg="add mod">
          <ac:chgData name="" userId="" providerId="" clId="Web-{DC232F59-37F0-42BE-89CD-4DF351B6F637}" dt="2026-09-10T17:10:20.834" v="3" actId="34807"/>
          <ac:spMkLst>
            <pc:docMk/>
            <pc:sldMk cId="1611565338" sldId="2522"/>
            <ac:spMk id="125855" creationId="{02134767-7099-7E39-63A7-BD26E9FD3404}"/>
          </ac:spMkLst>
        </pc:spChg>
        <pc:spChg chg="add mod">
          <ac:chgData name="" userId="" providerId="" clId="Web-{DC232F59-37F0-42BE-89CD-4DF351B6F637}" dt="2026-09-10T17:10:20.834" v="3" actId="34807"/>
          <ac:spMkLst>
            <pc:docMk/>
            <pc:sldMk cId="1611565338" sldId="2522"/>
            <ac:spMk id="125912" creationId="{082FFFC8-41B1-E2B8-6412-94DBFD637D89}"/>
          </ac:spMkLst>
        </pc:spChg>
        <pc:spChg chg="add mod">
          <ac:chgData name="" userId="" providerId="" clId="Web-{DC232F59-37F0-42BE-89CD-4DF351B6F637}" dt="2026-09-10T17:10:20.834" v="3" actId="34807"/>
          <ac:spMkLst>
            <pc:docMk/>
            <pc:sldMk cId="1611565338" sldId="2522"/>
            <ac:spMk id="125970" creationId="{A4161331-F843-6083-552F-0185F2E67380}"/>
          </ac:spMkLst>
        </pc:spChg>
        <pc:spChg chg="add mod">
          <ac:chgData name="" userId="" providerId="" clId="Web-{DC232F59-37F0-42BE-89CD-4DF351B6F637}" dt="2026-09-10T17:09:22.741" v="2" actId="34807"/>
          <ac:spMkLst>
            <pc:docMk/>
            <pc:sldMk cId="1611565338" sldId="2522"/>
            <ac:spMk id="126212" creationId="{07958FC1-832F-3514-E559-C5C9152490C5}"/>
          </ac:spMkLst>
        </pc:spChg>
        <pc:spChg chg="add mod">
          <ac:chgData name="" userId="" providerId="" clId="Web-{DC232F59-37F0-42BE-89CD-4DF351B6F637}" dt="2026-09-10T17:09:22.741" v="2" actId="34807"/>
          <ac:spMkLst>
            <pc:docMk/>
            <pc:sldMk cId="1611565338" sldId="2522"/>
            <ac:spMk id="126275" creationId="{F98FD9CC-2B8B-16FE-4A69-4B410CCDE38A}"/>
          </ac:spMkLst>
        </pc:spChg>
        <pc:spChg chg="mod">
          <ac:chgData name="" userId="" providerId="" clId="Web-{DC232F59-37F0-42BE-89CD-4DF351B6F637}" dt="2026-09-10T17:14:43.175" v="6" actId="34807"/>
          <ac:spMkLst>
            <pc:docMk/>
            <pc:sldMk cId="1611565338" sldId="2522"/>
            <ac:spMk id="126339" creationId="{E2B6E0A9-9244-7578-2EA7-8208C44458A6}"/>
          </ac:spMkLst>
        </pc:spChg>
        <pc:spChg chg="add mod">
          <ac:chgData name="" userId="" providerId="" clId="Web-{DC232F59-37F0-42BE-89CD-4DF351B6F637}" dt="2026-09-10T17:09:22.741" v="2" actId="34807"/>
          <ac:spMkLst>
            <pc:docMk/>
            <pc:sldMk cId="1611565338" sldId="2522"/>
            <ac:spMk id="127109" creationId="{4FD85E96-70D5-5337-79FF-F32C408D9B12}"/>
          </ac:spMkLst>
        </pc:spChg>
        <pc:spChg chg="mod">
          <ac:chgData name="" userId="" providerId="" clId="Web-{DC232F59-37F0-42BE-89CD-4DF351B6F637}" dt="2026-09-10T17:14:43.175" v="6" actId="34807"/>
          <ac:spMkLst>
            <pc:docMk/>
            <pc:sldMk cId="1611565338" sldId="2522"/>
            <ac:spMk id="127662" creationId="{E6C53895-EA87-D09A-6CA5-4717F40E80B9}"/>
          </ac:spMkLst>
        </pc:spChg>
        <pc:spChg chg="mod">
          <ac:chgData name="" userId="" providerId="" clId="Web-{DC232F59-37F0-42BE-89CD-4DF351B6F637}" dt="2026-09-10T17:13:13.281" v="5" actId="34807"/>
          <ac:spMkLst>
            <pc:docMk/>
            <pc:sldMk cId="1611565338" sldId="2522"/>
            <ac:spMk id="127745" creationId="{C6C255E4-5C92-67CC-4037-8E65276577CA}"/>
          </ac:spMkLst>
        </pc:spChg>
      </pc:sldChg>
      <pc:sldChg chg="modSp ord modNotesTx">
        <pc:chgData name="" userId="" providerId="" clId="Web-{DC232F59-37F0-42BE-89CD-4DF351B6F637}" dt="2026-09-10T17:10:32.148" v="4" actId="34807"/>
        <pc:sldMkLst>
          <pc:docMk/>
          <pc:sldMk cId="2468427689" sldId="2734"/>
        </pc:sldMkLst>
        <pc:spChg chg="mod">
          <ac:chgData name="" userId="" providerId="" clId="Web-{DC232F59-37F0-42BE-89CD-4DF351B6F637}" dt="2026-09-10T17:09:22.741" v="2" actId="34807"/>
          <ac:spMkLst>
            <pc:docMk/>
            <pc:sldMk cId="2468427689" sldId="2734"/>
            <ac:spMk id="113679" creationId="{E8BF32AD-DB88-2061-0AFB-07C4DDB04CFE}"/>
          </ac:spMkLst>
        </pc:spChg>
        <pc:spChg chg="mod">
          <ac:chgData name="" userId="" providerId="" clId="Web-{DC232F59-37F0-42BE-89CD-4DF351B6F637}" dt="2026-09-10T17:09:22.741" v="2" actId="34807"/>
          <ac:spMkLst>
            <pc:docMk/>
            <pc:sldMk cId="2468427689" sldId="2734"/>
            <ac:spMk id="113708" creationId="{75916798-AEE1-87E9-9229-E968E3AF978E}"/>
          </ac:spMkLst>
        </pc:spChg>
      </pc:sldChg>
      <pc:sldChg chg="modSp ord modNotesTx">
        <pc:chgData name="" userId="" providerId="" clId="Web-{DC232F59-37F0-42BE-89CD-4DF351B6F637}" dt="2026-09-10T17:10:32.148" v="4" actId="34807"/>
        <pc:sldMkLst>
          <pc:docMk/>
          <pc:sldMk cId="2234436394" sldId="2947"/>
        </pc:sldMkLst>
        <pc:spChg chg="mod">
          <ac:chgData name="" userId="" providerId="" clId="Web-{DC232F59-37F0-42BE-89CD-4DF351B6F637}" dt="2026-09-10T17:09:22.741" v="2" actId="34807"/>
          <ac:spMkLst>
            <pc:docMk/>
            <pc:sldMk cId="2234436394" sldId="2947"/>
            <ac:spMk id="115943" creationId="{D5BA0E05-231F-89EC-B56A-3AC5FD051A43}"/>
          </ac:spMkLst>
        </pc:spChg>
        <pc:spChg chg="mod">
          <ac:chgData name="" userId="" providerId="" clId="Web-{DC232F59-37F0-42BE-89CD-4DF351B6F637}" dt="2026-09-10T17:09:22.741" v="2" actId="34807"/>
          <ac:spMkLst>
            <pc:docMk/>
            <pc:sldMk cId="2234436394" sldId="2947"/>
            <ac:spMk id="116046" creationId="{A9EDF178-632A-6F9E-F638-3697806CA3FC}"/>
          </ac:spMkLst>
        </pc:spChg>
      </pc:sldChg>
      <pc:sldChg chg="modSp ord modNotesTx">
        <pc:chgData name="" userId="" providerId="" clId="Web-{DC232F59-37F0-42BE-89CD-4DF351B6F637}" dt="2026-09-10T17:10:32.148" v="4" actId="34807"/>
        <pc:sldMkLst>
          <pc:docMk/>
          <pc:sldMk cId="317257020" sldId="3161"/>
        </pc:sldMkLst>
        <pc:spChg chg="mod">
          <ac:chgData name="" userId="" providerId="" clId="Web-{DC232F59-37F0-42BE-89CD-4DF351B6F637}" dt="2026-09-10T17:09:22.741" v="2" actId="34807"/>
          <ac:spMkLst>
            <pc:docMk/>
            <pc:sldMk cId="317257020" sldId="3161"/>
            <ac:spMk id="118394" creationId="{5D04F32F-9629-7AC3-4164-34D3839CBB8B}"/>
          </ac:spMkLst>
        </pc:spChg>
        <pc:spChg chg="mod">
          <ac:chgData name="" userId="" providerId="" clId="Web-{DC232F59-37F0-42BE-89CD-4DF351B6F637}" dt="2026-09-10T17:09:22.741" v="2" actId="34807"/>
          <ac:spMkLst>
            <pc:docMk/>
            <pc:sldMk cId="317257020" sldId="3161"/>
            <ac:spMk id="118448" creationId="{C7CAE408-FD3F-02E9-EB77-7CEAA81938FE}"/>
          </ac:spMkLst>
        </pc:spChg>
      </pc:sldChg>
      <pc:sldChg chg="addSp modSp ord modNotesTx">
        <pc:chgData name="" userId="" providerId="" clId="Web-{DC232F59-37F0-42BE-89CD-4DF351B6F637}" dt="2026-09-10T17:13:13.281" v="5" actId="34807"/>
        <pc:sldMkLst>
          <pc:docMk/>
          <pc:sldMk cId="2839915543" sldId="3376"/>
        </pc:sldMkLst>
        <pc:spChg chg="mod">
          <ac:chgData name="" userId="" providerId="" clId="Web-{DC232F59-37F0-42BE-89CD-4DF351B6F637}" dt="2026-09-10T17:09:22.741" v="2" actId="34807"/>
          <ac:spMkLst>
            <pc:docMk/>
            <pc:sldMk cId="2839915543" sldId="3376"/>
            <ac:spMk id="120276" creationId="{553957ED-F52E-D848-96C4-6C69CAB1CF9D}"/>
          </ac:spMkLst>
        </pc:spChg>
        <pc:spChg chg="mod">
          <ac:chgData name="" userId="" providerId="" clId="Web-{DC232F59-37F0-42BE-89CD-4DF351B6F637}" dt="2026-09-10T17:09:22.741" v="2" actId="34807"/>
          <ac:spMkLst>
            <pc:docMk/>
            <pc:sldMk cId="2839915543" sldId="3376"/>
            <ac:spMk id="120384" creationId="{63D2E9D8-531A-A187-6AC3-D7F73247706C}"/>
          </ac:spMkLst>
        </pc:spChg>
        <pc:spChg chg="mod">
          <ac:chgData name="" userId="" providerId="" clId="Web-{DC232F59-37F0-42BE-89CD-4DF351B6F637}" dt="2026-09-10T17:09:22.741" v="2" actId="34807"/>
          <ac:spMkLst>
            <pc:docMk/>
            <pc:sldMk cId="2839915543" sldId="3376"/>
            <ac:spMk id="122499" creationId="{3DE1779C-56A4-94AD-E7AC-FD27BADCEA89}"/>
          </ac:spMkLst>
        </pc:spChg>
        <pc:spChg chg="add mod">
          <ac:chgData name="" userId="" providerId="" clId="Web-{DC232F59-37F0-42BE-89CD-4DF351B6F637}" dt="2026-09-10T17:13:13.281" v="5" actId="34807"/>
          <ac:spMkLst>
            <pc:docMk/>
            <pc:sldMk cId="2839915543" sldId="3376"/>
            <ac:spMk id="128089" creationId="{93B14EF8-35E9-7911-3A62-69470D6F78DE}"/>
          </ac:spMkLst>
        </pc:spChg>
        <pc:spChg chg="add mod">
          <ac:chgData name="" userId="" providerId="" clId="Web-{DC232F59-37F0-42BE-89CD-4DF351B6F637}" dt="2026-09-10T17:13:13.281" v="5" actId="34807"/>
          <ac:spMkLst>
            <pc:docMk/>
            <pc:sldMk cId="2839915543" sldId="3376"/>
            <ac:spMk id="128178" creationId="{6E411E41-7430-74AF-4DFD-AB4C9885A0C1}"/>
          </ac:spMkLst>
        </pc:spChg>
        <pc:spChg chg="add mod">
          <ac:chgData name="" userId="" providerId="" clId="Web-{DC232F59-37F0-42BE-89CD-4DF351B6F637}" dt="2026-09-10T17:13:13.281" v="5" actId="34807"/>
          <ac:spMkLst>
            <pc:docMk/>
            <pc:sldMk cId="2839915543" sldId="3376"/>
            <ac:spMk id="128268" creationId="{776041B7-A22B-A524-B156-E6D7F7968427}"/>
          </ac:spMkLst>
        </pc:spChg>
      </pc:sldChg>
      <pc:sldChg chg="modSp ord modNotesTx">
        <pc:chgData name="" userId="" providerId="" clId="Web-{DC232F59-37F0-42BE-89CD-4DF351B6F637}" dt="2026-09-10T17:10:32.148" v="4" actId="34807"/>
        <pc:sldMkLst>
          <pc:docMk/>
          <pc:sldMk cId="2770887063" sldId="3592"/>
        </pc:sldMkLst>
        <pc:spChg chg="mod">
          <ac:chgData name="" userId="" providerId="" clId="Web-{DC232F59-37F0-42BE-89CD-4DF351B6F637}" dt="2026-09-10T17:09:22.741" v="2" actId="34807"/>
          <ac:spMkLst>
            <pc:docMk/>
            <pc:sldMk cId="2770887063" sldId="3592"/>
            <ac:spMk id="123481" creationId="{5C48725F-8308-5636-34C3-3533AE68B36F}"/>
          </ac:spMkLst>
        </pc:spChg>
        <pc:spChg chg="mod">
          <ac:chgData name="" userId="" providerId="" clId="Web-{DC232F59-37F0-42BE-89CD-4DF351B6F637}" dt="2026-09-10T17:09:22.741" v="2" actId="34807"/>
          <ac:spMkLst>
            <pc:docMk/>
            <pc:sldMk cId="2770887063" sldId="3592"/>
            <ac:spMk id="123536" creationId="{B7C857E6-6458-C4EB-ABEE-ACF9EDC22C95}"/>
          </ac:spMkLst>
        </pc:spChg>
      </pc:sldChg>
      <pc:sldChg chg="modSp ord modNotesTx">
        <pc:chgData name="" userId="" providerId="" clId="Web-{DC232F59-37F0-42BE-89CD-4DF351B6F637}" dt="2026-09-10T17:10:32.148" v="4" actId="34807"/>
        <pc:sldMkLst>
          <pc:docMk/>
          <pc:sldMk cId="606611111" sldId="3809"/>
        </pc:sldMkLst>
        <pc:spChg chg="mod">
          <ac:chgData name="" userId="" providerId="" clId="Web-{DC232F59-37F0-42BE-89CD-4DF351B6F637}" dt="2026-09-10T17:09:22.741" v="2" actId="34807"/>
          <ac:spMkLst>
            <pc:docMk/>
            <pc:sldMk cId="606611111" sldId="3809"/>
            <ac:spMk id="82703" creationId="{6C1A4F0E-DC02-1F28-A3CA-AEE22EE1BE74}"/>
          </ac:spMkLst>
        </pc:spChg>
      </pc:sldChg>
      <pc:sldChg chg="addSp delSp modSp ord modNotesTx">
        <pc:chgData name="" userId="" providerId="" clId="Web-{DC232F59-37F0-42BE-89CD-4DF351B6F637}" dt="2026-09-10T17:10:32.148" v="4" actId="34807"/>
        <pc:sldMkLst>
          <pc:docMk/>
          <pc:sldMk cId="2161277717" sldId="4027"/>
        </pc:sldMkLst>
        <pc:graphicFrameChg chg="del">
          <ac:chgData name="" userId="" providerId="" clId="Web-{DC232F59-37F0-42BE-89CD-4DF351B6F637}" dt="2026-09-10T17:09:22.741" v="2" actId="34807"/>
          <ac:graphicFrameMkLst>
            <pc:docMk/>
            <pc:sldMk cId="2161277717" sldId="4027"/>
            <ac:graphicFrameMk id="3" creationId="{577E70E3-9DA9-41EC-ABE4-2D5FDCCDA7B9}"/>
          </ac:graphicFrameMkLst>
        </pc:graphicFrameChg>
        <pc:graphicFrameChg chg="add mod">
          <ac:chgData name="" userId="" providerId="" clId="Web-{DC232F59-37F0-42BE-89CD-4DF351B6F637}" dt="2026-09-10T17:09:22.741" v="2" actId="34807"/>
          <ac:graphicFrameMkLst>
            <pc:docMk/>
            <pc:sldMk cId="2161277717" sldId="4027"/>
            <ac:graphicFrameMk id="4" creationId="{807CFFCC-9532-464B-8678-B98FED36D075}"/>
          </ac:graphicFrameMkLst>
        </pc:graphicFrameChg>
      </pc:sldChg>
      <pc:sldChg chg="addSp delSp modSp add mod ord setBg modNotesTx">
        <pc:chgData name="" userId="" providerId="" clId="Web-{DC232F59-37F0-42BE-89CD-4DF351B6F637}" dt="2026-09-10T17:13:13.281" v="5" actId="34807"/>
        <pc:sldMkLst>
          <pc:docMk/>
          <pc:sldMk cId="1891210611" sldId="4228"/>
        </pc:sldMkLst>
        <pc:spChg chg="mod">
          <ac:chgData name="" userId="" providerId="" clId="Web-{DC232F59-37F0-42BE-89CD-4DF351B6F637}" dt="2026-09-10T17:13:13.281" v="5" actId="34807"/>
          <ac:spMkLst>
            <pc:docMk/>
            <pc:sldMk cId="1891210611" sldId="4228"/>
            <ac:spMk id="124979" creationId="{4BA73FB7-BA03-F92E-2F16-9ACA78454348}"/>
          </ac:spMkLst>
        </pc:spChg>
        <pc:spChg chg="mod">
          <ac:chgData name="" userId="" providerId="" clId="Web-{DC232F59-37F0-42BE-89CD-4DF351B6F637}" dt="2026-09-10T17:10:20.834" v="3" actId="34807"/>
          <ac:spMkLst>
            <pc:docMk/>
            <pc:sldMk cId="1891210611" sldId="4228"/>
            <ac:spMk id="124983" creationId="{0F0AC648-A6E9-50B7-4669-ABDF2F08BA87}"/>
          </ac:spMkLst>
        </pc:spChg>
        <pc:spChg chg="add mod">
          <ac:chgData name="" userId="" providerId="" clId="Web-{DC232F59-37F0-42BE-89CD-4DF351B6F637}" dt="2026-09-10T17:09:07.084" v="1" actId="34807"/>
          <ac:spMkLst>
            <pc:docMk/>
            <pc:sldMk cId="1891210611" sldId="4228"/>
            <ac:spMk id="124994" creationId="{458F5A2D-CC71-DD40-32AA-0EA6A824D11F}"/>
          </ac:spMkLst>
        </pc:spChg>
        <pc:spChg chg="mod">
          <ac:chgData name="" userId="" providerId="" clId="Web-{DC232F59-37F0-42BE-89CD-4DF351B6F637}" dt="2026-09-10T17:10:20.834" v="3" actId="34807"/>
          <ac:spMkLst>
            <pc:docMk/>
            <pc:sldMk cId="1891210611" sldId="4228"/>
            <ac:spMk id="125001" creationId="{332BE3ED-7084-1785-78C6-5B5835508D24}"/>
          </ac:spMkLst>
        </pc:spChg>
        <pc:spChg chg="add mod">
          <ac:chgData name="" userId="" providerId="" clId="Web-{DC232F59-37F0-42BE-89CD-4DF351B6F637}" dt="2026-09-10T17:09:07.084" v="1" actId="34807"/>
          <ac:spMkLst>
            <pc:docMk/>
            <pc:sldMk cId="1891210611" sldId="4228"/>
            <ac:spMk id="125009" creationId="{540A0DF3-A685-2AF1-23E9-E9F1BED72894}"/>
          </ac:spMkLst>
        </pc:spChg>
        <pc:spChg chg="mod">
          <ac:chgData name="" userId="" providerId="" clId="Web-{DC232F59-37F0-42BE-89CD-4DF351B6F637}" dt="2026-09-10T17:10:20.834" v="3" actId="34807"/>
          <ac:spMkLst>
            <pc:docMk/>
            <pc:sldMk cId="1891210611" sldId="4228"/>
            <ac:spMk id="125028" creationId="{1A4F3CBD-018A-9536-37FB-4874727E7665}"/>
          </ac:spMkLst>
        </pc:spChg>
        <pc:spChg chg="add mod">
          <ac:chgData name="" userId="" providerId="" clId="Web-{DC232F59-37F0-42BE-89CD-4DF351B6F637}" dt="2026-09-10T17:09:07.084" v="1" actId="34807"/>
          <ac:spMkLst>
            <pc:docMk/>
            <pc:sldMk cId="1891210611" sldId="4228"/>
            <ac:spMk id="125039" creationId="{E796B1E1-D138-7755-D306-C7693C778947}"/>
          </ac:spMkLst>
        </pc:spChg>
        <pc:spChg chg="add mod">
          <ac:chgData name="" userId="" providerId="" clId="Web-{DC232F59-37F0-42BE-89CD-4DF351B6F637}" dt="2026-09-10T17:09:07.084" v="1" actId="34807"/>
          <ac:spMkLst>
            <pc:docMk/>
            <pc:sldMk cId="1891210611" sldId="4228"/>
            <ac:spMk id="125051" creationId="{681E550C-3403-F344-BCB7-F7A29D555E73}"/>
          </ac:spMkLst>
        </pc:spChg>
        <pc:spChg chg="add del mod">
          <ac:chgData name="" userId="" providerId="" clId="Web-{DC232F59-37F0-42BE-89CD-4DF351B6F637}" dt="2026-09-10T17:13:13.281" v="5" actId="34807"/>
          <ac:spMkLst>
            <pc:docMk/>
            <pc:sldMk cId="1891210611" sldId="4228"/>
            <ac:spMk id="125109" creationId="{5706D635-E894-5FF8-4004-6AB633E5319F}"/>
          </ac:spMkLst>
        </pc:spChg>
        <pc:spChg chg="add mod">
          <ac:chgData name="" userId="" providerId="" clId="Web-{DC232F59-37F0-42BE-89CD-4DF351B6F637}" dt="2026-09-10T17:09:07.084" v="1" actId="34807"/>
          <ac:spMkLst>
            <pc:docMk/>
            <pc:sldMk cId="1891210611" sldId="4228"/>
            <ac:spMk id="125126" creationId="{890397F5-A206-6754-2DAC-A2C621C1B246}"/>
          </ac:spMkLst>
        </pc:spChg>
        <pc:spChg chg="add mod">
          <ac:chgData name="" userId="" providerId="" clId="Web-{DC232F59-37F0-42BE-89CD-4DF351B6F637}" dt="2026-09-10T17:09:07.084" v="1" actId="34807"/>
          <ac:spMkLst>
            <pc:docMk/>
            <pc:sldMk cId="1891210611" sldId="4228"/>
            <ac:spMk id="125144" creationId="{2A78FB63-6BB1-9E4F-3FFA-63DD459A4364}"/>
          </ac:spMkLst>
        </pc:spChg>
        <pc:spChg chg="add mod">
          <ac:chgData name="" userId="" providerId="" clId="Web-{DC232F59-37F0-42BE-89CD-4DF351B6F637}" dt="2026-09-10T17:09:07.084" v="1" actId="34807"/>
          <ac:spMkLst>
            <pc:docMk/>
            <pc:sldMk cId="1891210611" sldId="4228"/>
            <ac:spMk id="125163" creationId="{41624AE2-B739-EA12-5FD2-29F89F9F886C}"/>
          </ac:spMkLst>
        </pc:spChg>
        <pc:spChg chg="add mod">
          <ac:chgData name="" userId="" providerId="" clId="Web-{DC232F59-37F0-42BE-89CD-4DF351B6F637}" dt="2026-09-10T17:09:07.084" v="1" actId="34807"/>
          <ac:spMkLst>
            <pc:docMk/>
            <pc:sldMk cId="1891210611" sldId="4228"/>
            <ac:spMk id="125226" creationId="{D694648F-A86B-BDBD-C85E-2D3602DE747D}"/>
          </ac:spMkLst>
        </pc:spChg>
        <pc:spChg chg="add mod">
          <ac:chgData name="" userId="" providerId="" clId="Web-{DC232F59-37F0-42BE-89CD-4DF351B6F637}" dt="2026-09-10T17:13:13.281" v="5" actId="34807"/>
          <ac:spMkLst>
            <pc:docMk/>
            <pc:sldMk cId="1891210611" sldId="4228"/>
            <ac:spMk id="125249" creationId="{6E1E8201-8BF8-E9F0-EFAF-95F52B0DB20D}"/>
          </ac:spMkLst>
        </pc:spChg>
        <pc:spChg chg="add mod">
          <ac:chgData name="" userId="" providerId="" clId="Web-{DC232F59-37F0-42BE-89CD-4DF351B6F637}" dt="2026-09-10T17:13:13.281" v="5" actId="34807"/>
          <ac:spMkLst>
            <pc:docMk/>
            <pc:sldMk cId="1891210611" sldId="4228"/>
            <ac:spMk id="128272" creationId="{45EB05DD-3564-5D13-3B33-734F0041A6BB}"/>
          </ac:spMkLst>
        </pc:spChg>
      </pc:sldChg>
    </pc:docChg>
  </pc:docChgLst>
  <pc:docChgLst>
    <pc:chgData clId="Web-{CC93231F-1CF4-4167-A5B1-31B9B41FDB55}"/>
    <pc:docChg chg="mod modSld modMainMaster setSldSz">
      <pc:chgData name="" userId="" providerId="" clId="Web-{CC93231F-1CF4-4167-A5B1-31B9B41FDB55}" dt="2026-09-10T14:35:35.489" v="1" actId="34807"/>
      <pc:docMkLst>
        <pc:docMk/>
      </pc:docMkLst>
      <pc:sldChg chg="addSp modSp mod setBg">
        <pc:chgData name="" userId="" providerId="" clId="Web-{CC93231F-1CF4-4167-A5B1-31B9B41FDB55}" dt="2026-09-10T14:35:35.489" v="1" actId="34807"/>
        <pc:sldMkLst>
          <pc:docMk/>
          <pc:sldMk cId="0" sldId="256"/>
        </pc:sldMkLst>
        <pc:spChg chg="add mod">
          <ac:chgData name="" userId="" providerId="" clId="Web-{CC93231F-1CF4-4167-A5B1-31B9B41FDB55}" dt="2026-09-10T14:35:35.489" v="1" actId="34807"/>
          <ac:spMkLst>
            <pc:docMk/>
            <pc:sldMk cId="0" sldId="256"/>
            <ac:spMk id="3" creationId="{F4CCF88F-797D-0423-7D1B-E28F6729098D}"/>
          </ac:spMkLst>
        </pc:spChg>
        <pc:spChg chg="add mod">
          <ac:chgData name="" userId="" providerId="" clId="Web-{CC93231F-1CF4-4167-A5B1-31B9B41FDB55}" dt="2026-09-10T14:35:35.489" v="1" actId="34807"/>
          <ac:spMkLst>
            <pc:docMk/>
            <pc:sldMk cId="0" sldId="256"/>
            <ac:spMk id="6" creationId="{36D41388-F2A9-E008-220E-297E93F260DA}"/>
          </ac:spMkLst>
        </pc:spChg>
      </pc:sldChg>
      <pc:sldMasterChg chg="modSp modSldLayout">
        <pc:chgData name="" userId="" providerId="" clId="Web-{CC93231F-1CF4-4167-A5B1-31B9B41FDB55}" dt="2026-09-10T14:35:15.161" v="0" actId="34807"/>
        <pc:sldMasterMkLst>
          <pc:docMk/>
          <pc:sldMasterMk cId="2209977519" sldId="2147483648"/>
        </pc:sldMasterMkLst>
        <pc:spChg chg="mod">
          <ac:chgData name="" userId="" providerId="" clId="Web-{CC93231F-1CF4-4167-A5B1-31B9B41FDB55}" dt="2026-09-10T14:35:15.161" v="0" actId="34807"/>
          <ac:spMkLst>
            <pc:docMk/>
            <pc:sldMasterMk cId="2209977519" sldId="2147483648"/>
            <ac:spMk id="2" creationId="{00000000-0000-0000-0000-000000000000}"/>
          </ac:spMkLst>
        </pc:spChg>
        <pc:spChg chg="mod">
          <ac:chgData name="" userId="" providerId="" clId="Web-{CC93231F-1CF4-4167-A5B1-31B9B41FDB55}" dt="2026-09-10T14:35:15.161" v="0" actId="34807"/>
          <ac:spMkLst>
            <pc:docMk/>
            <pc:sldMasterMk cId="2209977519" sldId="2147483648"/>
            <ac:spMk id="3" creationId="{00000000-0000-0000-0000-000000000000}"/>
          </ac:spMkLst>
        </pc:spChg>
        <pc:spChg chg="mod">
          <ac:chgData name="" userId="" providerId="" clId="Web-{CC93231F-1CF4-4167-A5B1-31B9B41FDB55}" dt="2026-09-10T14:35:15.161" v="0" actId="34807"/>
          <ac:spMkLst>
            <pc:docMk/>
            <pc:sldMasterMk cId="2209977519" sldId="2147483648"/>
            <ac:spMk id="4" creationId="{00000000-0000-0000-0000-000000000000}"/>
          </ac:spMkLst>
        </pc:spChg>
        <pc:spChg chg="mod">
          <ac:chgData name="" userId="" providerId="" clId="Web-{CC93231F-1CF4-4167-A5B1-31B9B41FDB55}" dt="2026-09-10T14:35:15.161" v="0" actId="34807"/>
          <ac:spMkLst>
            <pc:docMk/>
            <pc:sldMasterMk cId="2209977519" sldId="2147483648"/>
            <ac:spMk id="5" creationId="{00000000-0000-0000-0000-000000000000}"/>
          </ac:spMkLst>
        </pc:spChg>
        <pc:spChg chg="mod">
          <ac:chgData name="" userId="" providerId="" clId="Web-{CC93231F-1CF4-4167-A5B1-31B9B41FDB55}" dt="2026-09-10T14:35:15.161" v="0" actId="34807"/>
          <ac:spMkLst>
            <pc:docMk/>
            <pc:sldMasterMk cId="2209977519" sldId="2147483648"/>
            <ac:spMk id="6" creationId="{00000000-0000-0000-0000-000000000000}"/>
          </ac:spMkLst>
        </pc:spChg>
        <pc:sldLayoutChg chg="modSp">
          <pc:chgData name="" userId="" providerId="" clId="Web-{CC93231F-1CF4-4167-A5B1-31B9B41FDB55}" dt="2026-09-10T14:35:15.161" v="0" actId="34807"/>
          <pc:sldLayoutMkLst>
            <pc:docMk/>
            <pc:sldMasterMk cId="2209977519" sldId="2147483648"/>
            <pc:sldLayoutMk cId="3168075583" sldId="2147483649"/>
          </pc:sldLayoutMkLst>
          <pc:spChg chg="mod">
            <ac:chgData name="" userId="" providerId="" clId="Web-{CC93231F-1CF4-4167-A5B1-31B9B41FDB55}" dt="2026-09-10T14:35:15.161" v="0" actId="34807"/>
            <ac:spMkLst>
              <pc:docMk/>
              <pc:sldMasterMk cId="2209977519" sldId="2147483648"/>
              <pc:sldLayoutMk cId="3168075583" sldId="2147483649"/>
              <ac:spMk id="2" creationId="{00000000-0000-0000-0000-000000000000}"/>
            </ac:spMkLst>
          </pc:spChg>
          <pc:spChg chg="mod">
            <ac:chgData name="" userId="" providerId="" clId="Web-{CC93231F-1CF4-4167-A5B1-31B9B41FDB55}" dt="2026-09-10T14:35:15.161" v="0" actId="34807"/>
            <ac:spMkLst>
              <pc:docMk/>
              <pc:sldMasterMk cId="2209977519" sldId="2147483648"/>
              <pc:sldLayoutMk cId="3168075583" sldId="2147483649"/>
              <ac:spMk id="3" creationId="{00000000-0000-0000-0000-000000000000}"/>
            </ac:spMkLst>
          </pc:spChg>
        </pc:sldLayoutChg>
        <pc:sldLayoutChg chg="modSp">
          <pc:chgData name="" userId="" providerId="" clId="Web-{CC93231F-1CF4-4167-A5B1-31B9B41FDB55}" dt="2026-09-10T14:35:15.161" v="0" actId="34807"/>
          <pc:sldLayoutMkLst>
            <pc:docMk/>
            <pc:sldMasterMk cId="2209977519" sldId="2147483648"/>
            <pc:sldLayoutMk cId="960648375" sldId="2147483651"/>
          </pc:sldLayoutMkLst>
          <pc:spChg chg="mod">
            <ac:chgData name="" userId="" providerId="" clId="Web-{CC93231F-1CF4-4167-A5B1-31B9B41FDB55}" dt="2026-09-10T14:35:15.161" v="0" actId="34807"/>
            <ac:spMkLst>
              <pc:docMk/>
              <pc:sldMasterMk cId="2209977519" sldId="2147483648"/>
              <pc:sldLayoutMk cId="960648375" sldId="2147483651"/>
              <ac:spMk id="2" creationId="{00000000-0000-0000-0000-000000000000}"/>
            </ac:spMkLst>
          </pc:spChg>
          <pc:spChg chg="mod">
            <ac:chgData name="" userId="" providerId="" clId="Web-{CC93231F-1CF4-4167-A5B1-31B9B41FDB55}" dt="2026-09-10T14:35:15.161" v="0" actId="34807"/>
            <ac:spMkLst>
              <pc:docMk/>
              <pc:sldMasterMk cId="2209977519" sldId="2147483648"/>
              <pc:sldLayoutMk cId="960648375" sldId="2147483651"/>
              <ac:spMk id="3" creationId="{00000000-0000-0000-0000-000000000000}"/>
            </ac:spMkLst>
          </pc:spChg>
        </pc:sldLayoutChg>
        <pc:sldLayoutChg chg="modSp">
          <pc:chgData name="" userId="" providerId="" clId="Web-{CC93231F-1CF4-4167-A5B1-31B9B41FDB55}" dt="2026-09-10T14:35:15.161" v="0" actId="34807"/>
          <pc:sldLayoutMkLst>
            <pc:docMk/>
            <pc:sldMasterMk cId="2209977519" sldId="2147483648"/>
            <pc:sldLayoutMk cId="2782244947" sldId="2147483652"/>
          </pc:sldLayoutMkLst>
          <pc:spChg chg="mod">
            <ac:chgData name="" userId="" providerId="" clId="Web-{CC93231F-1CF4-4167-A5B1-31B9B41FDB55}" dt="2026-09-10T14:35:15.161" v="0" actId="34807"/>
            <ac:spMkLst>
              <pc:docMk/>
              <pc:sldMasterMk cId="2209977519" sldId="2147483648"/>
              <pc:sldLayoutMk cId="2782244947" sldId="2147483652"/>
              <ac:spMk id="3" creationId="{00000000-0000-0000-0000-000000000000}"/>
            </ac:spMkLst>
          </pc:spChg>
          <pc:spChg chg="mod">
            <ac:chgData name="" userId="" providerId="" clId="Web-{CC93231F-1CF4-4167-A5B1-31B9B41FDB55}" dt="2026-09-10T14:35:15.161" v="0" actId="34807"/>
            <ac:spMkLst>
              <pc:docMk/>
              <pc:sldMasterMk cId="2209977519" sldId="2147483648"/>
              <pc:sldLayoutMk cId="2782244947" sldId="2147483652"/>
              <ac:spMk id="4" creationId="{00000000-0000-0000-0000-000000000000}"/>
            </ac:spMkLst>
          </pc:spChg>
        </pc:sldLayoutChg>
        <pc:sldLayoutChg chg="modSp">
          <pc:chgData name="" userId="" providerId="" clId="Web-{CC93231F-1CF4-4167-A5B1-31B9B41FDB55}" dt="2026-09-10T14:35:15.161" v="0" actId="34807"/>
          <pc:sldLayoutMkLst>
            <pc:docMk/>
            <pc:sldMasterMk cId="2209977519" sldId="2147483648"/>
            <pc:sldLayoutMk cId="990158736" sldId="2147483653"/>
          </pc:sldLayoutMkLst>
          <pc:spChg chg="mod">
            <ac:chgData name="" userId="" providerId="" clId="Web-{CC93231F-1CF4-4167-A5B1-31B9B41FDB55}" dt="2026-09-10T14:35:15.161" v="0" actId="34807"/>
            <ac:spMkLst>
              <pc:docMk/>
              <pc:sldMasterMk cId="2209977519" sldId="2147483648"/>
              <pc:sldLayoutMk cId="990158736" sldId="2147483653"/>
              <ac:spMk id="3" creationId="{00000000-0000-0000-0000-000000000000}"/>
            </ac:spMkLst>
          </pc:spChg>
          <pc:spChg chg="mod">
            <ac:chgData name="" userId="" providerId="" clId="Web-{CC93231F-1CF4-4167-A5B1-31B9B41FDB55}" dt="2026-09-10T14:35:15.161" v="0" actId="34807"/>
            <ac:spMkLst>
              <pc:docMk/>
              <pc:sldMasterMk cId="2209977519" sldId="2147483648"/>
              <pc:sldLayoutMk cId="990158736" sldId="2147483653"/>
              <ac:spMk id="4" creationId="{00000000-0000-0000-0000-000000000000}"/>
            </ac:spMkLst>
          </pc:spChg>
          <pc:spChg chg="mod">
            <ac:chgData name="" userId="" providerId="" clId="Web-{CC93231F-1CF4-4167-A5B1-31B9B41FDB55}" dt="2026-09-10T14:35:15.161" v="0" actId="34807"/>
            <ac:spMkLst>
              <pc:docMk/>
              <pc:sldMasterMk cId="2209977519" sldId="2147483648"/>
              <pc:sldLayoutMk cId="990158736" sldId="2147483653"/>
              <ac:spMk id="5" creationId="{00000000-0000-0000-0000-000000000000}"/>
            </ac:spMkLst>
          </pc:spChg>
          <pc:spChg chg="mod">
            <ac:chgData name="" userId="" providerId="" clId="Web-{CC93231F-1CF4-4167-A5B1-31B9B41FDB55}" dt="2026-09-10T14:35:15.161" v="0" actId="34807"/>
            <ac:spMkLst>
              <pc:docMk/>
              <pc:sldMasterMk cId="2209977519" sldId="2147483648"/>
              <pc:sldLayoutMk cId="990158736" sldId="2147483653"/>
              <ac:spMk id="6" creationId="{00000000-0000-0000-0000-000000000000}"/>
            </ac:spMkLst>
          </pc:spChg>
        </pc:sldLayoutChg>
        <pc:sldLayoutChg chg="modSp">
          <pc:chgData name="" userId="" providerId="" clId="Web-{CC93231F-1CF4-4167-A5B1-31B9B41FDB55}" dt="2026-09-10T14:35:15.161" v="0" actId="34807"/>
          <pc:sldLayoutMkLst>
            <pc:docMk/>
            <pc:sldMasterMk cId="2209977519" sldId="2147483648"/>
            <pc:sldLayoutMk cId="1840726560" sldId="2147483656"/>
          </pc:sldLayoutMkLst>
          <pc:spChg chg="mod">
            <ac:chgData name="" userId="" providerId="" clId="Web-{CC93231F-1CF4-4167-A5B1-31B9B41FDB55}" dt="2026-09-10T14:35:15.161" v="0" actId="34807"/>
            <ac:spMkLst>
              <pc:docMk/>
              <pc:sldMasterMk cId="2209977519" sldId="2147483648"/>
              <pc:sldLayoutMk cId="1840726560" sldId="2147483656"/>
              <ac:spMk id="2" creationId="{00000000-0000-0000-0000-000000000000}"/>
            </ac:spMkLst>
          </pc:spChg>
          <pc:spChg chg="mod">
            <ac:chgData name="" userId="" providerId="" clId="Web-{CC93231F-1CF4-4167-A5B1-31B9B41FDB55}" dt="2026-09-10T14:35:15.161" v="0" actId="34807"/>
            <ac:spMkLst>
              <pc:docMk/>
              <pc:sldMasterMk cId="2209977519" sldId="2147483648"/>
              <pc:sldLayoutMk cId="1840726560" sldId="2147483656"/>
              <ac:spMk id="3" creationId="{00000000-0000-0000-0000-000000000000}"/>
            </ac:spMkLst>
          </pc:spChg>
          <pc:spChg chg="mod">
            <ac:chgData name="" userId="" providerId="" clId="Web-{CC93231F-1CF4-4167-A5B1-31B9B41FDB55}" dt="2026-09-10T14:35:15.161" v="0" actId="34807"/>
            <ac:spMkLst>
              <pc:docMk/>
              <pc:sldMasterMk cId="2209977519" sldId="2147483648"/>
              <pc:sldLayoutMk cId="1840726560" sldId="2147483656"/>
              <ac:spMk id="4" creationId="{00000000-0000-0000-0000-000000000000}"/>
            </ac:spMkLst>
          </pc:spChg>
        </pc:sldLayoutChg>
        <pc:sldLayoutChg chg="modSp">
          <pc:chgData name="" userId="" providerId="" clId="Web-{CC93231F-1CF4-4167-A5B1-31B9B41FDB55}" dt="2026-09-10T14:35:15.161" v="0" actId="34807"/>
          <pc:sldLayoutMkLst>
            <pc:docMk/>
            <pc:sldMasterMk cId="2209977519" sldId="2147483648"/>
            <pc:sldLayoutMk cId="3889236939" sldId="2147483657"/>
          </pc:sldLayoutMkLst>
          <pc:spChg chg="mod">
            <ac:chgData name="" userId="" providerId="" clId="Web-{CC93231F-1CF4-4167-A5B1-31B9B41FDB55}" dt="2026-09-10T14:35:15.161" v="0" actId="34807"/>
            <ac:spMkLst>
              <pc:docMk/>
              <pc:sldMasterMk cId="2209977519" sldId="2147483648"/>
              <pc:sldLayoutMk cId="3889236939" sldId="2147483657"/>
              <ac:spMk id="2" creationId="{00000000-0000-0000-0000-000000000000}"/>
            </ac:spMkLst>
          </pc:spChg>
          <pc:spChg chg="mod">
            <ac:chgData name="" userId="" providerId="" clId="Web-{CC93231F-1CF4-4167-A5B1-31B9B41FDB55}" dt="2026-09-10T14:35:15.161" v="0" actId="34807"/>
            <ac:spMkLst>
              <pc:docMk/>
              <pc:sldMasterMk cId="2209977519" sldId="2147483648"/>
              <pc:sldLayoutMk cId="3889236939" sldId="2147483657"/>
              <ac:spMk id="3" creationId="{00000000-0000-0000-0000-000000000000}"/>
            </ac:spMkLst>
          </pc:spChg>
          <pc:spChg chg="mod">
            <ac:chgData name="" userId="" providerId="" clId="Web-{CC93231F-1CF4-4167-A5B1-31B9B41FDB55}" dt="2026-09-10T14:35:15.161" v="0" actId="34807"/>
            <ac:spMkLst>
              <pc:docMk/>
              <pc:sldMasterMk cId="2209977519" sldId="2147483648"/>
              <pc:sldLayoutMk cId="3889236939" sldId="2147483657"/>
              <ac:spMk id="4" creationId="{00000000-0000-0000-0000-000000000000}"/>
            </ac:spMkLst>
          </pc:spChg>
        </pc:sldLayoutChg>
        <pc:sldLayoutChg chg="modSp">
          <pc:chgData name="" userId="" providerId="" clId="Web-{CC93231F-1CF4-4167-A5B1-31B9B41FDB55}" dt="2026-09-10T14:35:15.161" v="0" actId="34807"/>
          <pc:sldLayoutMkLst>
            <pc:docMk/>
            <pc:sldMasterMk cId="2209977519" sldId="2147483648"/>
            <pc:sldLayoutMk cId="3612223792" sldId="2147483659"/>
          </pc:sldLayoutMkLst>
          <pc:spChg chg="mod">
            <ac:chgData name="" userId="" providerId="" clId="Web-{CC93231F-1CF4-4167-A5B1-31B9B41FDB55}" dt="2026-09-10T14:35:15.161" v="0" actId="34807"/>
            <ac:spMkLst>
              <pc:docMk/>
              <pc:sldMasterMk cId="2209977519" sldId="2147483648"/>
              <pc:sldLayoutMk cId="3612223792" sldId="2147483659"/>
              <ac:spMk id="2" creationId="{00000000-0000-0000-0000-000000000000}"/>
            </ac:spMkLst>
          </pc:spChg>
          <pc:spChg chg="mod">
            <ac:chgData name="" userId="" providerId="" clId="Web-{CC93231F-1CF4-4167-A5B1-31B9B41FDB55}" dt="2026-09-10T14:35:15.161" v="0" actId="34807"/>
            <ac:spMkLst>
              <pc:docMk/>
              <pc:sldMasterMk cId="2209977519" sldId="2147483648"/>
              <pc:sldLayoutMk cId="3612223792" sldId="2147483659"/>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57BCA2-14A7-4296-B2A0-A32731456630}" type="datetimeFigureOut">
              <a:t>9/10/2026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C0FA47-1D18-47B2-8ABF-B9503EA8B81F}" type="slidenum">
              <a:t>‹#›</a:t>
            </a:fld>
            <a:endParaRPr lang="en-US"/>
          </a:p>
        </p:txBody>
      </p:sp>
    </p:spTree>
    <p:extLst>
      <p:ext uri="{BB962C8B-B14F-4D97-AF65-F5344CB8AC3E}">
        <p14:creationId xmlns:p14="http://schemas.microsoft.com/office/powerpoint/2010/main" val="2185810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2 minutes. Total teaching sequence: 45 minutes; checklist excluded.
OPEN: How many computers did you interact with before reaching this room?
KEY TAKEAWAY: Computing is hidden inside many familiar objects, not only laptops.
DELIVERY: Quick show of hands, then students name objects from the gallery. Many such products contain microcontrollers; complex products can also contain other processors. Introduce the title as a workshop about making a physical system respond.
INTERACTION / ANSWER: There is no fixed count. Traffic lights, washing machines, cars, smartwatches, elevators and smart speakers can contain embedded controllers. Do not claim every object has only one controller or is only a microcontroller.
TRANSITION: Let's turn one familiar object into our recurring design problem.
1
VISUAL: the cover and closing backdrops are AI-generated abstract light textures — no hardware or components are depicted. The six-object collage remains a real-photo placeholder.
1
VISUAL: the cover and closing backdrops are AI-generated abstract light textures — no hardware or components are depicted. The six-object collage remains a real-photo placeholder.
PHOTO PLACEHOLDER: Collage of six everyday objects (traffic light, smartwatch, washing machine, car dashboard, elevator panel, smart speaker) | Composition/crop: Six real photographs, 4:3 each, arranged 3 × 2 | Caption: Everyday objects that quietly contain microcontrollers | Suggested search: Collage of six everyday objects (traffic light, smartwatch, washing machine, car dashboard, elevator panel, smart speaker) | Recommended source: Licensed stock / verified CC or public-domain photos | Replace with actual workshop hardware: No.
1
ROADMAP (11 parts): 1 Introduction — microcontrollers · 2 ESP32: instructions, memory, I/O, protocols, radios · 3 Input devices · 4 Output devices · 5 Arduino structure · 6 GPIO and analog readings · 7 Communication protocols · 8 Compilation · 9 Debugging (Serial Monitor, alternatives) · 10 IoT basics · 11 A tiny web server on the ESP32.</a:t>
            </a:r>
          </a:p>
        </p:txBody>
      </p:sp>
      <p:sp>
        <p:nvSpPr>
          <p:cNvPr id="4" name="Slide Number Placeholder 3"/>
          <p:cNvSpPr>
            <a:spLocks noGrp="1"/>
          </p:cNvSpPr>
          <p:nvPr>
            <p:ph type="sldNum" sz="quarter" idx="5"/>
          </p:nvPr>
        </p:nvSpPr>
        <p:spPr/>
        <p:txBody>
          <a:bodyPr/>
          <a:lstStyle/>
          <a:p>
            <a:fld id="{BAC0FA47-1D18-47B2-8ABF-B9503EA8B81F}" type="slidenum">
              <a:t>1</a:t>
            </a:fld>
            <a:endParaRPr lang="en-US"/>
          </a:p>
        </p:txBody>
      </p:sp>
    </p:spTree>
    <p:extLst>
      <p:ext uri="{BB962C8B-B14F-4D97-AF65-F5344CB8AC3E}">
        <p14:creationId xmlns:p14="http://schemas.microsoft.com/office/powerpoint/2010/main" val="4233655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2 minutes. Total teaching sequence: 45 minutes; checklist excluded.
OPEN: How could a small chip detect an ambulance and change a traffic signal?
KEY TAKEAWAY: A useful system needs evidence, a decision and a safe response.
DELIVERY: Give pairs 30 seconds. Take two suggestions. Keep this a tabletop teaching model, never a road-control design. A microphone threshold can detect loudness, not reliably identify a siren or authenticate an emergency vehicle. A button can safely simulate the event during the workshop.
INTERACTION / ANSWER: Accept ideas such as a simulated input or authenticated vehicle message. Loudness alone can be fooled by horns, music or other noise; reliable detection and real traffic control require validation and safety engineering.
TRANSITION: Every suggestion can be organized into four simple verbs.
2
2
2
2</a:t>
            </a:r>
          </a:p>
        </p:txBody>
      </p:sp>
      <p:sp>
        <p:nvSpPr>
          <p:cNvPr id="4" name="Slide Number Placeholder 3"/>
          <p:cNvSpPr>
            <a:spLocks noGrp="1"/>
          </p:cNvSpPr>
          <p:nvPr>
            <p:ph type="sldNum" sz="quarter" idx="5"/>
          </p:nvPr>
        </p:nvSpPr>
        <p:spPr/>
        <p:txBody>
          <a:bodyPr/>
          <a:lstStyle/>
          <a:p>
            <a:fld id="{BAC0FA47-1D18-47B2-8ABF-B9503EA8B81F}" type="slidenum">
              <a:t>2</a:t>
            </a:fld>
            <a:endParaRPr lang="en-US"/>
          </a:p>
        </p:txBody>
      </p:sp>
    </p:spTree>
    <p:extLst>
      <p:ext uri="{BB962C8B-B14F-4D97-AF65-F5344CB8AC3E}">
        <p14:creationId xmlns:p14="http://schemas.microsoft.com/office/powerpoint/2010/main" val="7744829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1.5 minutes. Total teaching sequence: 45 minutes; checklist excluded.
OPEN: Which of these four verbs describes a button? Which describes a buzzer?
KEY TAKEAWAY: Sense, decide and act form the local system; communication can extend it.
DELIVERY: Point to the colour key: input blue, processing orange, output green, communication purple. Follow one traffic-model example and one smart-alarm example. These are functional roles, not exact wiring diagrams.
INTERACTION / ANSWER: A button is an input: sense. A buzzer is an output: act. The program makes the decision. Sending a status update belongs to communicate.
TRANSITION: What kind of computer can sit at the centre of a small system?
3
3
3
3</a:t>
            </a:r>
          </a:p>
        </p:txBody>
      </p:sp>
      <p:sp>
        <p:nvSpPr>
          <p:cNvPr id="4" name="Slide Number Placeholder 3"/>
          <p:cNvSpPr>
            <a:spLocks noGrp="1"/>
          </p:cNvSpPr>
          <p:nvPr>
            <p:ph type="sldNum" sz="quarter" idx="5"/>
          </p:nvPr>
        </p:nvSpPr>
        <p:spPr/>
        <p:txBody>
          <a:bodyPr/>
          <a:lstStyle/>
          <a:p>
            <a:fld id="{BAC0FA47-1D18-47B2-8ABF-B9503EA8B81F}" type="slidenum">
              <a:t>3</a:t>
            </a:fld>
            <a:endParaRPr lang="en-US"/>
          </a:p>
        </p:txBody>
      </p:sp>
    </p:spTree>
    <p:extLst>
      <p:ext uri="{BB962C8B-B14F-4D97-AF65-F5344CB8AC3E}">
        <p14:creationId xmlns:p14="http://schemas.microsoft.com/office/powerpoint/2010/main" val="7684556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2 minutes. Total teaching sequence: 45 minutes; checklist excluded.
OPEN: Would you put a full laptop inside every doorbell?
KEY TAKEAWAY: A microcontroller is designed to control a focused embedded job; a computer is typically more general-purpose.
DELIVERY: Use the dedicated-assistant analogy without claiming microcontrollers can do only one thing. They can schedule several tasks or run an RTOS. Both have processors and memory; the distinction is integration, typical role and available resources, not intelligence.
INTERACTION / ANSWER: A doorbell often needs a small controller, while development and editing are convenient on a general-purpose computer. More complex products may use both.
TRANSITION: Our hands-on assistant is an ESP32 development board.
TECHNICAL REFERENCES:
Espressif, ESP32 Datasheet: https://documentation.espressif.com/esp32_datasheet_en.html
4
4
4
4</a:t>
            </a:r>
          </a:p>
        </p:txBody>
      </p:sp>
      <p:sp>
        <p:nvSpPr>
          <p:cNvPr id="4" name="Slide Number Placeholder 3"/>
          <p:cNvSpPr>
            <a:spLocks noGrp="1"/>
          </p:cNvSpPr>
          <p:nvPr>
            <p:ph type="sldNum" sz="quarter" idx="5"/>
          </p:nvPr>
        </p:nvSpPr>
        <p:spPr/>
        <p:txBody>
          <a:bodyPr/>
          <a:lstStyle/>
          <a:p>
            <a:fld id="{BAC0FA47-1D18-47B2-8ABF-B9503EA8B81F}" type="slidenum">
              <a:t>4</a:t>
            </a:fld>
            <a:endParaRPr lang="en-US"/>
          </a:p>
        </p:txBody>
      </p:sp>
    </p:spTree>
    <p:extLst>
      <p:ext uri="{BB962C8B-B14F-4D97-AF65-F5344CB8AC3E}">
        <p14:creationId xmlns:p14="http://schemas.microsoft.com/office/powerpoint/2010/main" val="3205369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2.5 minutes. Total teaching sequence: 45 minutes; checklist excluded.
OPEN: Where would you plug in the USB cable, and where would you connect a sensor?
KEY TAKEAWAY: The development board exposes a programmable ESP32 plus interfaces and supporting power circuitry.
DELIVERY: Use the actual board in the room. Identify USB connector, module, GPIO headers, antenna area and power section only after matching the board photograph. CPU, memory and peripherals are functional blocks, not necessarily individually visible chips. Board features, antenna style, flash arrangement and wireless capabilities vary.
INTERACTION / ANSWER: USB and GPIO locations must be verified on the exact board. Some variants lack Bluetooth; Bluetooth Classic and BLE support also vary. Do not label an unknown pin or promise exact CPU, memory or ADC specifications.
TRANSITION: Now zoom into the processor: what does it actually do?
TECHNICAL REFERENCES:
Espressif, Chip Series Comparison: https://docs.espressif.com/projects/esp-idf/en/v5.0-rc1/esp32/hw-reference/chip-series-comparison.html
Espressif, ESP32 Datasheet: https://documentation.espressif.com/esp32_datasheet_en.html
5
5
PHOTO PLACEHOLDER: ESP32 development board — the exact kit model | Composition/crop: Top-down · USB connector visible · space for callouts · 4:3 | Caption: ESP32 development board | Suggested search: ESP32 development board — the exact kit model | Recommended source: Own photo of the actual kit component | Replace with actual workshop hardware: Yes.
5</a:t>
            </a:r>
          </a:p>
        </p:txBody>
      </p:sp>
      <p:sp>
        <p:nvSpPr>
          <p:cNvPr id="4" name="Slide Number Placeholder 3"/>
          <p:cNvSpPr>
            <a:spLocks noGrp="1"/>
          </p:cNvSpPr>
          <p:nvPr>
            <p:ph type="sldNum" sz="quarter" idx="5"/>
          </p:nvPr>
        </p:nvSpPr>
        <p:spPr/>
        <p:txBody>
          <a:bodyPr/>
          <a:lstStyle/>
          <a:p>
            <a:fld id="{BAC0FA47-1D18-47B2-8ABF-B9503EA8B81F}" type="slidenum">
              <a:t>5</a:t>
            </a:fld>
            <a:endParaRPr lang="en-US"/>
          </a:p>
        </p:txBody>
      </p:sp>
    </p:spTree>
    <p:extLst>
      <p:ext uri="{BB962C8B-B14F-4D97-AF65-F5344CB8AC3E}">
        <p14:creationId xmlns:p14="http://schemas.microsoft.com/office/powerpoint/2010/main" val="2125771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2 minutes. Total teaching sequence: 45 minutes; checklist excluded.
OPEN: If I say 'make a sandwich', how many smaller actions might be hidden inside it?
KEY TAKEAWAY: Programs eventually become machine instructions that the processor executes.
DELIVERY: Describe fetch, decode and execute as a conceptual cycle, not a literal timing model. RISC favours simpler reusable instruction building blocks; CISC provides richer combined operations. This analogy is not a speed ranking and modern implementations blur simple comparisons. ESP32-family variants use Xtensa or RISC-V; the original ESP32 and ESP32-C3 are different examples.
INTERACTION / ANSWER: Many smaller steps are possible. One source-code statement is not necessarily one machine instruction, and RISC does not mean every instruction always completes in one clock cycle.
TRANSITION: Those instructions need somewhere to live and somewhere to work.
TECHNICAL REFERENCES:
Espressif, Chip Series Comparison: https://docs.espressif.com/projects/esp-idf/en/v5.0-rc1/esp32/hw-reference/chip-series-comparison.html
6
6
6
6</a:t>
            </a:r>
          </a:p>
        </p:txBody>
      </p:sp>
      <p:sp>
        <p:nvSpPr>
          <p:cNvPr id="4" name="Slide Number Placeholder 3"/>
          <p:cNvSpPr>
            <a:spLocks noGrp="1"/>
          </p:cNvSpPr>
          <p:nvPr>
            <p:ph type="sldNum" sz="quarter" idx="5"/>
          </p:nvPr>
        </p:nvSpPr>
        <p:spPr/>
        <p:txBody>
          <a:bodyPr/>
          <a:lstStyle/>
          <a:p>
            <a:fld id="{BAC0FA47-1D18-47B2-8ABF-B9503EA8B81F}" type="slidenum">
              <a:t>6</a:t>
            </a:fld>
            <a:endParaRPr lang="en-US"/>
          </a:p>
        </p:txBody>
      </p:sp>
    </p:spTree>
    <p:extLst>
      <p:ext uri="{BB962C8B-B14F-4D97-AF65-F5344CB8AC3E}">
        <p14:creationId xmlns:p14="http://schemas.microsoft.com/office/powerpoint/2010/main" val="8695305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2.5 minutes. Total teaching sequence: 45 minutes; checklist excluded.
OPEN: Your worktable gets cleared overnight. What survives in your notebook or locker?
KEY TAKEAWAY: Working RAM is volatile; program flash and explicitly saved non-volatile settings persist.
DELIVERY: Ask students to vote before giving the answer. Flash is the program notebook. RAM is the temporary worktable. NVS is the locker abstraction, commonly backed by flash; it is not necessarily a third physical memory chip. A variable does not become persistent merely because it has a meaningful name.
INTERACTION / ANSWER: The explicitly saved threshold survives if it was successfully written to non-volatile storage. An ordinary changing RAM counter does not. Avoid saving on every loop iteration; flash has finite write endurance.
TRANSITION: Memory holds the program and its settings. Now to what feeds it: the inputs, starting with the humble push button.
TECHNICAL REFERENCES:
Espressif, Non-Volatile Storage Library: https://docs.espressif.com/projects/esp-idf/en/stable/esp32/api-reference/storage/nvs_flash.html
Espressif, ESP32 Datasheet: https://documentation.espressif.com/esp32_datasheet_en.html
7
7
7
7</a:t>
            </a:r>
          </a:p>
        </p:txBody>
      </p:sp>
      <p:sp>
        <p:nvSpPr>
          <p:cNvPr id="4" name="Slide Number Placeholder 3"/>
          <p:cNvSpPr>
            <a:spLocks noGrp="1"/>
          </p:cNvSpPr>
          <p:nvPr>
            <p:ph type="sldNum" sz="quarter" idx="5"/>
          </p:nvPr>
        </p:nvSpPr>
        <p:spPr/>
        <p:txBody>
          <a:bodyPr/>
          <a:lstStyle/>
          <a:p>
            <a:fld id="{BAC0FA47-1D18-47B2-8ABF-B9503EA8B81F}" type="slidenum">
              <a:t>7</a:t>
            </a:fld>
            <a:endParaRPr lang="en-US"/>
          </a:p>
        </p:txBody>
      </p:sp>
    </p:spTree>
    <p:extLst>
      <p:ext uri="{BB962C8B-B14F-4D97-AF65-F5344CB8AC3E}">
        <p14:creationId xmlns:p14="http://schemas.microsoft.com/office/powerpoint/2010/main" val="3022594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2.5 minutes. Total teaching sequence: 45 minutes; checklist excluded.
OPEN: Hands up: will an unconnected input always read LOW, always HIGH, or fluctuate?
KEY TAKEAWAY: Floating inputs lack a defined level; pull resistors set a default state while a button can override it.
DELIVERY: Wait for predictions. The diagrams show the logical branches, using a resistor symbol and a labelled button location; these are conceptual, not a breadboard wiring map. Pull-up: resistor to 3.3 V and button to ground. Pull-down: button to 3.3 V and resistor to ground. A pressed button closes its branch. No direct short between supply and ground is intended.
INTERACTION / ANSWER: It can read unpredictably due to noise and leakage; it need not visibly toggle on every read. Pull-up gives idle HIGH/pressed LOW, while pull-down gives idle LOW/pressed HIGH. Internal pull availability and special pin restrictions vary. Software debouncing is a separate issue.
TRANSITION: A button gives a clean logic level. Other sensors in the kit report in different ways — let's tour them.
TECHNICAL REFERENCES:
Espressif, Arduino-ESP32 GPIO API: https://docs.espressif.com/projects/arduino-esp32/en/latest/api/gpio.html
9
9
9
9</a:t>
            </a:r>
          </a:p>
        </p:txBody>
      </p:sp>
      <p:sp>
        <p:nvSpPr>
          <p:cNvPr id="4" name="Slide Number Placeholder 3"/>
          <p:cNvSpPr>
            <a:spLocks noGrp="1"/>
          </p:cNvSpPr>
          <p:nvPr>
            <p:ph type="sldNum" sz="quarter" idx="5"/>
          </p:nvPr>
        </p:nvSpPr>
        <p:spPr/>
        <p:txBody>
          <a:bodyPr/>
          <a:lstStyle/>
          <a:p>
            <a:fld id="{BAC0FA47-1D18-47B2-8ABF-B9503EA8B81F}" type="slidenum">
              <a:t>8</a:t>
            </a:fld>
            <a:endParaRPr lang="en-US"/>
          </a:p>
        </p:txBody>
      </p:sp>
    </p:spTree>
    <p:extLst>
      <p:ext uri="{BB962C8B-B14F-4D97-AF65-F5344CB8AC3E}">
        <p14:creationId xmlns:p14="http://schemas.microsoft.com/office/powerpoint/2010/main" val="35372544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2.5 minutes. Total teaching sequence: 45 minutes; checklist excluded.
OPEN: Which of these detects a physical quantity, and which provides a communication protocol?
KEY TAKEAWAY: A physical quantity and an electrical output type are different things.
DELIVERY: Point to actual kit parts. A button is a discrete input. An LDR element is a light-dependent resistor, and its module may expose analog and/or thresholded digital output. Microphone modules may provide analog audio, a digital threshold, or a digital audio interface. HC-SR04-style ultrasonic modules use trigger/echo timing; other models differ. DHT devices return temperature and humidity over a model-specific digital data protocol.
INTERACTION / ANSWER: The quantity is what is observed, such as light or temperature. Analog, digital level, timed pulse and protocol describe how that observation reaches the controller. Never assume all sensors are analog. Standard HC-SR04 echo signals commonly need voltage compatibility checking/level shifting for ESP32. Exact workshop modules are unknown; placeholders intentionally request their photographs.
TRANSITION: Observations become useful when the system can respond.
TECHNICAL REFERENCES:
Espressif, Arduino-ESP32 GPIO API: https://docs.espressif.com/projects/arduino-esp32/en/latest/api/gpio.html
Espressif, Arduino-ESP32 ADC API: https://docs.espressif.com/projects/arduino-esp32/en/latest/api/adc.html
11
11
PHOTO PLACEHOLDER: Push button | Composition/crop: Top-down · legs visible · 4:3 | Caption: Push button | Suggested search: Push button | Recommended source: Own photo of the actual kit component | Replace with actual workshop hardware: Yes.
PHOTO PLACEHOLDER: LDR module | Composition/crop: Top-down · LDR visible · 4:3 | Caption: LDR module | Suggested search: LDR module | Recommended source: Own photo of the actual kit component | Replace with actual workshop hardware: Yes.
PHOTO PLACEHOLDER: Microphone module | Composition/crop: Top-down · mic visible · 4:3 | Caption: Microphone module | Suggested search: Microphone module | Recommended source: Own photo of the actual kit component | Replace with actual workshop hardware: Yes.
PHOTO PLACEHOLDER: Ultrasonic sensor | Composition/crop: Front · transducers visible · 4:3 | Caption: Ultrasonic sensor | Suggested search: Ultrasonic sensor | Recommended source: Own photo of the actual kit component | Replace with actual workshop hardware: Yes.
PHOTO PLACEHOLDER: DHT sensor | Composition/crop: Front · connector visible · 4:3 | Caption: DHT sensor | Suggested search: DHT sensor | Recommended source: Own photo of the actual kit component | Replace with actual workshop hardware: Yes.
11</a:t>
            </a:r>
          </a:p>
        </p:txBody>
      </p:sp>
      <p:sp>
        <p:nvSpPr>
          <p:cNvPr id="4" name="Slide Number Placeholder 3"/>
          <p:cNvSpPr>
            <a:spLocks noGrp="1"/>
          </p:cNvSpPr>
          <p:nvPr>
            <p:ph type="sldNum" sz="quarter" idx="5"/>
          </p:nvPr>
        </p:nvSpPr>
        <p:spPr/>
        <p:txBody>
          <a:bodyPr/>
          <a:lstStyle/>
          <a:p>
            <a:fld id="{BAC0FA47-1D18-47B2-8ABF-B9503EA8B81F}" type="slidenum">
              <a:rPr lang="en-US"/>
              <a:t>9</a:t>
            </a:fld>
            <a:endParaRPr lang="en-US"/>
          </a:p>
        </p:txBody>
      </p:sp>
    </p:spTree>
    <p:extLst>
      <p:ext uri="{BB962C8B-B14F-4D97-AF65-F5344CB8AC3E}">
        <p14:creationId xmlns:p14="http://schemas.microsoft.com/office/powerpoint/2010/main" val="873644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2 minutes. Total teaching sequence: 45 minutes; checklist excluded.
OPEN: Which output would make our smart alarm noticeable without looking at a screen?
KEY TAKEAWAY: Outputs display, sound, switch or move in response to a decision.
DELIVERY: A buzzer makes an audible alarm; an LED indicates status; the OLED shows readings and text; a servo moves a gate or pointer. LCD and relay modules, if present in a kit, follow the same rules. Distinguish displays/indicators from motion actuators. Active versus passive buzzers need different drive patterns. A relay coil generally needs a driver and protection unless provided on a compatible module.
INTERACTION / ANSWER: A buzzer is a natural alarm output, perhaps with an LED or display for redundancy. Servo motors and some other outputs require a suitable power source or driver; GPIO cannot supply motor current. Respect device ratings and voltage compatibility, use a shared reference ground where the non-isolated circuit requires it, and keep the workshop low-voltage: no mains switching.
TRANSITION: How do we express this behaviour in a tiny program?
TECHNICAL REFERENCES:
Espressif, ESP32 Datasheet: https://documentation.espressif.com/esp32_datasheet_en.html
12
12
PHOTO PLACEHOLDER: LED | Composition/crop: Macro · both leads · 4:3 | Caption: LED | Suggested search: LED | Recommended source: Own photo of the actual kit component | Replace with actual workshop hardware: Yes.
PHOTO PLACEHOLDER: Buzzer | Composition/crop: Top-down · connector · 4:3 | Caption: Buzzer | Suggested search: Buzzer | Recommended source: Own photo of the actual kit component | Replace with actual workshop hardware: Yes.
PHOTO PLACEHOLDER: OLED display | Composition/crop: Front · whole module · 4:3 | Caption: OLED display | Suggested search: OLED display | Recommended source: Own photo of the actual kit component | Replace with actual workshop hardware: Yes.
PHOTO PLACEHOLDER: Micro servo | Composition/crop: Side · horn + cable · 4:3 | Caption: Micro servo | Suggested search: Micro servo | Recommended source: Own photo of the actual kit component | Replace with actual workshop hardware: Yes.
12</a:t>
            </a:r>
          </a:p>
        </p:txBody>
      </p:sp>
      <p:sp>
        <p:nvSpPr>
          <p:cNvPr id="4" name="Slide Number Placeholder 3"/>
          <p:cNvSpPr>
            <a:spLocks noGrp="1"/>
          </p:cNvSpPr>
          <p:nvPr>
            <p:ph type="sldNum" sz="quarter" idx="5"/>
          </p:nvPr>
        </p:nvSpPr>
        <p:spPr/>
        <p:txBody>
          <a:bodyPr/>
          <a:lstStyle/>
          <a:p>
            <a:fld id="{BAC0FA47-1D18-47B2-8ABF-B9503EA8B81F}" type="slidenum">
              <a:rPr lang="en-US"/>
              <a:t>10</a:t>
            </a:fld>
            <a:endParaRPr lang="en-US"/>
          </a:p>
        </p:txBody>
      </p:sp>
    </p:spTree>
    <p:extLst>
      <p:ext uri="{BB962C8B-B14F-4D97-AF65-F5344CB8AC3E}">
        <p14:creationId xmlns:p14="http://schemas.microsoft.com/office/powerpoint/2010/main" val="29379304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2.5 minutes. Total teaching sequence: 45 minutes; checklist excluded.
OPEN: If setup is preparing the stage, which part is the performance that keeps repeating?
KEY TAKEAWAY: Arduino runs setup once after startup/reset, then repeats loop.
DELIVERY: Read nine lines from top to bottom. This excerpt assumes the facilitator has already defined LED_PIN for a verified external LED circuit. Do not invent or copy a pin number from another board. Use a current-limiting resistor, correct polarity and a safe GPIO. delay takes milliseconds and is intentionally simple; it blocks this loop's progress, so later projects can use elapsed-time logic.
INTERACTION / ANSWER: For the shown active-high external LED circuit: on for 500 ms, then off for 500 ms, repeating. Some onboard LEDs are active-low or addressable and need a different example. pinMode belongs in setup for this unchanged pin configuration. The excerpt is not a complete board-specific sketch until LED_PIN is defined.
TRANSITION: Now put real pins into setup() and loop(): enable a GPIO, read it, drive it.
TECHNICAL REFERENCES:
Espressif, Arduino-ESP32 GPIO API: https://docs.espressif.com/projects/arduino-esp32/en/latest/api/gpio.html
13
13
Code panel: 10 lines including comments. LED_PIN must be defined for the verified board and external LED circuit.
13
Code panel: 10 lines including comments. LED_PIN must be defined for the verified board and external LED circuit.
13</a:t>
            </a:r>
          </a:p>
        </p:txBody>
      </p:sp>
      <p:sp>
        <p:nvSpPr>
          <p:cNvPr id="4" name="Slide Number Placeholder 3"/>
          <p:cNvSpPr>
            <a:spLocks noGrp="1"/>
          </p:cNvSpPr>
          <p:nvPr>
            <p:ph type="sldNum" sz="quarter" idx="5"/>
          </p:nvPr>
        </p:nvSpPr>
        <p:spPr/>
        <p:txBody>
          <a:bodyPr/>
          <a:lstStyle/>
          <a:p>
            <a:fld id="{BAC0FA47-1D18-47B2-8ABF-B9503EA8B81F}" type="slidenum">
              <a:rPr lang="en-US"/>
              <a:t>11</a:t>
            </a:fld>
            <a:endParaRPr lang="en-US"/>
          </a:p>
        </p:txBody>
      </p:sp>
    </p:spTree>
    <p:extLst>
      <p:ext uri="{BB962C8B-B14F-4D97-AF65-F5344CB8AC3E}">
        <p14:creationId xmlns:p14="http://schemas.microsoft.com/office/powerpoint/2010/main" val="16127778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2.5 minutes. Total teaching sequence: 45 minutes; checklist excluded.
OPEN: Which direction does information travel when you press a button?
KEY TAKEAWAY: Digital input reads HIGH/LOW; digital output drives a supported HIGH/LOW level.
DELIVERY: Trace the information arrows; they are not wiring instructions. Use a current-limiting resistor with a bare LED. Check LED polarity, shared reference ground, allowed voltage and current before power-up. ESP32 GPIO must not be assumed 5 V tolerant. Verify safe pins against the exact development board.
INTERACTION / ANSWER: Information goes from the pressed button to the program, then from the program to the LED output. The meaning of HIGH or LOW depends on the circuit; a pull-up button commonly reads LOW when pressed.
TRANSITION: Digital pins give HIGH or LOW. Analog pins give a number — let's read one.
TECHNICAL REFERENCES:
Espressif, Arduino-ESP32 GPIO API: https://docs.espressif.com/projects/arduino-esp32/en/latest/api/gpio.html
Espressif, ESP32 Datasheet: https://documentation.espressif.com/esp32_datasheet_en.html
8
8
PHOTO PLACEHOLDER: Push button | Composition/crop: Top-down · legs visible · 4:3 | Caption: Push button | Suggested search: Push button | Recommended source: Own photo of the actual kit component | Replace with actual workshop hardware: Yes.
PHOTO PLACEHOLDER: LED | Composition/crop: Macro · both leads visible · 4:3 | Caption: LED | Suggested search: LED | Recommended source: Own photo of the actual kit component | Replace with actual workshop hardware: Yes.
8
CODE: pinMode() enables a pin as input (with INPUT_PULLUP where supported) or output; digitalRead() returns HIGH/LOW; digitalWrite() sets the output level. BUTTON_PIN and LED_PIN are defined for the verified board.</a:t>
            </a:r>
          </a:p>
        </p:txBody>
      </p:sp>
      <p:sp>
        <p:nvSpPr>
          <p:cNvPr id="4" name="Slide Number Placeholder 3"/>
          <p:cNvSpPr>
            <a:spLocks noGrp="1"/>
          </p:cNvSpPr>
          <p:nvPr>
            <p:ph type="sldNum" sz="quarter" idx="5"/>
          </p:nvPr>
        </p:nvSpPr>
        <p:spPr/>
        <p:txBody>
          <a:bodyPr/>
          <a:lstStyle/>
          <a:p>
            <a:fld id="{BAC0FA47-1D18-47B2-8ABF-B9503EA8B81F}" type="slidenum">
              <a:t>12</a:t>
            </a:fld>
            <a:endParaRPr lang="en-US"/>
          </a:p>
        </p:txBody>
      </p:sp>
    </p:spTree>
    <p:extLst>
      <p:ext uri="{BB962C8B-B14F-4D97-AF65-F5344CB8AC3E}">
        <p14:creationId xmlns:p14="http://schemas.microsoft.com/office/powerpoint/2010/main" val="6253482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2.5 minutes. Total teaching sequence: 45 minutes; checklist excluded.
OPEN: Imagine slowly turning a volume knob. Does the physical position jump between only two states?
KEY TAKEAWAY: An ADC samples an analog voltage and represents it with a finite digital code.
DELIVERY: Use a potentiometer voltage example for the prediction. More input voltage generally means a higher ADC code within its valid configured range; readings are finite steps, can be noisy, and are not automatically calibrated physical units. State that the central sequence is a qualitative signal visualization, not measured data. An LDR changes resistance; a circuit converts that into a voltage. Module outputs may include analog and/or a thresholded digital output.
INTERACTION / ANSWER: For the potentiometer input voltage described, the answer is a higher code. Do not promise an exact maximum value, reference voltage, linearity, resolution, or that clockwise always increases the voltage. Brightness-to-code direction depends on the divider or module circuit.
TRANSITION: Single pins carry levels and voltages. Richer devices exchange messages — protocols next.
TECHNICAL REFERENCES:
Espressif, Arduino-ESP32 ADC API: https://docs.espressif.com/projects/arduino-esp32/en/latest/api/adc.html
10
The ADC readout '2048' is an illustrative example only; Arduino-ESP32 defaults to 12-bit readings (0–4095), configurable.
10
The ADC readout '2048' is an illustrative example only; Arduino-ESP32 defaults to 12-bit readings (0–4095), configurable.
PHOTO PLACEHOLDER: Potentiometer | Composition/crop: Three-quarter view · shaft and terminals visible · 4:3 | Caption: Potentiometer | Suggested search: Potentiometer | Recommended source: Own photo of the actual kit component | Replace with actual workshop hardware: Yes.
PHOTO PLACEHOLDER: LDR module | Composition/crop: Top-down · sensor and connector visible · 4:3 | Caption: LDR module | Suggested search: LDR module | Recommended source: Own photo of the actual kit component | Replace with actual workshop hardware: Yes.
10
CODE: analogRead(pin) returns the raw ADC code, 0–4095 at the 12-bit default; analogReadMilliVolts(pin) returns calibrated millivolts. Only ADC-capable pins work, and some are unavailable while Wi-Fi is active.</a:t>
            </a:r>
          </a:p>
        </p:txBody>
      </p:sp>
      <p:sp>
        <p:nvSpPr>
          <p:cNvPr id="4" name="Slide Number Placeholder 3"/>
          <p:cNvSpPr>
            <a:spLocks noGrp="1"/>
          </p:cNvSpPr>
          <p:nvPr>
            <p:ph type="sldNum" sz="quarter" idx="5"/>
          </p:nvPr>
        </p:nvSpPr>
        <p:spPr/>
        <p:txBody>
          <a:bodyPr/>
          <a:lstStyle/>
          <a:p>
            <a:fld id="{BAC0FA47-1D18-47B2-8ABF-B9503EA8B81F}" type="slidenum">
              <a:rPr lang="en-US"/>
              <a:t>13</a:t>
            </a:fld>
            <a:endParaRPr lang="en-US"/>
          </a:p>
        </p:txBody>
      </p:sp>
    </p:spTree>
    <p:extLst>
      <p:ext uri="{BB962C8B-B14F-4D97-AF65-F5344CB8AC3E}">
        <p14:creationId xmlns:p14="http://schemas.microsoft.com/office/powerpoint/2010/main" val="1777690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2.5 minutes. Total teaching sequence: 45 minutes; checklist excluded.
OPEN: Would you use a direct shuttle, an addressed bus, or a selected express lane?
KEY TAKEAWAY: Communication protocols define how devices exchange data; the hardware must support the same interface.
DELIVERY: UART commonly uses two signal lines, TX and RX, plus a shared reference ground. I2C commonly uses two shared signal lines, SDA and SCL, with pull-ups and device addresses. Conventional SPI commonly uses SCK, MOSI, MISO and a device-select line; additional devices often need additional selects, and some devices omit a return signal. Counts exclude power and ground. Analog signals and digital levels are not interchangeable with these message protocols.
INTERACTION / ANSWER: Use the interface documented for the exact module, not its appearance. OLED/LCD modules may have I2C, SPI or other interfaces. Many development boards expose serial via a USB-UART bridge; others use native USB, so Serial Monitor is not proof that external UART wires are present. Wi-Fi and Bluetooth are wireless options, but not all ESP32 variants support the same radios.
TRANSITION: Your laptop must translate the source code before the board can execute it.
TECHNICAL REFERENCES:
Espressif, I2C API: https://docs.espressif.com/projects/esp-idf/en/stable/esp32/api-reference/peripherals/i2c.html
Espressif, Chip Series Comparison: https://docs.espressif.com/projects/esp-idf/en/v5.0-rc1/esp32/hw-reference/chip-series-comparison.html
14
14
14
14</a:t>
            </a:r>
          </a:p>
        </p:txBody>
      </p:sp>
      <p:sp>
        <p:nvSpPr>
          <p:cNvPr id="4" name="Slide Number Placeholder 3"/>
          <p:cNvSpPr>
            <a:spLocks noGrp="1"/>
          </p:cNvSpPr>
          <p:nvPr>
            <p:ph type="sldNum" sz="quarter" idx="5"/>
          </p:nvPr>
        </p:nvSpPr>
        <p:spPr/>
        <p:txBody>
          <a:bodyPr/>
          <a:lstStyle/>
          <a:p>
            <a:fld id="{BAC0FA47-1D18-47B2-8ABF-B9503EA8B81F}" type="slidenum">
              <a:rPr lang="en-US"/>
              <a:t>14</a:t>
            </a:fld>
            <a:endParaRPr lang="en-US"/>
          </a:p>
        </p:txBody>
      </p:sp>
    </p:spTree>
    <p:extLst>
      <p:ext uri="{BB962C8B-B14F-4D97-AF65-F5344CB8AC3E}">
        <p14:creationId xmlns:p14="http://schemas.microsoft.com/office/powerpoint/2010/main" val="932435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2 minutes. Total teaching sequence: 45 minutes; checklist excluded.
OPEN: Can the chip directly read the same Arduino text that you type?
KEY TAKEAWAY: Tools translate and package source into firmware, then upload it for the ESP32 to execute.
DELIVERY: Walk the rail: source, compiler/toolchain, machine instructions, upload, execution. Libraries, linking and packaging are intentionally compressed into the build step. Upload commonly uses a USB path on the development board, which may be native USB or a USB-to-serial bridge. The boot process then starts the program.
INTERACTION / ANSWER: No: the CPU executes machine instructions, not Arduino source text. A compile failure prevents a successful build; an upload failure prevents the new program reaching the board. A logic bug can remain even after both succeed.
TRANSITION: Now become a detective: start with the physical evidence.
TECHNICAL REFERENCES:
Espressif, ESP32 Datasheet: https://documentation.espressif.com/esp32_datasheet_en.html
15
15
15
15</a:t>
            </a:r>
          </a:p>
        </p:txBody>
      </p:sp>
      <p:sp>
        <p:nvSpPr>
          <p:cNvPr id="4" name="Slide Number Placeholder 3"/>
          <p:cNvSpPr>
            <a:spLocks noGrp="1"/>
          </p:cNvSpPr>
          <p:nvPr>
            <p:ph type="sldNum" sz="quarter" idx="5"/>
          </p:nvPr>
        </p:nvSpPr>
        <p:spPr/>
        <p:txBody>
          <a:bodyPr/>
          <a:lstStyle/>
          <a:p>
            <a:fld id="{BAC0FA47-1D18-47B2-8ABF-B9503EA8B81F}" type="slidenum">
              <a:rPr lang="en-US"/>
              <a:t>15</a:t>
            </a:fld>
            <a:endParaRPr lang="en-US"/>
          </a:p>
        </p:txBody>
      </p:sp>
    </p:spTree>
    <p:extLst>
      <p:ext uri="{BB962C8B-B14F-4D97-AF65-F5344CB8AC3E}">
        <p14:creationId xmlns:p14="http://schemas.microsoft.com/office/powerpoint/2010/main" val="4895708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3 minutes. Total teaching sequence: 45 minutes; checklist excluded.
OPEN: Before editing code, what physical evidence should a debugging detective inspect?
KEY TAKEAWAY: Work from power and safe wiring toward software and observations.
DELIVERY: Ask teams to silently spot the code issue, then compare with a neighbour. Always disconnect power before rewiring. Inspect supply voltage/current suitability, USB data cable and common reference where appropriate. Then verify the selected board/port, successful build/upload, expected sketch, and Serial Monitor settings and messages.
INTERACTION / ANSWER: The example configures the LED pin as INPUT; for a verified active-high external LED output circuit it should be OUTPUT. Writing HIGH is not a substitute for configuring an output. Keep the resistor and correct polarity. Serial output helps observe execution; it cannot prove wiring is safe or correct.
TRANSITION: Once the local behaviour works, communication can make it useful farther away.
TECHNICAL REFERENCES:
Espressif, Arduino-ESP32 GPIO API: https://docs.espressif.com/projects/arduino-esp32/en/latest/api/gpio.html
16
Answer: pinMode(LED_PIN, INPUT) should be OUTPUT for an LED driven by the pin. Writing HIGH does not configure the direction.
16
Answer: pinMode(LED_PIN, INPUT) should be OUTPUT for an LED driven by the pin. Writing HIGH does not configure the direction.
PHOTO PLACEHOLDER: ESP32 on USB | Composition/crop: Three-quarter · cable and power LED visible · 4:3 | Caption: ESP32 connected by USB | Suggested search: ESP32 on USB | Recommended source: Own photo of the actual kit component | Replace with actual workshop hardware: Yes.
PHOTO PLACEHOLDER: Serial Monitor | Composition/crop: Screenshot · readable lines · no private paths · 16:9 | Caption: Serial Monitor | Suggested search: Serial Monitor | Recommended source: Own photo of the actual kit component | Replace with actual workshop hardware: Yes.
16
SERIAL AND ALTERNATIVES: Serial.begin(115200) then Serial.println(value); the Monitor's baud rate must match. Alternatives when serial is unavailable: LED blink codes, printing to the OLED, a multimeter on the pin, or a logic analyser. Mark this part optional if time is short.</a:t>
            </a:r>
          </a:p>
        </p:txBody>
      </p:sp>
      <p:sp>
        <p:nvSpPr>
          <p:cNvPr id="4" name="Slide Number Placeholder 3"/>
          <p:cNvSpPr>
            <a:spLocks noGrp="1"/>
          </p:cNvSpPr>
          <p:nvPr>
            <p:ph type="sldNum" sz="quarter" idx="5"/>
          </p:nvPr>
        </p:nvSpPr>
        <p:spPr/>
        <p:txBody>
          <a:bodyPr/>
          <a:lstStyle/>
          <a:p>
            <a:fld id="{BAC0FA47-1D18-47B2-8ABF-B9503EA8B81F}" type="slidenum">
              <a:rPr lang="en-US"/>
              <a:t>16</a:t>
            </a:fld>
            <a:endParaRPr lang="en-US"/>
          </a:p>
        </p:txBody>
      </p:sp>
    </p:spTree>
    <p:extLst>
      <p:ext uri="{BB962C8B-B14F-4D97-AF65-F5344CB8AC3E}">
        <p14:creationId xmlns:p14="http://schemas.microsoft.com/office/powerpoint/2010/main" val="38709498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2 minutes. Total teaching sequence: 45 minutes; checklist excluded.
OPEN: If the Wi-Fi connection disappears, should a local smart alarm stop sounding?
KEY TAKEAWAY: IoT connects a physical system to information and action, but connectivity must serve a real need.
DELIVERY: Trace sensor to ESP32 to Wi-Fi to a web page or cloud service to user action. A local web page is possible; a cloud service is not mandatory. Communication can be two-way even though the slide shows a simple observation path. Retain the needed local function during network loss. Mention protecting credentials and considering privacy without opening a security lecture.
INTERACTION / ANSWER: A locally required alarm should not depend unnecessarily on network availability. Uploading data alone does not make a system useful: somebody must understand or act on it. The traffic example remains a safe classroom simulation.
TRANSITION: Let's see the smallest version of that on an ESP32: a web page served by the board itself.
TECHNICAL REFERENCES:
Espressif, Chip Series Comparison: https://docs.espressif.com/projects/esp-idf/en/v5.0-rc1/esp32/hw-reference/chip-series-comparison.html
17
17
17
17</a:t>
            </a:r>
          </a:p>
        </p:txBody>
      </p:sp>
      <p:sp>
        <p:nvSpPr>
          <p:cNvPr id="4" name="Slide Number Placeholder 3"/>
          <p:cNvSpPr>
            <a:spLocks noGrp="1"/>
          </p:cNvSpPr>
          <p:nvPr>
            <p:ph type="sldNum" sz="quarter" idx="5"/>
          </p:nvPr>
        </p:nvSpPr>
        <p:spPr/>
        <p:txBody>
          <a:bodyPr/>
          <a:lstStyle/>
          <a:p>
            <a:fld id="{BAC0FA47-1D18-47B2-8ABF-B9503EA8B81F}" type="slidenum">
              <a:rPr lang="en-US"/>
              <a:t>17</a:t>
            </a:fld>
            <a:endParaRPr lang="en-US"/>
          </a:p>
        </p:txBody>
      </p:sp>
    </p:spTree>
    <p:extLst>
      <p:ext uri="{BB962C8B-B14F-4D97-AF65-F5344CB8AC3E}">
        <p14:creationId xmlns:p14="http://schemas.microsoft.com/office/powerpoint/2010/main" val="37160787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2.5 minutes. Total teaching sequence: 45 minutes; checklist excluded.
OPEN: If the board can read a sensor, can it also show that reading to a browser on the same Wi-Fi?
KEY TAKEAWAY: A few lines turn the ESP32 into a tiny web server: join a network, listen on port 80, reply to a request with live data.
DELIVERY: Walk the three steps on the right while pointing at the matching code lines. WiFi.begin joins an existing network (station mode); WiFi.softAP creates the board's own hotspot so no campus network or internet is required. WebServer (arduino-esp32 library) listens on port 80; server.on("/") registers what to send back; server.handleClient() in loop() keeps answering. Print WiFi.localIP() (or softAPIP()) to the Serial Monitor so the class can see the address. This is a facilitator demo, not a student exercise — students do not need phones or internet.
INTERACTION / ANSWER: Prediction — two laptops open the page at once: what happens? Both get a reply; the server answers requests one after another inside handleClient(), so the loop must keep running and must not block with long delays. Credentials belong in code you do not share on screen.
TRANSITION: You now have every piece — sense, decide, act, and even share. Time to choose a problem worth solving.
TECHNICAL REFERENCES:
Espressif, Arduino-ESP32 Wi-Fi API: https://docs.espressif.com/projects/arduino-esp32/en/latest/api/wifi.html
Espressif, arduino-esp32 WebServer library (bundled with the core): https://github.com/espressif/arduino-esp32/tree/master/libraries/WebServer</a:t>
            </a:r>
          </a:p>
        </p:txBody>
      </p:sp>
      <p:sp>
        <p:nvSpPr>
          <p:cNvPr id="4" name="Slide Number Placeholder 3"/>
          <p:cNvSpPr>
            <a:spLocks noGrp="1"/>
          </p:cNvSpPr>
          <p:nvPr>
            <p:ph type="sldNum" sz="quarter" idx="5"/>
          </p:nvPr>
        </p:nvSpPr>
        <p:spPr/>
        <p:txBody>
          <a:bodyPr/>
          <a:lstStyle/>
          <a:p>
            <a:fld id="{BAC0FA47-1D18-47B2-8ABF-B9503EA8B81F}" type="slidenum">
              <a:rPr lang="en-US"/>
              <a:t>18</a:t>
            </a:fld>
            <a:endParaRPr lang="en-US"/>
          </a:p>
        </p:txBody>
      </p:sp>
    </p:spTree>
    <p:extLst>
      <p:ext uri="{BB962C8B-B14F-4D97-AF65-F5344CB8AC3E}">
        <p14:creationId xmlns:p14="http://schemas.microsoft.com/office/powerpoint/2010/main" val="29755455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4 minutes. Total teaching sequence: 45 minutes; checklist excluded.
OPEN: With your team of five, what useful system can you design from this kit?
KEY TAKEAWAY: Start with a problem and a decision rule, not a random pile of components.
DELIVERY: Four minutes total: 15 seconds brief, two minutes team design, two shares of 30 seconds, and 45 seconds transition. There are approximately 50 students in 10 teams of five. Assign quick roles if helpful: problem owner, input chooser, rule writer, output chooser, spokesperson. No phones or internet are needed. Before powering hardware, have the wiring and power plan checked.
INTERACTION / ANSWER: A valid design names at least one input, a testable rule and one output; connectivity is optional. Example: a potentiometer threshold controls a buzzer smart alarm. Example: a button simulates an ambulance event and changes a tabletop LED traffic pattern. Two teams share; ask what happens if an input is missing or wrong.
TRANSITION: Say the closing line exactly, then begin the board-specific hands-on instructions. End the audience slideshow here; the final checklist is presenter reference only.
18
PHOTO PLACEHOLDER: Complete workshop kit — the actual components | Composition/crop: Top-down flat lay · every part separated · 4:3 | Caption: The workshop kit | Suggested search: Complete workshop kit — the actual components | Recommended source: Own photo of the actual kit component | Replace with actual workshop hardware: Yes.
18</a:t>
            </a:r>
          </a:p>
        </p:txBody>
      </p:sp>
      <p:sp>
        <p:nvSpPr>
          <p:cNvPr id="4" name="Slide Number Placeholder 3"/>
          <p:cNvSpPr>
            <a:spLocks noGrp="1"/>
          </p:cNvSpPr>
          <p:nvPr>
            <p:ph type="sldNum" sz="quarter" idx="5"/>
          </p:nvPr>
        </p:nvSpPr>
        <p:spPr/>
        <p:txBody>
          <a:bodyPr/>
          <a:lstStyle/>
          <a:p>
            <a:fld id="{BAC0FA47-1D18-47B2-8ABF-B9503EA8B81F}" type="slidenum">
              <a:rPr lang="en-US"/>
              <a:t>19</a:t>
            </a:fld>
            <a:endParaRPr lang="en-US"/>
          </a:p>
        </p:txBody>
      </p:sp>
    </p:spTree>
    <p:extLst>
      <p:ext uri="{BB962C8B-B14F-4D97-AF65-F5344CB8AC3E}">
        <p14:creationId xmlns:p14="http://schemas.microsoft.com/office/powerpoint/2010/main" val="32521096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CHECKLIST — presenter reference only (0 minutes). The authoring interface cannot hide a slide, so this stays a visible appendix: end the audience presentation after slide 19. All photo slots are deliberate placeholders — no accessible, verified photograph could be inserted and no AI-generated hardware images are used. The cover/closing backdrop is an AI-generated abstract light texture. No animations were added; pacing cues are in the notes.
Slide 1 | Image required: Collage of six everyday objects (traffic light, smartwatch, washing machine, car dashboard, elevator panel, smart speaker) | Status: Placeholder | Suggested search phrase: Collage of six everyday objects (traffic light, smartwatch, washing machine, car dashboard, elevator panel, smart speaker) | Recommended source type: Licensed stock / verified CC or public-domain photos | Replace with actual workshop hardware: No | Composition/crop: Six real photographs, 4:3 each, arranged 3 × 2 | Caption: Everyday objects that quietly contain microcontrollers.
Slide 5 | Image required: ESP32 development board — the exact kit model | Status: Placeholder | Suggested search phrase: ESP32 development board — the exact kit model | Recommended source type: Own photo of the actual kit component | Replace with actual workshop hardware: Yes | Composition/crop: Top-down · USB connector visible · space for callouts · 4:3 | Caption: ESP32 development board.
Slide 9 | Image required: Push button | Status: Placeholder | Suggested search phrase: Push button | Recommended source type: Own photo of the actual kit component | Replace with actual workshop hardware: Yes | Composition/crop: Top-down · legs visible · 4:3 | Caption: Push button.
Slide 9 | Image required: LDR module | Status: Placeholder | Suggested search phrase: LDR module | Recommended source type: Own photo of the actual kit component | Replace with actual workshop hardware: Yes | Composition/crop: Top-down · LDR visible · 4:3 | Caption: LDR module.
Slide 9 | Image required: Microphone module | Status: Placeholder | Suggested search phrase: Microphone module | Recommended source type: Own photo of the actual kit component | Replace with actual workshop hardware: Yes | Composition/crop: Top-down · mic visible · 4:3 | Caption: Microphone module.
Slide 9 | Image required: Ultrasonic sensor | Status: Placeholder | Suggested search phrase: Ultrasonic sensor | Recommended source type: Own photo of the actual kit component | Replace with actual workshop hardware: Yes | Composition/crop: Front · transducers visible · 4:3 | Caption: Ultrasonic sensor.
Slide 9 | Image required: DHT sensor | Status: Placeholder | Suggested search phrase: DHT sensor | Recommended source type: Own photo of the actual kit component | Replace with actual workshop hardware: Yes | Composition/crop: Front · connector visible · 4:3 | Caption: DHT sensor.
Slide 10 | Image required: LED | Status: Placeholder | Suggested search phrase: LED | Recommended source type: Own photo of the actual kit component | Replace with actual workshop hardware: Yes | Composition/crop: Macro · both leads · 4:3 | Caption: LED.
Slide 10 | Image required: Buzzer | Status: Placeholder | Suggested search phrase: Buzzer | Recommended source type: Own photo of the actual kit component | Replace with actual workshop hardware: Yes | Composition/crop: Top-down · connector · 4:3 | Caption: Buzzer.
Slide 10 | Image required: OLED display | Status: Placeholder | Suggested search phrase: OLED display | Recommended source type: Own photo of the actual kit component | Replace with actual workshop hardware: Yes | Composition/crop: Front · whole module · 4:3 | Caption: OLED display.
Slide 10 | Image required: Micro servo | Status: Placeholder | Suggested search phrase: Micro servo | Recommended source type: Own photo of the actual kit component | Replace with actual workshop hardware: Yes | Composition/crop: Side · horn + cable · 4:3 | Caption: Micro servo.
Slide 12 | Image required: Push button | Status: Placeholder | Suggested search phrase: Push button | Recommended source type: Own photo of the actual kit component | Replace with actual workshop hardware: Yes | Composition/crop: Top-down · legs visible · 4:3 | Caption: Push button.
Slide 12 | Image required: LED | Status: Placeholder | Suggested search phrase: LED | Recommended source type: Own photo of the actual kit component | Replace with actual workshop hardware: Yes | Composition/crop: Macro · both leads visible · 4:3 | Caption: LED.
Slide 13 | Image required: Potentiometer | Status: Placeholder | Suggested search phrase: Potentiometer | Recommended source type: Own photo of the actual kit component | Replace with actual workshop hardware: Yes | Composition/crop: Three-quarter view · shaft and terminals visible · 4:3 | Caption: Potentiometer.
Slide 13 | Image required: LDR module | Status: Placeholder | Suggested search phrase: LDR module | Recommended source type: Own photo of the actual kit component | Replace with actual workshop hardware: Yes | Composition/crop: Top-down · sensor and connector visible · 4:3 | Caption: LDR module.
Slide 16 | Image required: ESP32 on USB | Status: Placeholder | Suggested search phrase: ESP32 on USB | Recommended source type: Own photo of the actual kit component | Replace with actual workshop hardware: Yes | Composition/crop: Three-quarter · cable and power LED visible · 4:3 | Caption: ESP32 connected by USB.
Slide 16 | Image required: Serial Monitor | Status: Placeholder | Suggested search phrase: Serial Monitor | Recommended source type: Own photo of the actual kit component | Replace with actual workshop hardware: Yes | Composition/crop: Screenshot · readable lines · no private paths · 16:9 | Caption: Serial Monitor.
Slide 19 | Image required: Complete workshop kit — the actual components | Status: Placeholder | Suggested search phrase: Complete workshop kit — the actual components | Recommended source type: Own photo of the actual kit component | Replace with actual workshop hardware: Yes | Composition/crop: Top-down flat lay · every part separated · 4:3 | Caption: The workshop kit.</a:t>
            </a:r>
          </a:p>
        </p:txBody>
      </p:sp>
      <p:sp>
        <p:nvSpPr>
          <p:cNvPr id="4" name="Slide Number Placeholder 3"/>
          <p:cNvSpPr>
            <a:spLocks noGrp="1"/>
          </p:cNvSpPr>
          <p:nvPr>
            <p:ph type="sldNum" sz="quarter" idx="5"/>
          </p:nvPr>
        </p:nvSpPr>
        <p:spPr/>
        <p:txBody>
          <a:bodyPr/>
          <a:lstStyle/>
          <a:p>
            <a:fld id="{BAC0FA47-1D18-47B2-8ABF-B9503EA8B81F}" type="slidenum">
              <a:rPr lang="en-US"/>
              <a:t>20</a:t>
            </a:fld>
            <a:endParaRPr lang="en-US"/>
          </a:p>
        </p:txBody>
      </p:sp>
    </p:spTree>
    <p:extLst>
      <p:ext uri="{BB962C8B-B14F-4D97-AF65-F5344CB8AC3E}">
        <p14:creationId xmlns:p14="http://schemas.microsoft.com/office/powerpoint/2010/main" val="4121254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9/10/2026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43824" name="Picture 43823">
            <a:extLst>
              <a:ext uri="{FF2B5EF4-FFF2-40B4-BE49-F238E27FC236}">
                <a16:creationId xmlns:a16="http://schemas.microsoft.com/office/drawing/2014/main" id="{ADF36EB3-6661-749A-289F-480DE4BE3727}"/>
              </a:ext>
            </a:extLst>
          </p:cNvPr>
          <p:cNvPicPr>
            <a:picLocks noChangeAspect="1"/>
          </p:cNvPicPr>
          <p:nvPr/>
        </p:nvPicPr>
        <p:blipFill>
          <a:blip r:embed="rId3"/>
          <a:stretch>
            <a:fillRect/>
          </a:stretch>
        </p:blipFill>
        <p:spPr>
          <a:xfrm>
            <a:off x="0" y="0"/>
            <a:ext cx="12192000" cy="6858000"/>
          </a:xfrm>
          <a:prstGeom prst="rect">
            <a:avLst/>
          </a:prstGeom>
        </p:spPr>
      </p:pic>
      <p:sp>
        <p:nvSpPr>
          <p:cNvPr id="44057" name="Rectangle 44056">
            <a:extLst>
              <a:ext uri="{FF2B5EF4-FFF2-40B4-BE49-F238E27FC236}">
                <a16:creationId xmlns:a16="http://schemas.microsoft.com/office/drawing/2014/main" id="{DA6C303C-6639-0914-554C-1B7133B5F313}"/>
              </a:ext>
            </a:extLst>
          </p:cNvPr>
          <p:cNvSpPr/>
          <p:nvPr/>
        </p:nvSpPr>
        <p:spPr>
          <a:xfrm>
            <a:off x="0" y="0"/>
            <a:ext cx="12192610" cy="6858000"/>
          </a:xfrm>
          <a:prstGeom prst="rect">
            <a:avLst/>
          </a:prstGeom>
          <a:solidFill>
            <a:srgbClr val="0F172A">
              <a:alpha val="5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079" name="Rectangle 44078">
            <a:extLst>
              <a:ext uri="{FF2B5EF4-FFF2-40B4-BE49-F238E27FC236}">
                <a16:creationId xmlns:a16="http://schemas.microsoft.com/office/drawing/2014/main" id="{BFE52C15-77F7-2680-4A44-8432A02A172C}"/>
              </a:ext>
            </a:extLst>
          </p:cNvPr>
          <p:cNvSpPr/>
          <p:nvPr/>
        </p:nvSpPr>
        <p:spPr>
          <a:xfrm>
            <a:off x="548640" y="969264"/>
            <a:ext cx="457200" cy="41148"/>
          </a:xfrm>
          <a:prstGeom prst="rect">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102" name="Rectangle 44101">
            <a:extLst>
              <a:ext uri="{FF2B5EF4-FFF2-40B4-BE49-F238E27FC236}">
                <a16:creationId xmlns:a16="http://schemas.microsoft.com/office/drawing/2014/main" id="{2EC727D3-E563-1EB7-2342-D0982B427084}"/>
              </a:ext>
            </a:extLst>
          </p:cNvPr>
          <p:cNvSpPr/>
          <p:nvPr/>
        </p:nvSpPr>
        <p:spPr>
          <a:xfrm>
            <a:off x="6400800" y="1325880"/>
            <a:ext cx="5239512" cy="3931920"/>
          </a:xfrm>
          <a:prstGeom prst="rect">
            <a:avLst/>
          </a:prstGeom>
          <a:solidFill>
            <a:srgbClr val="1E293B"/>
          </a:solidFill>
          <a:ln w="12700">
            <a:solidFill>
              <a:srgbClr val="64748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126" name="Rectangle 44125">
            <a:extLst>
              <a:ext uri="{FF2B5EF4-FFF2-40B4-BE49-F238E27FC236}">
                <a16:creationId xmlns:a16="http://schemas.microsoft.com/office/drawing/2014/main" id="{3F0D87F5-F1E9-9053-B99A-6F1BFD08C5AB}"/>
              </a:ext>
            </a:extLst>
          </p:cNvPr>
          <p:cNvSpPr/>
          <p:nvPr/>
        </p:nvSpPr>
        <p:spPr>
          <a:xfrm>
            <a:off x="8138160" y="1344168"/>
            <a:ext cx="18288" cy="3895344"/>
          </a:xfrm>
          <a:prstGeom prst="rect">
            <a:avLst/>
          </a:prstGeom>
          <a:solidFill>
            <a:srgbClr val="33415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151" name="Rectangle 44150">
            <a:extLst>
              <a:ext uri="{FF2B5EF4-FFF2-40B4-BE49-F238E27FC236}">
                <a16:creationId xmlns:a16="http://schemas.microsoft.com/office/drawing/2014/main" id="{608D5CC9-2450-F157-EBE2-EC94C573C738}"/>
              </a:ext>
            </a:extLst>
          </p:cNvPr>
          <p:cNvSpPr/>
          <p:nvPr/>
        </p:nvSpPr>
        <p:spPr>
          <a:xfrm>
            <a:off x="9884664" y="1344168"/>
            <a:ext cx="18288" cy="3895344"/>
          </a:xfrm>
          <a:prstGeom prst="rect">
            <a:avLst/>
          </a:prstGeom>
          <a:solidFill>
            <a:srgbClr val="33415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177" name="Rectangle 44176">
            <a:extLst>
              <a:ext uri="{FF2B5EF4-FFF2-40B4-BE49-F238E27FC236}">
                <a16:creationId xmlns:a16="http://schemas.microsoft.com/office/drawing/2014/main" id="{EFA23449-F6C4-26AC-F776-4267EB6CC8BD}"/>
              </a:ext>
            </a:extLst>
          </p:cNvPr>
          <p:cNvSpPr/>
          <p:nvPr/>
        </p:nvSpPr>
        <p:spPr>
          <a:xfrm>
            <a:off x="6419088" y="3282696"/>
            <a:ext cx="5202936" cy="18288"/>
          </a:xfrm>
          <a:prstGeom prst="rect">
            <a:avLst/>
          </a:prstGeom>
          <a:solidFill>
            <a:srgbClr val="33415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204" name="Rectangle 44203">
            <a:extLst>
              <a:ext uri="{FF2B5EF4-FFF2-40B4-BE49-F238E27FC236}">
                <a16:creationId xmlns:a16="http://schemas.microsoft.com/office/drawing/2014/main" id="{D02233C1-5883-DD09-53EB-13410C41AA32}"/>
              </a:ext>
            </a:extLst>
          </p:cNvPr>
          <p:cNvSpPr/>
          <p:nvPr/>
        </p:nvSpPr>
        <p:spPr>
          <a:xfrm>
            <a:off x="1143000" y="758952"/>
            <a:ext cx="5486400"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INTERACTIVE WORKSHOP · ESP32 &amp; IOT · 45 MINUTES</a:t>
            </a:r>
          </a:p>
          <a:p>
            <a:pPr>
              <a:buNone/>
            </a:pPr>
            <a:r>
              <a:rPr lang="en-US" sz="1400">
                <a:solidFill>
                  <a:srgbClr val="CBD5E1"/>
                </a:solidFill>
                <a:effectLst/>
                <a:latin typeface="Consolas" panose="020B0609020204030204" pitchFamily="49" charset="0"/>
              </a:rPr>
              <a:t> </a:t>
            </a:r>
            <a:endParaRPr lang="en-US"/>
          </a:p>
        </p:txBody>
      </p:sp>
      <p:sp>
        <p:nvSpPr>
          <p:cNvPr id="44232" name="Rectangle 44231">
            <a:extLst>
              <a:ext uri="{FF2B5EF4-FFF2-40B4-BE49-F238E27FC236}">
                <a16:creationId xmlns:a16="http://schemas.microsoft.com/office/drawing/2014/main" id="{D4255E98-0625-A36B-CF2B-4AA6B71C2900}"/>
              </a:ext>
            </a:extLst>
          </p:cNvPr>
          <p:cNvSpPr/>
          <p:nvPr/>
        </p:nvSpPr>
        <p:spPr>
          <a:xfrm>
            <a:off x="548640" y="1280160"/>
            <a:ext cx="5577840" cy="1432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4400">
                <a:solidFill>
                  <a:srgbClr val="F8FAFC"/>
                </a:solidFill>
                <a:effectLst/>
                <a:latin typeface="Calibri" panose="020F0502020204030204" pitchFamily="34" charset="0"/>
              </a:rPr>
              <a:t>From Sensors to</a:t>
            </a:r>
          </a:p>
          <a:p>
            <a:pPr>
              <a:buNone/>
            </a:pPr>
            <a:r>
              <a:rPr lang="en-US" sz="4400">
                <a:solidFill>
                  <a:srgbClr val="F8FAFC"/>
                </a:solidFill>
                <a:effectLst/>
                <a:latin typeface="Calibri" panose="020F0502020204030204" pitchFamily="34" charset="0"/>
              </a:rPr>
              <a:t>Smart Systems</a:t>
            </a:r>
            <a:endParaRPr lang="en-US"/>
          </a:p>
        </p:txBody>
      </p:sp>
      <p:sp>
        <p:nvSpPr>
          <p:cNvPr id="44261" name="Rectangle 44260">
            <a:extLst>
              <a:ext uri="{FF2B5EF4-FFF2-40B4-BE49-F238E27FC236}">
                <a16:creationId xmlns:a16="http://schemas.microsoft.com/office/drawing/2014/main" id="{ECF0B651-25BB-1C26-B09B-8340B6F33AAC}"/>
              </a:ext>
            </a:extLst>
          </p:cNvPr>
          <p:cNvSpPr/>
          <p:nvPr/>
        </p:nvSpPr>
        <p:spPr>
          <a:xfrm>
            <a:off x="548640" y="2880360"/>
            <a:ext cx="548640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2000">
                <a:solidFill>
                  <a:srgbClr val="CBD5E1"/>
                </a:solidFill>
                <a:effectLst/>
                <a:latin typeface="Calibri" panose="020F0502020204030204" pitchFamily="34" charset="0"/>
              </a:rPr>
              <a:t>An Interactive Introduction</a:t>
            </a:r>
          </a:p>
          <a:p>
            <a:pPr>
              <a:buNone/>
            </a:pPr>
            <a:r>
              <a:rPr lang="en-US" sz="2000">
                <a:solidFill>
                  <a:srgbClr val="CBD5E1"/>
                </a:solidFill>
                <a:effectLst/>
                <a:latin typeface="Calibri" panose="020F0502020204030204" pitchFamily="34" charset="0"/>
              </a:rPr>
              <a:t>to ESP32 and IoT</a:t>
            </a:r>
            <a:endParaRPr lang="en-US"/>
          </a:p>
        </p:txBody>
      </p:sp>
      <p:sp>
        <p:nvSpPr>
          <p:cNvPr id="44291" name="Rectangle 44290">
            <a:extLst>
              <a:ext uri="{FF2B5EF4-FFF2-40B4-BE49-F238E27FC236}">
                <a16:creationId xmlns:a16="http://schemas.microsoft.com/office/drawing/2014/main" id="{45E04495-00E1-4D99-EBF8-A463CE89444B}"/>
              </a:ext>
            </a:extLst>
          </p:cNvPr>
          <p:cNvSpPr/>
          <p:nvPr/>
        </p:nvSpPr>
        <p:spPr>
          <a:xfrm>
            <a:off x="548640" y="3703320"/>
            <a:ext cx="45720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OPENING QUESTION</a:t>
            </a:r>
          </a:p>
          <a:p>
            <a:pPr>
              <a:buNone/>
            </a:pPr>
            <a:r>
              <a:rPr lang="en-US" sz="1400">
                <a:solidFill>
                  <a:srgbClr val="67E8F9"/>
                </a:solidFill>
                <a:effectLst/>
                <a:latin typeface="Consolas" panose="020B0609020204030204" pitchFamily="49" charset="0"/>
              </a:rPr>
              <a:t> </a:t>
            </a:r>
            <a:endParaRPr lang="en-US"/>
          </a:p>
        </p:txBody>
      </p:sp>
      <p:sp>
        <p:nvSpPr>
          <p:cNvPr id="44322" name="Rectangle 44321">
            <a:extLst>
              <a:ext uri="{FF2B5EF4-FFF2-40B4-BE49-F238E27FC236}">
                <a16:creationId xmlns:a16="http://schemas.microsoft.com/office/drawing/2014/main" id="{29DE0F9F-909D-012E-A89B-75279B7CCE47}"/>
              </a:ext>
            </a:extLst>
          </p:cNvPr>
          <p:cNvSpPr/>
          <p:nvPr/>
        </p:nvSpPr>
        <p:spPr>
          <a:xfrm>
            <a:off x="548640" y="3977640"/>
            <a:ext cx="548640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2200">
                <a:solidFill>
                  <a:srgbClr val="F8FAFC"/>
                </a:solidFill>
                <a:effectLst/>
                <a:latin typeface="Calibri" panose="020F0502020204030204" pitchFamily="34" charset="0"/>
              </a:rPr>
              <a:t>How many computers did you</a:t>
            </a:r>
          </a:p>
          <a:p>
            <a:pPr>
              <a:buNone/>
            </a:pPr>
            <a:r>
              <a:rPr lang="en-US" sz="2200">
                <a:solidFill>
                  <a:srgbClr val="F8FAFC"/>
                </a:solidFill>
                <a:effectLst/>
                <a:latin typeface="Calibri" panose="020F0502020204030204" pitchFamily="34" charset="0"/>
              </a:rPr>
              <a:t>interact with before</a:t>
            </a:r>
          </a:p>
          <a:p>
            <a:pPr>
              <a:buNone/>
            </a:pPr>
            <a:r>
              <a:rPr lang="en-US" sz="2200">
                <a:solidFill>
                  <a:srgbClr val="F8FAFC"/>
                </a:solidFill>
                <a:effectLst/>
                <a:latin typeface="Calibri" panose="020F0502020204030204" pitchFamily="34" charset="0"/>
              </a:rPr>
              <a:t>reaching this room?</a:t>
            </a:r>
            <a:endParaRPr lang="en-US"/>
          </a:p>
        </p:txBody>
      </p:sp>
      <p:sp>
        <p:nvSpPr>
          <p:cNvPr id="44354" name="Rectangle 44353">
            <a:extLst>
              <a:ext uri="{FF2B5EF4-FFF2-40B4-BE49-F238E27FC236}">
                <a16:creationId xmlns:a16="http://schemas.microsoft.com/office/drawing/2014/main" id="{F28EA308-C681-851D-D8C8-5E33D302276F}"/>
              </a:ext>
            </a:extLst>
          </p:cNvPr>
          <p:cNvSpPr/>
          <p:nvPr/>
        </p:nvSpPr>
        <p:spPr>
          <a:xfrm>
            <a:off x="548640" y="5879592"/>
            <a:ext cx="82296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50 students · 10 teams of five · hands-on session follows</a:t>
            </a:r>
          </a:p>
          <a:p>
            <a:pPr>
              <a:buNone/>
            </a:pPr>
            <a:r>
              <a:rPr lang="en-US" sz="1400">
                <a:solidFill>
                  <a:srgbClr val="CBD5E1"/>
                </a:solidFill>
                <a:effectLst/>
                <a:latin typeface="Calibri" panose="020F0502020204030204" pitchFamily="34" charset="0"/>
              </a:rPr>
              <a:t> </a:t>
            </a:r>
            <a:endParaRPr lang="en-US"/>
          </a:p>
        </p:txBody>
      </p:sp>
      <p:sp>
        <p:nvSpPr>
          <p:cNvPr id="44387" name="Rectangle 44386">
            <a:extLst>
              <a:ext uri="{FF2B5EF4-FFF2-40B4-BE49-F238E27FC236}">
                <a16:creationId xmlns:a16="http://schemas.microsoft.com/office/drawing/2014/main" id="{164AFFAE-4630-66E6-1540-02C7FFE0EEF6}"/>
              </a:ext>
            </a:extLst>
          </p:cNvPr>
          <p:cNvSpPr/>
          <p:nvPr/>
        </p:nvSpPr>
        <p:spPr>
          <a:xfrm>
            <a:off x="6400800" y="960120"/>
            <a:ext cx="523951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PHOTO PLACEHOLDER · 6 REAL PHOTOS · 4:3</a:t>
            </a:r>
          </a:p>
          <a:p>
            <a:pPr>
              <a:buNone/>
            </a:pPr>
            <a:r>
              <a:rPr lang="en-US" sz="1400">
                <a:solidFill>
                  <a:srgbClr val="67E8F9"/>
                </a:solidFill>
                <a:effectLst/>
                <a:latin typeface="Consolas" panose="020B0609020204030204" pitchFamily="49" charset="0"/>
              </a:rPr>
              <a:t> </a:t>
            </a:r>
            <a:endParaRPr lang="en-US"/>
          </a:p>
        </p:txBody>
      </p:sp>
      <p:sp>
        <p:nvSpPr>
          <p:cNvPr id="44421" name="Rectangle 44420">
            <a:extLst>
              <a:ext uri="{FF2B5EF4-FFF2-40B4-BE49-F238E27FC236}">
                <a16:creationId xmlns:a16="http://schemas.microsoft.com/office/drawing/2014/main" id="{0082E419-6ED6-3692-EDB2-7B6CB7AE4885}"/>
              </a:ext>
            </a:extLst>
          </p:cNvPr>
          <p:cNvSpPr/>
          <p:nvPr/>
        </p:nvSpPr>
        <p:spPr>
          <a:xfrm>
            <a:off x="6492240" y="2153412"/>
            <a:ext cx="1563624"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alibri" panose="020F0502020204030204" pitchFamily="34" charset="0"/>
              </a:rPr>
              <a:t>Traffic light</a:t>
            </a:r>
            <a:endParaRPr lang="en-US"/>
          </a:p>
        </p:txBody>
      </p:sp>
      <p:sp>
        <p:nvSpPr>
          <p:cNvPr id="44456" name="Rectangle 44455">
            <a:extLst>
              <a:ext uri="{FF2B5EF4-FFF2-40B4-BE49-F238E27FC236}">
                <a16:creationId xmlns:a16="http://schemas.microsoft.com/office/drawing/2014/main" id="{D8CAC6CE-1BC4-AAC3-A37C-25EB4ECB0C08}"/>
              </a:ext>
            </a:extLst>
          </p:cNvPr>
          <p:cNvSpPr/>
          <p:nvPr/>
        </p:nvSpPr>
        <p:spPr>
          <a:xfrm>
            <a:off x="8238744" y="2153412"/>
            <a:ext cx="1563624"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alibri" panose="020F0502020204030204" pitchFamily="34" charset="0"/>
              </a:rPr>
              <a:t>Smartwatch</a:t>
            </a:r>
            <a:endParaRPr lang="en-US"/>
          </a:p>
        </p:txBody>
      </p:sp>
      <p:sp>
        <p:nvSpPr>
          <p:cNvPr id="44492" name="Rectangle 44491">
            <a:extLst>
              <a:ext uri="{FF2B5EF4-FFF2-40B4-BE49-F238E27FC236}">
                <a16:creationId xmlns:a16="http://schemas.microsoft.com/office/drawing/2014/main" id="{09C5B43F-EA42-16C4-7E55-02BB54B5A251}"/>
              </a:ext>
            </a:extLst>
          </p:cNvPr>
          <p:cNvSpPr/>
          <p:nvPr/>
        </p:nvSpPr>
        <p:spPr>
          <a:xfrm>
            <a:off x="9985248" y="2153412"/>
            <a:ext cx="1563624"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alibri" panose="020F0502020204030204" pitchFamily="34" charset="0"/>
              </a:rPr>
              <a:t>Washing machine</a:t>
            </a:r>
            <a:endParaRPr lang="en-US"/>
          </a:p>
        </p:txBody>
      </p:sp>
      <p:sp>
        <p:nvSpPr>
          <p:cNvPr id="44529" name="Rectangle 44528">
            <a:extLst>
              <a:ext uri="{FF2B5EF4-FFF2-40B4-BE49-F238E27FC236}">
                <a16:creationId xmlns:a16="http://schemas.microsoft.com/office/drawing/2014/main" id="{13295470-65DC-140F-EA3E-DC90C5DFB3B0}"/>
              </a:ext>
            </a:extLst>
          </p:cNvPr>
          <p:cNvSpPr/>
          <p:nvPr/>
        </p:nvSpPr>
        <p:spPr>
          <a:xfrm>
            <a:off x="6492240" y="4119372"/>
            <a:ext cx="1563624"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alibri" panose="020F0502020204030204" pitchFamily="34" charset="0"/>
              </a:rPr>
              <a:t>Car dashboard</a:t>
            </a:r>
            <a:endParaRPr lang="en-US"/>
          </a:p>
        </p:txBody>
      </p:sp>
      <p:sp>
        <p:nvSpPr>
          <p:cNvPr id="44567" name="Rectangle 44566">
            <a:extLst>
              <a:ext uri="{FF2B5EF4-FFF2-40B4-BE49-F238E27FC236}">
                <a16:creationId xmlns:a16="http://schemas.microsoft.com/office/drawing/2014/main" id="{FAFA4055-22F9-CC13-1324-CA4E50E61089}"/>
              </a:ext>
            </a:extLst>
          </p:cNvPr>
          <p:cNvSpPr/>
          <p:nvPr/>
        </p:nvSpPr>
        <p:spPr>
          <a:xfrm>
            <a:off x="8238744" y="4119372"/>
            <a:ext cx="1563624"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alibri" panose="020F0502020204030204" pitchFamily="34" charset="0"/>
              </a:rPr>
              <a:t>Elevator panel</a:t>
            </a:r>
            <a:endParaRPr lang="en-US"/>
          </a:p>
        </p:txBody>
      </p:sp>
      <p:sp>
        <p:nvSpPr>
          <p:cNvPr id="44606" name="Rectangle 44605">
            <a:extLst>
              <a:ext uri="{FF2B5EF4-FFF2-40B4-BE49-F238E27FC236}">
                <a16:creationId xmlns:a16="http://schemas.microsoft.com/office/drawing/2014/main" id="{10C53A37-B049-E605-ED56-09BAA17748D2}"/>
              </a:ext>
            </a:extLst>
          </p:cNvPr>
          <p:cNvSpPr/>
          <p:nvPr/>
        </p:nvSpPr>
        <p:spPr>
          <a:xfrm>
            <a:off x="9985248" y="4119372"/>
            <a:ext cx="1563624"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alibri" panose="020F0502020204030204" pitchFamily="34" charset="0"/>
              </a:rPr>
              <a:t>Smart speaker</a:t>
            </a:r>
            <a:endParaRPr lang="en-US"/>
          </a:p>
        </p:txBody>
      </p:sp>
      <p:sp>
        <p:nvSpPr>
          <p:cNvPr id="44646" name="Rectangle 44645">
            <a:extLst>
              <a:ext uri="{FF2B5EF4-FFF2-40B4-BE49-F238E27FC236}">
                <a16:creationId xmlns:a16="http://schemas.microsoft.com/office/drawing/2014/main" id="{4D1BDB24-EA5B-3A61-DB72-6DD4F23A5E2A}"/>
              </a:ext>
            </a:extLst>
          </p:cNvPr>
          <p:cNvSpPr/>
          <p:nvPr/>
        </p:nvSpPr>
        <p:spPr>
          <a:xfrm>
            <a:off x="6400800" y="5349240"/>
            <a:ext cx="5239512"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Everyday objects that quietly contain microcontrollers</a:t>
            </a:r>
          </a:p>
          <a:p>
            <a:pPr>
              <a:buNone/>
            </a:pPr>
            <a:r>
              <a:rPr lang="en-US" sz="1400">
                <a:solidFill>
                  <a:srgbClr val="CBD5E1"/>
                </a:solidFill>
                <a:effectLst/>
                <a:latin typeface="Calibri" panose="020F0502020204030204" pitchFamily="34" charset="0"/>
              </a:rPr>
              <a:t> </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84313" name="Rectangle 84312">
            <a:extLst>
              <a:ext uri="{FF2B5EF4-FFF2-40B4-BE49-F238E27FC236}">
                <a16:creationId xmlns:a16="http://schemas.microsoft.com/office/drawing/2014/main" id="{9BBE6ECF-5E1A-3EC7-0074-E194DFDD24F1}"/>
              </a:ext>
            </a:extLst>
          </p:cNvPr>
          <p:cNvSpPr/>
          <p:nvPr/>
        </p:nvSpPr>
        <p:spPr>
          <a:xfrm>
            <a:off x="548640" y="621792"/>
            <a:ext cx="457200" cy="41148"/>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348" name="Rectangle 84347">
            <a:extLst>
              <a:ext uri="{FF2B5EF4-FFF2-40B4-BE49-F238E27FC236}">
                <a16:creationId xmlns:a16="http://schemas.microsoft.com/office/drawing/2014/main" id="{A295F632-D4CB-0513-288F-FEC7629BCF88}"/>
              </a:ext>
            </a:extLst>
          </p:cNvPr>
          <p:cNvSpPr/>
          <p:nvPr/>
        </p:nvSpPr>
        <p:spPr>
          <a:xfrm>
            <a:off x="548640" y="2484120"/>
            <a:ext cx="3200400" cy="50292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384" name="Oval 84383">
            <a:extLst>
              <a:ext uri="{FF2B5EF4-FFF2-40B4-BE49-F238E27FC236}">
                <a16:creationId xmlns:a16="http://schemas.microsoft.com/office/drawing/2014/main" id="{ED2A3A90-4335-9EF0-45B1-E0838111DCFC}"/>
              </a:ext>
            </a:extLst>
          </p:cNvPr>
          <p:cNvSpPr/>
          <p:nvPr/>
        </p:nvSpPr>
        <p:spPr>
          <a:xfrm>
            <a:off x="722376" y="2680716"/>
            <a:ext cx="109728" cy="109728"/>
          </a:xfrm>
          <a:prstGeom prst="ellipse">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421" name="Rectangle 84420">
            <a:extLst>
              <a:ext uri="{FF2B5EF4-FFF2-40B4-BE49-F238E27FC236}">
                <a16:creationId xmlns:a16="http://schemas.microsoft.com/office/drawing/2014/main" id="{97417604-7322-F942-E33F-24410EC3B484}"/>
              </a:ext>
            </a:extLst>
          </p:cNvPr>
          <p:cNvSpPr/>
          <p:nvPr/>
        </p:nvSpPr>
        <p:spPr>
          <a:xfrm>
            <a:off x="548640" y="3078480"/>
            <a:ext cx="3200400" cy="50292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459" name="Oval 84458">
            <a:extLst>
              <a:ext uri="{FF2B5EF4-FFF2-40B4-BE49-F238E27FC236}">
                <a16:creationId xmlns:a16="http://schemas.microsoft.com/office/drawing/2014/main" id="{8E4745B3-0BD6-36DD-AE69-83F68F79CB5F}"/>
              </a:ext>
            </a:extLst>
          </p:cNvPr>
          <p:cNvSpPr/>
          <p:nvPr/>
        </p:nvSpPr>
        <p:spPr>
          <a:xfrm>
            <a:off x="722376" y="3275076"/>
            <a:ext cx="109728" cy="109728"/>
          </a:xfrm>
          <a:prstGeom prst="ellipse">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498" name="Rectangle 84497">
            <a:extLst>
              <a:ext uri="{FF2B5EF4-FFF2-40B4-BE49-F238E27FC236}">
                <a16:creationId xmlns:a16="http://schemas.microsoft.com/office/drawing/2014/main" id="{36089BFA-68C9-64E7-C4DE-D8034CA24F3F}"/>
              </a:ext>
            </a:extLst>
          </p:cNvPr>
          <p:cNvSpPr/>
          <p:nvPr/>
        </p:nvSpPr>
        <p:spPr>
          <a:xfrm>
            <a:off x="548640" y="3672840"/>
            <a:ext cx="3200400" cy="50292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538" name="Oval 84537">
            <a:extLst>
              <a:ext uri="{FF2B5EF4-FFF2-40B4-BE49-F238E27FC236}">
                <a16:creationId xmlns:a16="http://schemas.microsoft.com/office/drawing/2014/main" id="{1F56F5A8-7914-BCD7-03F2-2B57F79C0A8E}"/>
              </a:ext>
            </a:extLst>
          </p:cNvPr>
          <p:cNvSpPr/>
          <p:nvPr/>
        </p:nvSpPr>
        <p:spPr>
          <a:xfrm>
            <a:off x="722376" y="3869436"/>
            <a:ext cx="109728" cy="109728"/>
          </a:xfrm>
          <a:prstGeom prst="ellipse">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579" name="Arrow: Right 84578">
            <a:extLst>
              <a:ext uri="{FF2B5EF4-FFF2-40B4-BE49-F238E27FC236}">
                <a16:creationId xmlns:a16="http://schemas.microsoft.com/office/drawing/2014/main" id="{6C1A3B72-5913-26B8-05DF-604F0E3B1088}"/>
              </a:ext>
            </a:extLst>
          </p:cNvPr>
          <p:cNvSpPr/>
          <p:nvPr/>
        </p:nvSpPr>
        <p:spPr>
          <a:xfrm>
            <a:off x="3931920" y="3169920"/>
            <a:ext cx="502920" cy="201168"/>
          </a:xfrm>
          <a:prstGeom prst="rightArrow">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621" name="Rectangle 84620">
            <a:extLst>
              <a:ext uri="{FF2B5EF4-FFF2-40B4-BE49-F238E27FC236}">
                <a16:creationId xmlns:a16="http://schemas.microsoft.com/office/drawing/2014/main" id="{884A291B-80AC-1121-1517-B6E93084D7A8}"/>
              </a:ext>
            </a:extLst>
          </p:cNvPr>
          <p:cNvSpPr/>
          <p:nvPr/>
        </p:nvSpPr>
        <p:spPr>
          <a:xfrm>
            <a:off x="4572000" y="2164080"/>
            <a:ext cx="3017520" cy="155448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664" name="Rectangle 84663">
            <a:extLst>
              <a:ext uri="{FF2B5EF4-FFF2-40B4-BE49-F238E27FC236}">
                <a16:creationId xmlns:a16="http://schemas.microsoft.com/office/drawing/2014/main" id="{C6FC5CA4-6270-00E3-FCA0-DA11946359CB}"/>
              </a:ext>
            </a:extLst>
          </p:cNvPr>
          <p:cNvSpPr/>
          <p:nvPr/>
        </p:nvSpPr>
        <p:spPr>
          <a:xfrm>
            <a:off x="4572000" y="2164080"/>
            <a:ext cx="64008" cy="1554480"/>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708" name="Arrow: Right 84707">
            <a:extLst>
              <a:ext uri="{FF2B5EF4-FFF2-40B4-BE49-F238E27FC236}">
                <a16:creationId xmlns:a16="http://schemas.microsoft.com/office/drawing/2014/main" id="{5AB61C31-0A5A-EDF6-9804-88312AFC8D26}"/>
              </a:ext>
            </a:extLst>
          </p:cNvPr>
          <p:cNvSpPr/>
          <p:nvPr/>
        </p:nvSpPr>
        <p:spPr>
          <a:xfrm>
            <a:off x="7699248" y="2438400"/>
            <a:ext cx="502920" cy="201168"/>
          </a:xfrm>
          <a:prstGeom prst="rightArrow">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753" name="Arrow: Right 84752">
            <a:extLst>
              <a:ext uri="{FF2B5EF4-FFF2-40B4-BE49-F238E27FC236}">
                <a16:creationId xmlns:a16="http://schemas.microsoft.com/office/drawing/2014/main" id="{254B5564-AE15-CAF1-7FF7-C289CEBDD89B}"/>
              </a:ext>
            </a:extLst>
          </p:cNvPr>
          <p:cNvSpPr/>
          <p:nvPr/>
        </p:nvSpPr>
        <p:spPr>
          <a:xfrm>
            <a:off x="7699248" y="3261360"/>
            <a:ext cx="502920" cy="201168"/>
          </a:xfrm>
          <a:prstGeom prst="rightArrow">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799" name="Rectangle 84798">
            <a:extLst>
              <a:ext uri="{FF2B5EF4-FFF2-40B4-BE49-F238E27FC236}">
                <a16:creationId xmlns:a16="http://schemas.microsoft.com/office/drawing/2014/main" id="{BA2147A5-7C81-F039-12CD-54824FA301BF}"/>
              </a:ext>
            </a:extLst>
          </p:cNvPr>
          <p:cNvSpPr/>
          <p:nvPr/>
        </p:nvSpPr>
        <p:spPr>
          <a:xfrm>
            <a:off x="8321040" y="2164080"/>
            <a:ext cx="3291840" cy="73152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846" name="Rectangle 84845">
            <a:extLst>
              <a:ext uri="{FF2B5EF4-FFF2-40B4-BE49-F238E27FC236}">
                <a16:creationId xmlns:a16="http://schemas.microsoft.com/office/drawing/2014/main" id="{B30829AC-CF6D-93D7-BF38-A72EDF9A294F}"/>
              </a:ext>
            </a:extLst>
          </p:cNvPr>
          <p:cNvSpPr/>
          <p:nvPr/>
        </p:nvSpPr>
        <p:spPr>
          <a:xfrm>
            <a:off x="8321040" y="2164080"/>
            <a:ext cx="64008" cy="731520"/>
          </a:xfrm>
          <a:prstGeom prst="rect">
            <a:avLst/>
          </a:prstGeom>
          <a:solidFill>
            <a:srgbClr val="86EFA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894" name="Rectangle 84893">
            <a:extLst>
              <a:ext uri="{FF2B5EF4-FFF2-40B4-BE49-F238E27FC236}">
                <a16:creationId xmlns:a16="http://schemas.microsoft.com/office/drawing/2014/main" id="{3D9B5177-41C9-CA37-1088-D3D5A95F3642}"/>
              </a:ext>
            </a:extLst>
          </p:cNvPr>
          <p:cNvSpPr/>
          <p:nvPr/>
        </p:nvSpPr>
        <p:spPr>
          <a:xfrm>
            <a:off x="8321040" y="2987040"/>
            <a:ext cx="3291840" cy="73152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943" name="Rectangle 84942">
            <a:extLst>
              <a:ext uri="{FF2B5EF4-FFF2-40B4-BE49-F238E27FC236}">
                <a16:creationId xmlns:a16="http://schemas.microsoft.com/office/drawing/2014/main" id="{A621787D-0D9C-46F5-D00C-B82316E12598}"/>
              </a:ext>
            </a:extLst>
          </p:cNvPr>
          <p:cNvSpPr/>
          <p:nvPr/>
        </p:nvSpPr>
        <p:spPr>
          <a:xfrm>
            <a:off x="8321040" y="2987040"/>
            <a:ext cx="64008" cy="731520"/>
          </a:xfrm>
          <a:prstGeom prst="rect">
            <a:avLst/>
          </a:prstGeom>
          <a:solidFill>
            <a:srgbClr val="33415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993" name="Rectangle 84992">
            <a:extLst>
              <a:ext uri="{FF2B5EF4-FFF2-40B4-BE49-F238E27FC236}">
                <a16:creationId xmlns:a16="http://schemas.microsoft.com/office/drawing/2014/main" id="{EF5D279A-8754-12F0-A5F2-234A5B6CB072}"/>
              </a:ext>
            </a:extLst>
          </p:cNvPr>
          <p:cNvSpPr/>
          <p:nvPr/>
        </p:nvSpPr>
        <p:spPr>
          <a:xfrm>
            <a:off x="1143000" y="411480"/>
            <a:ext cx="8595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PART 1 · INTRODUCTION · THE RECURRING CHALLENGE
 </a:t>
            </a:r>
            <a:endParaRPr lang="en-US"/>
          </a:p>
        </p:txBody>
      </p:sp>
      <p:sp>
        <p:nvSpPr>
          <p:cNvPr id="85044" name="Rectangle 85043">
            <a:extLst>
              <a:ext uri="{FF2B5EF4-FFF2-40B4-BE49-F238E27FC236}">
                <a16:creationId xmlns:a16="http://schemas.microsoft.com/office/drawing/2014/main" id="{221EDBA4-5834-DD72-E452-1ACC3AE7BEA4}"/>
              </a:ext>
            </a:extLst>
          </p:cNvPr>
          <p:cNvSpPr/>
          <p:nvPr/>
        </p:nvSpPr>
        <p:spPr>
          <a:xfrm>
            <a:off x="10515600" y="411480"/>
            <a:ext cx="1124712"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onsolas" panose="020B0609020204030204" pitchFamily="49" charset="0"/>
              </a:rPr>
              <a:t>02 / 19</a:t>
            </a:r>
            <a:endParaRPr lang="en-US"/>
          </a:p>
        </p:txBody>
      </p:sp>
      <p:sp>
        <p:nvSpPr>
          <p:cNvPr id="85096" name="Rectangle 85095">
            <a:extLst>
              <a:ext uri="{FF2B5EF4-FFF2-40B4-BE49-F238E27FC236}">
                <a16:creationId xmlns:a16="http://schemas.microsoft.com/office/drawing/2014/main" id="{83A4B058-3FBE-ABCD-9F7D-E2C3DA1EC1F3}"/>
              </a:ext>
            </a:extLst>
          </p:cNvPr>
          <p:cNvSpPr/>
          <p:nvPr/>
        </p:nvSpPr>
        <p:spPr>
          <a:xfrm>
            <a:off x="548640" y="822960"/>
            <a:ext cx="11091672"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3200">
                <a:solidFill>
                  <a:srgbClr val="F8FAFC"/>
                </a:solidFill>
                <a:effectLst/>
                <a:latin typeface="Calibri" panose="020F0502020204030204" pitchFamily="34" charset="0"/>
              </a:rPr>
              <a:t>How could a small chip detect an ambulance</a:t>
            </a:r>
          </a:p>
          <a:p>
            <a:pPr>
              <a:buNone/>
            </a:pPr>
            <a:r>
              <a:rPr lang="en-US" sz="3200">
                <a:solidFill>
                  <a:srgbClr val="F8FAFC"/>
                </a:solidFill>
                <a:effectLst/>
                <a:latin typeface="Calibri" panose="020F0502020204030204" pitchFamily="34" charset="0"/>
              </a:rPr>
              <a:t>and change a traffic signal?</a:t>
            </a:r>
            <a:endParaRPr lang="en-US"/>
          </a:p>
        </p:txBody>
      </p:sp>
      <p:sp>
        <p:nvSpPr>
          <p:cNvPr id="85149" name="Rectangle 85148">
            <a:extLst>
              <a:ext uri="{FF2B5EF4-FFF2-40B4-BE49-F238E27FC236}">
                <a16:creationId xmlns:a16="http://schemas.microsoft.com/office/drawing/2014/main" id="{F5489B0C-DA17-4583-2DCF-844F571DF282}"/>
              </a:ext>
            </a:extLst>
          </p:cNvPr>
          <p:cNvSpPr/>
          <p:nvPr/>
        </p:nvSpPr>
        <p:spPr>
          <a:xfrm>
            <a:off x="548640" y="2118360"/>
            <a:ext cx="329184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CANDIDATE EVIDENCE</a:t>
            </a:r>
          </a:p>
          <a:p>
            <a:pPr>
              <a:buNone/>
            </a:pPr>
            <a:r>
              <a:rPr lang="en-US" sz="1400">
                <a:solidFill>
                  <a:srgbClr val="CBD5E1"/>
                </a:solidFill>
                <a:effectLst/>
                <a:latin typeface="Consolas" panose="020B0609020204030204" pitchFamily="49" charset="0"/>
              </a:rPr>
              <a:t> </a:t>
            </a:r>
            <a:endParaRPr lang="en-US"/>
          </a:p>
        </p:txBody>
      </p:sp>
      <p:sp>
        <p:nvSpPr>
          <p:cNvPr id="85203" name="Rectangle 85202">
            <a:extLst>
              <a:ext uri="{FF2B5EF4-FFF2-40B4-BE49-F238E27FC236}">
                <a16:creationId xmlns:a16="http://schemas.microsoft.com/office/drawing/2014/main" id="{638FEB6A-768C-8D78-D309-0171B6D7F823}"/>
              </a:ext>
            </a:extLst>
          </p:cNvPr>
          <p:cNvSpPr/>
          <p:nvPr/>
        </p:nvSpPr>
        <p:spPr>
          <a:xfrm>
            <a:off x="960120" y="2557272"/>
            <a:ext cx="269748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Sound · microphone</a:t>
            </a:r>
          </a:p>
          <a:p>
            <a:pPr>
              <a:buNone/>
            </a:pPr>
            <a:r>
              <a:rPr lang="en-US" sz="1600">
                <a:solidFill>
                  <a:srgbClr val="F8FAFC"/>
                </a:solidFill>
                <a:effectLst/>
                <a:latin typeface="Calibri" panose="020F0502020204030204" pitchFamily="34" charset="0"/>
              </a:rPr>
              <a:t> </a:t>
            </a:r>
            <a:endParaRPr lang="en-US"/>
          </a:p>
        </p:txBody>
      </p:sp>
      <p:sp>
        <p:nvSpPr>
          <p:cNvPr id="85258" name="Rectangle 85257">
            <a:extLst>
              <a:ext uri="{FF2B5EF4-FFF2-40B4-BE49-F238E27FC236}">
                <a16:creationId xmlns:a16="http://schemas.microsoft.com/office/drawing/2014/main" id="{CDB1F94B-50C9-1443-8C12-4321CAC7513D}"/>
              </a:ext>
            </a:extLst>
          </p:cNvPr>
          <p:cNvSpPr/>
          <p:nvPr/>
        </p:nvSpPr>
        <p:spPr>
          <a:xfrm>
            <a:off x="960120" y="3151632"/>
            <a:ext cx="269748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Light · LDR</a:t>
            </a:r>
          </a:p>
          <a:p>
            <a:pPr>
              <a:buNone/>
            </a:pPr>
            <a:r>
              <a:rPr lang="en-US" sz="1600">
                <a:solidFill>
                  <a:srgbClr val="F8FAFC"/>
                </a:solidFill>
                <a:effectLst/>
                <a:latin typeface="Calibri" panose="020F0502020204030204" pitchFamily="34" charset="0"/>
              </a:rPr>
              <a:t> </a:t>
            </a:r>
            <a:endParaRPr lang="en-US"/>
          </a:p>
        </p:txBody>
      </p:sp>
      <p:sp>
        <p:nvSpPr>
          <p:cNvPr id="85314" name="Rectangle 85313">
            <a:extLst>
              <a:ext uri="{FF2B5EF4-FFF2-40B4-BE49-F238E27FC236}">
                <a16:creationId xmlns:a16="http://schemas.microsoft.com/office/drawing/2014/main" id="{24B821FE-7E3C-A33A-C03B-88352D593BA8}"/>
              </a:ext>
            </a:extLst>
          </p:cNvPr>
          <p:cNvSpPr/>
          <p:nvPr/>
        </p:nvSpPr>
        <p:spPr>
          <a:xfrm>
            <a:off x="960120" y="3745992"/>
            <a:ext cx="269748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Button · simulation</a:t>
            </a:r>
          </a:p>
          <a:p>
            <a:pPr>
              <a:buNone/>
            </a:pPr>
            <a:r>
              <a:rPr lang="en-US" sz="1600">
                <a:solidFill>
                  <a:srgbClr val="F8FAFC"/>
                </a:solidFill>
                <a:effectLst/>
                <a:latin typeface="Calibri" panose="020F0502020204030204" pitchFamily="34" charset="0"/>
              </a:rPr>
              <a:t> </a:t>
            </a:r>
            <a:endParaRPr lang="en-US"/>
          </a:p>
        </p:txBody>
      </p:sp>
      <p:sp>
        <p:nvSpPr>
          <p:cNvPr id="85371" name="Rectangle 85370">
            <a:extLst>
              <a:ext uri="{FF2B5EF4-FFF2-40B4-BE49-F238E27FC236}">
                <a16:creationId xmlns:a16="http://schemas.microsoft.com/office/drawing/2014/main" id="{0AADCD58-DAEC-B50A-A896-C1EBF6F67136}"/>
              </a:ext>
            </a:extLst>
          </p:cNvPr>
          <p:cNvSpPr/>
          <p:nvPr/>
        </p:nvSpPr>
        <p:spPr>
          <a:xfrm>
            <a:off x="4800600" y="2209800"/>
            <a:ext cx="26517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DBA74"/>
                </a:solidFill>
                <a:effectLst/>
                <a:latin typeface="Consolas" panose="020B0609020204030204" pitchFamily="49" charset="0"/>
              </a:rPr>
              <a:t>DECIDE</a:t>
            </a:r>
          </a:p>
          <a:p>
            <a:pPr>
              <a:buNone/>
            </a:pPr>
            <a:r>
              <a:rPr lang="en-US" sz="1400">
                <a:solidFill>
                  <a:srgbClr val="FDBA74"/>
                </a:solidFill>
                <a:effectLst/>
                <a:latin typeface="Consolas" panose="020B0609020204030204" pitchFamily="49" charset="0"/>
              </a:rPr>
              <a:t> </a:t>
            </a:r>
            <a:endParaRPr lang="en-US"/>
          </a:p>
        </p:txBody>
      </p:sp>
      <p:sp>
        <p:nvSpPr>
          <p:cNvPr id="85429" name="Rectangle 85428">
            <a:extLst>
              <a:ext uri="{FF2B5EF4-FFF2-40B4-BE49-F238E27FC236}">
                <a16:creationId xmlns:a16="http://schemas.microsoft.com/office/drawing/2014/main" id="{CCDCE4A6-D672-D290-E912-712E431B65EE}"/>
              </a:ext>
            </a:extLst>
          </p:cNvPr>
          <p:cNvSpPr/>
          <p:nvPr/>
        </p:nvSpPr>
        <p:spPr>
          <a:xfrm>
            <a:off x="4800600" y="2529840"/>
            <a:ext cx="265176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Enough evidence to act?</a:t>
            </a:r>
          </a:p>
          <a:p>
            <a:pPr>
              <a:buNone/>
            </a:pPr>
            <a:r>
              <a:rPr lang="en-US" sz="1600">
                <a:solidFill>
                  <a:srgbClr val="F8FAFC"/>
                </a:solidFill>
                <a:effectLst/>
                <a:latin typeface="Calibri" panose="020F0502020204030204" pitchFamily="34" charset="0"/>
              </a:rPr>
              <a:t> </a:t>
            </a:r>
            <a:endParaRPr lang="en-US"/>
          </a:p>
        </p:txBody>
      </p:sp>
      <p:sp>
        <p:nvSpPr>
          <p:cNvPr id="85488" name="Rectangle 85487">
            <a:extLst>
              <a:ext uri="{FF2B5EF4-FFF2-40B4-BE49-F238E27FC236}">
                <a16:creationId xmlns:a16="http://schemas.microsoft.com/office/drawing/2014/main" id="{F4BC2D7B-3436-6232-E781-779BEA26FB21}"/>
              </a:ext>
            </a:extLst>
          </p:cNvPr>
          <p:cNvSpPr/>
          <p:nvPr/>
        </p:nvSpPr>
        <p:spPr>
          <a:xfrm>
            <a:off x="8549640" y="2209800"/>
            <a:ext cx="292608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86EFAC"/>
                </a:solidFill>
                <a:effectLst/>
                <a:latin typeface="Consolas" panose="020B0609020204030204" pitchFamily="49" charset="0"/>
              </a:rPr>
              <a:t>ACT</a:t>
            </a:r>
          </a:p>
          <a:p>
            <a:pPr>
              <a:buNone/>
            </a:pPr>
            <a:r>
              <a:rPr lang="en-US" sz="1400">
                <a:solidFill>
                  <a:srgbClr val="86EFAC"/>
                </a:solidFill>
                <a:effectLst/>
                <a:latin typeface="Consolas" panose="020B0609020204030204" pitchFamily="49" charset="0"/>
              </a:rPr>
              <a:t> </a:t>
            </a:r>
            <a:endParaRPr lang="en-US"/>
          </a:p>
        </p:txBody>
      </p:sp>
      <p:sp>
        <p:nvSpPr>
          <p:cNvPr id="85548" name="Rectangle 85547">
            <a:extLst>
              <a:ext uri="{FF2B5EF4-FFF2-40B4-BE49-F238E27FC236}">
                <a16:creationId xmlns:a16="http://schemas.microsoft.com/office/drawing/2014/main" id="{F92E1231-EDB7-1A8C-DF4D-799A4B3BA506}"/>
              </a:ext>
            </a:extLst>
          </p:cNvPr>
          <p:cNvSpPr/>
          <p:nvPr/>
        </p:nvSpPr>
        <p:spPr>
          <a:xfrm>
            <a:off x="8549640" y="2529840"/>
            <a:ext cx="292608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Change the signal</a:t>
            </a:r>
          </a:p>
          <a:p>
            <a:pPr>
              <a:buNone/>
            </a:pPr>
            <a:r>
              <a:rPr lang="en-US" sz="1600">
                <a:solidFill>
                  <a:srgbClr val="F8FAFC"/>
                </a:solidFill>
                <a:effectLst/>
                <a:latin typeface="Calibri" panose="020F0502020204030204" pitchFamily="34" charset="0"/>
              </a:rPr>
              <a:t> </a:t>
            </a:r>
            <a:endParaRPr lang="en-US"/>
          </a:p>
        </p:txBody>
      </p:sp>
      <p:sp>
        <p:nvSpPr>
          <p:cNvPr id="85609" name="Rectangle 85608">
            <a:extLst>
              <a:ext uri="{FF2B5EF4-FFF2-40B4-BE49-F238E27FC236}">
                <a16:creationId xmlns:a16="http://schemas.microsoft.com/office/drawing/2014/main" id="{EC85E418-242C-E1E8-7817-13AA6E6F88DD}"/>
              </a:ext>
            </a:extLst>
          </p:cNvPr>
          <p:cNvSpPr/>
          <p:nvPr/>
        </p:nvSpPr>
        <p:spPr>
          <a:xfrm>
            <a:off x="8549640" y="3032760"/>
            <a:ext cx="292608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WAIT</a:t>
            </a:r>
          </a:p>
          <a:p>
            <a:pPr>
              <a:buNone/>
            </a:pPr>
            <a:r>
              <a:rPr lang="en-US" sz="1400">
                <a:solidFill>
                  <a:srgbClr val="CBD5E1"/>
                </a:solidFill>
                <a:effectLst/>
                <a:latin typeface="Consolas" panose="020B0609020204030204" pitchFamily="49" charset="0"/>
              </a:rPr>
              <a:t> </a:t>
            </a:r>
            <a:endParaRPr lang="en-US"/>
          </a:p>
        </p:txBody>
      </p:sp>
      <p:sp>
        <p:nvSpPr>
          <p:cNvPr id="85671" name="Rectangle 85670">
            <a:extLst>
              <a:ext uri="{FF2B5EF4-FFF2-40B4-BE49-F238E27FC236}">
                <a16:creationId xmlns:a16="http://schemas.microsoft.com/office/drawing/2014/main" id="{8978CC62-0ADA-9F61-6607-13BE1B45B7B3}"/>
              </a:ext>
            </a:extLst>
          </p:cNvPr>
          <p:cNvSpPr/>
          <p:nvPr/>
        </p:nvSpPr>
        <p:spPr>
          <a:xfrm>
            <a:off x="8549640" y="3352800"/>
            <a:ext cx="292608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Keep watching</a:t>
            </a:r>
          </a:p>
          <a:p>
            <a:pPr>
              <a:buNone/>
            </a:pPr>
            <a:r>
              <a:rPr lang="en-US" sz="1600">
                <a:solidFill>
                  <a:srgbClr val="F8FAFC"/>
                </a:solidFill>
                <a:effectLst/>
                <a:latin typeface="Calibri" panose="020F0502020204030204" pitchFamily="34" charset="0"/>
              </a:rPr>
              <a:t> </a:t>
            </a:r>
            <a:endParaRPr lang="en-US"/>
          </a:p>
        </p:txBody>
      </p:sp>
      <p:sp>
        <p:nvSpPr>
          <p:cNvPr id="85734" name="Rectangle 85733">
            <a:extLst>
              <a:ext uri="{FF2B5EF4-FFF2-40B4-BE49-F238E27FC236}">
                <a16:creationId xmlns:a16="http://schemas.microsoft.com/office/drawing/2014/main" id="{BBF05CA9-39E7-090A-E44D-3BB4A2255E39}"/>
              </a:ext>
            </a:extLst>
          </p:cNvPr>
          <p:cNvSpPr/>
          <p:nvPr/>
        </p:nvSpPr>
        <p:spPr>
          <a:xfrm>
            <a:off x="548640" y="4358640"/>
            <a:ext cx="54864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PAIR TALK · 30 SECONDS</a:t>
            </a:r>
          </a:p>
          <a:p>
            <a:pPr>
              <a:buNone/>
            </a:pPr>
            <a:r>
              <a:rPr lang="en-US" sz="1400">
                <a:solidFill>
                  <a:srgbClr val="67E8F9"/>
                </a:solidFill>
                <a:effectLst/>
                <a:latin typeface="Consolas" panose="020B0609020204030204" pitchFamily="49" charset="0"/>
              </a:rPr>
              <a:t> </a:t>
            </a:r>
            <a:endParaRPr lang="en-US"/>
          </a:p>
        </p:txBody>
      </p:sp>
      <p:sp>
        <p:nvSpPr>
          <p:cNvPr id="85798" name="Rectangle 85797">
            <a:extLst>
              <a:ext uri="{FF2B5EF4-FFF2-40B4-BE49-F238E27FC236}">
                <a16:creationId xmlns:a16="http://schemas.microsoft.com/office/drawing/2014/main" id="{6AF3E263-6472-0381-5A78-DE0DC1334755}"/>
              </a:ext>
            </a:extLst>
          </p:cNvPr>
          <p:cNvSpPr/>
          <p:nvPr/>
        </p:nvSpPr>
        <p:spPr>
          <a:xfrm>
            <a:off x="548640" y="4632960"/>
            <a:ext cx="73152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800">
                <a:solidFill>
                  <a:srgbClr val="F8FAFC"/>
                </a:solidFill>
                <a:effectLst/>
                <a:latin typeface="Calibri" panose="020F0502020204030204" pitchFamily="34" charset="0"/>
              </a:rPr>
              <a:t>What could fool a sound-only detector?</a:t>
            </a:r>
          </a:p>
          <a:p>
            <a:pPr>
              <a:buNone/>
            </a:pPr>
            <a:r>
              <a:rPr lang="en-US" sz="1800">
                <a:solidFill>
                  <a:srgbClr val="F8FAFC"/>
                </a:solidFill>
                <a:effectLst/>
                <a:latin typeface="Calibri" panose="020F0502020204030204" pitchFamily="34" charset="0"/>
              </a:rPr>
              <a:t>What evidence would you trust before acting?</a:t>
            </a:r>
            <a:endParaRPr lang="en-US"/>
          </a:p>
        </p:txBody>
      </p:sp>
      <p:sp>
        <p:nvSpPr>
          <p:cNvPr id="85863" name="Rectangle 85862">
            <a:extLst>
              <a:ext uri="{FF2B5EF4-FFF2-40B4-BE49-F238E27FC236}">
                <a16:creationId xmlns:a16="http://schemas.microsoft.com/office/drawing/2014/main" id="{12FB3C60-2C34-3051-30CC-42B210484282}"/>
              </a:ext>
            </a:extLst>
          </p:cNvPr>
          <p:cNvSpPr/>
          <p:nvPr/>
        </p:nvSpPr>
        <p:spPr>
          <a:xfrm>
            <a:off x="8321040" y="4358640"/>
            <a:ext cx="3291840" cy="73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Classroom tabletop model only.</a:t>
            </a:r>
          </a:p>
          <a:p>
            <a:pPr>
              <a:buNone/>
            </a:pPr>
            <a:r>
              <a:rPr lang="en-US" sz="1400">
                <a:solidFill>
                  <a:srgbClr val="CBD5E1"/>
                </a:solidFill>
                <a:effectLst/>
                <a:latin typeface="Calibri" panose="020F0502020204030204" pitchFamily="34" charset="0"/>
              </a:rPr>
              <a:t>A button safely simulates the event.</a:t>
            </a:r>
            <a:endParaRPr lang="en-US"/>
          </a:p>
        </p:txBody>
      </p:sp>
      <p:sp>
        <p:nvSpPr>
          <p:cNvPr id="85929" name="Rectangle 85928">
            <a:extLst>
              <a:ext uri="{FF2B5EF4-FFF2-40B4-BE49-F238E27FC236}">
                <a16:creationId xmlns:a16="http://schemas.microsoft.com/office/drawing/2014/main" id="{F70BC60A-39C5-7307-F0FF-F7AD27B143D0}"/>
              </a:ext>
            </a:extLst>
          </p:cNvPr>
          <p:cNvSpPr/>
          <p:nvPr/>
        </p:nvSpPr>
        <p:spPr>
          <a:xfrm>
            <a:off x="548640" y="5879592"/>
            <a:ext cx="1109167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A loud sound is a clue, not an identity — the system must decide before it acts.</a:t>
            </a:r>
          </a:p>
          <a:p>
            <a:pPr>
              <a:buNone/>
            </a:pPr>
            <a:r>
              <a:rPr lang="en-US" sz="1400">
                <a:solidFill>
                  <a:srgbClr val="CBD5E1"/>
                </a:solidFill>
                <a:effectLst/>
                <a:latin typeface="Calibri" panose="020F0502020204030204" pitchFamily="34" charset="0"/>
              </a:rPr>
              <a:t> </a:t>
            </a:r>
            <a:endParaRPr lang="en-US"/>
          </a:p>
        </p:txBody>
      </p:sp>
    </p:spTree>
    <p:extLst>
      <p:ext uri="{BB962C8B-B14F-4D97-AF65-F5344CB8AC3E}">
        <p14:creationId xmlns:p14="http://schemas.microsoft.com/office/powerpoint/2010/main" val="3541133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86027" name="Rectangle 86026">
            <a:extLst>
              <a:ext uri="{FF2B5EF4-FFF2-40B4-BE49-F238E27FC236}">
                <a16:creationId xmlns:a16="http://schemas.microsoft.com/office/drawing/2014/main" id="{A634EF7A-B72B-2D82-E9FF-FCDFD8FF5197}"/>
              </a:ext>
            </a:extLst>
          </p:cNvPr>
          <p:cNvSpPr/>
          <p:nvPr/>
        </p:nvSpPr>
        <p:spPr>
          <a:xfrm>
            <a:off x="548640" y="621792"/>
            <a:ext cx="457200" cy="41148"/>
          </a:xfrm>
          <a:prstGeom prst="rect">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126" name="Rectangle 86125">
            <a:extLst>
              <a:ext uri="{FF2B5EF4-FFF2-40B4-BE49-F238E27FC236}">
                <a16:creationId xmlns:a16="http://schemas.microsoft.com/office/drawing/2014/main" id="{614BCDC2-DA67-C1CB-0B4C-72C9EE8C2B6D}"/>
              </a:ext>
            </a:extLst>
          </p:cNvPr>
          <p:cNvSpPr/>
          <p:nvPr/>
        </p:nvSpPr>
        <p:spPr>
          <a:xfrm>
            <a:off x="548640" y="2353056"/>
            <a:ext cx="11091672" cy="18288"/>
          </a:xfrm>
          <a:prstGeom prst="rect">
            <a:avLst/>
          </a:prstGeom>
          <a:solidFill>
            <a:srgbClr val="33415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226" name="Oval 86225">
            <a:extLst>
              <a:ext uri="{FF2B5EF4-FFF2-40B4-BE49-F238E27FC236}">
                <a16:creationId xmlns:a16="http://schemas.microsoft.com/office/drawing/2014/main" id="{7C0130F2-DD74-E4D2-BB57-43E24AB90234}"/>
              </a:ext>
            </a:extLst>
          </p:cNvPr>
          <p:cNvSpPr/>
          <p:nvPr/>
        </p:nvSpPr>
        <p:spPr>
          <a:xfrm>
            <a:off x="630936" y="2279904"/>
            <a:ext cx="164592" cy="164592"/>
          </a:xfrm>
          <a:prstGeom prst="ellipse">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327" name="Arrow: Right 86326">
            <a:extLst>
              <a:ext uri="{FF2B5EF4-FFF2-40B4-BE49-F238E27FC236}">
                <a16:creationId xmlns:a16="http://schemas.microsoft.com/office/drawing/2014/main" id="{E8611C80-AB61-2610-6CB4-E9FB51E7F4FA}"/>
              </a:ext>
            </a:extLst>
          </p:cNvPr>
          <p:cNvSpPr/>
          <p:nvPr/>
        </p:nvSpPr>
        <p:spPr>
          <a:xfrm>
            <a:off x="2818638" y="2279904"/>
            <a:ext cx="292608" cy="164592"/>
          </a:xfrm>
          <a:prstGeom prst="rightArrow">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429" name="Oval 86428">
            <a:extLst>
              <a:ext uri="{FF2B5EF4-FFF2-40B4-BE49-F238E27FC236}">
                <a16:creationId xmlns:a16="http://schemas.microsoft.com/office/drawing/2014/main" id="{F89367D2-E0DC-77D5-2B1D-92CBE607E1D8}"/>
              </a:ext>
            </a:extLst>
          </p:cNvPr>
          <p:cNvSpPr/>
          <p:nvPr/>
        </p:nvSpPr>
        <p:spPr>
          <a:xfrm>
            <a:off x="3403854" y="2279904"/>
            <a:ext cx="164592" cy="164592"/>
          </a:xfrm>
          <a:prstGeom prst="ellipse">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532" name="Arrow: Right 86531">
            <a:extLst>
              <a:ext uri="{FF2B5EF4-FFF2-40B4-BE49-F238E27FC236}">
                <a16:creationId xmlns:a16="http://schemas.microsoft.com/office/drawing/2014/main" id="{101EE05C-C102-97D2-EE19-E1B2C5DFF585}"/>
              </a:ext>
            </a:extLst>
          </p:cNvPr>
          <p:cNvSpPr/>
          <p:nvPr/>
        </p:nvSpPr>
        <p:spPr>
          <a:xfrm>
            <a:off x="5591556" y="2279904"/>
            <a:ext cx="292608" cy="164592"/>
          </a:xfrm>
          <a:prstGeom prst="rightArrow">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636" name="Oval 86635">
            <a:extLst>
              <a:ext uri="{FF2B5EF4-FFF2-40B4-BE49-F238E27FC236}">
                <a16:creationId xmlns:a16="http://schemas.microsoft.com/office/drawing/2014/main" id="{ED444DA7-66D6-1CEB-FD2D-C99E24A60990}"/>
              </a:ext>
            </a:extLst>
          </p:cNvPr>
          <p:cNvSpPr/>
          <p:nvPr/>
        </p:nvSpPr>
        <p:spPr>
          <a:xfrm>
            <a:off x="6176772" y="2279904"/>
            <a:ext cx="164592" cy="164592"/>
          </a:xfrm>
          <a:prstGeom prst="ellipse">
            <a:avLst/>
          </a:prstGeom>
          <a:solidFill>
            <a:srgbClr val="86EFA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741" name="Arrow: Right 86740">
            <a:extLst>
              <a:ext uri="{FF2B5EF4-FFF2-40B4-BE49-F238E27FC236}">
                <a16:creationId xmlns:a16="http://schemas.microsoft.com/office/drawing/2014/main" id="{14D4144B-9E2F-69F3-09E1-F0DA6325C397}"/>
              </a:ext>
            </a:extLst>
          </p:cNvPr>
          <p:cNvSpPr/>
          <p:nvPr/>
        </p:nvSpPr>
        <p:spPr>
          <a:xfrm>
            <a:off x="8364474" y="2279904"/>
            <a:ext cx="292608" cy="164592"/>
          </a:xfrm>
          <a:prstGeom prst="rightArrow">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847" name="Oval 86846">
            <a:extLst>
              <a:ext uri="{FF2B5EF4-FFF2-40B4-BE49-F238E27FC236}">
                <a16:creationId xmlns:a16="http://schemas.microsoft.com/office/drawing/2014/main" id="{DA1C2141-4F38-D19F-C7DA-E9F13CA1D0E9}"/>
              </a:ext>
            </a:extLst>
          </p:cNvPr>
          <p:cNvSpPr/>
          <p:nvPr/>
        </p:nvSpPr>
        <p:spPr>
          <a:xfrm>
            <a:off x="8949690" y="2279904"/>
            <a:ext cx="164592" cy="164592"/>
          </a:xfrm>
          <a:prstGeom prst="ellipse">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954" name="Rectangle 86953">
            <a:extLst>
              <a:ext uri="{FF2B5EF4-FFF2-40B4-BE49-F238E27FC236}">
                <a16:creationId xmlns:a16="http://schemas.microsoft.com/office/drawing/2014/main" id="{6E036EE2-7FBF-3AFE-E98D-5397B48AB1BA}"/>
              </a:ext>
            </a:extLst>
          </p:cNvPr>
          <p:cNvSpPr/>
          <p:nvPr/>
        </p:nvSpPr>
        <p:spPr>
          <a:xfrm>
            <a:off x="548640" y="3953256"/>
            <a:ext cx="11091672" cy="18288"/>
          </a:xfrm>
          <a:prstGeom prst="rect">
            <a:avLst/>
          </a:prstGeom>
          <a:solidFill>
            <a:srgbClr val="33415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062" name="Rectangle 87061">
            <a:extLst>
              <a:ext uri="{FF2B5EF4-FFF2-40B4-BE49-F238E27FC236}">
                <a16:creationId xmlns:a16="http://schemas.microsoft.com/office/drawing/2014/main" id="{E4374067-02B0-BC5A-0D85-00FC1B931D36}"/>
              </a:ext>
            </a:extLst>
          </p:cNvPr>
          <p:cNvSpPr/>
          <p:nvPr/>
        </p:nvSpPr>
        <p:spPr>
          <a:xfrm>
            <a:off x="1143000" y="411480"/>
            <a:ext cx="8595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PART 1 · INTRODUCTION · YOUR LEARNING JOURNEY
 </a:t>
            </a:r>
            <a:endParaRPr lang="en-US"/>
          </a:p>
        </p:txBody>
      </p:sp>
      <p:sp>
        <p:nvSpPr>
          <p:cNvPr id="87171" name="Rectangle 87170">
            <a:extLst>
              <a:ext uri="{FF2B5EF4-FFF2-40B4-BE49-F238E27FC236}">
                <a16:creationId xmlns:a16="http://schemas.microsoft.com/office/drawing/2014/main" id="{C95D17D6-9DA5-92F2-78AF-33A766F016B5}"/>
              </a:ext>
            </a:extLst>
          </p:cNvPr>
          <p:cNvSpPr/>
          <p:nvPr/>
        </p:nvSpPr>
        <p:spPr>
          <a:xfrm>
            <a:off x="10515600" y="411480"/>
            <a:ext cx="1124712"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onsolas" panose="020B0609020204030204" pitchFamily="49" charset="0"/>
              </a:rPr>
              <a:t>03 / 19</a:t>
            </a:r>
            <a:endParaRPr lang="en-US"/>
          </a:p>
        </p:txBody>
      </p:sp>
      <p:sp>
        <p:nvSpPr>
          <p:cNvPr id="87281" name="Rectangle 87280">
            <a:extLst>
              <a:ext uri="{FF2B5EF4-FFF2-40B4-BE49-F238E27FC236}">
                <a16:creationId xmlns:a16="http://schemas.microsoft.com/office/drawing/2014/main" id="{AF51E8A9-C41F-7AEA-E021-575D7F7F8561}"/>
              </a:ext>
            </a:extLst>
          </p:cNvPr>
          <p:cNvSpPr/>
          <p:nvPr/>
        </p:nvSpPr>
        <p:spPr>
          <a:xfrm>
            <a:off x="548640" y="822960"/>
            <a:ext cx="11091672" cy="853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3200">
                <a:solidFill>
                  <a:srgbClr val="F8FAFC"/>
                </a:solidFill>
                <a:effectLst/>
                <a:latin typeface="Calibri" panose="020F0502020204030204" pitchFamily="34" charset="0"/>
              </a:rPr>
              <a:t>One story for every project: sense, decide, act, communicate.</a:t>
            </a:r>
          </a:p>
          <a:p>
            <a:pPr>
              <a:buNone/>
            </a:pPr>
            <a:r>
              <a:rPr lang="en-US" sz="3200">
                <a:solidFill>
                  <a:srgbClr val="F8FAFC"/>
                </a:solidFill>
                <a:effectLst/>
                <a:latin typeface="Calibri" panose="020F0502020204030204" pitchFamily="34" charset="0"/>
              </a:rPr>
              <a:t> </a:t>
            </a:r>
            <a:endParaRPr lang="en-US"/>
          </a:p>
        </p:txBody>
      </p:sp>
      <p:sp>
        <p:nvSpPr>
          <p:cNvPr id="87392" name="Rectangle 87391">
            <a:extLst>
              <a:ext uri="{FF2B5EF4-FFF2-40B4-BE49-F238E27FC236}">
                <a16:creationId xmlns:a16="http://schemas.microsoft.com/office/drawing/2014/main" id="{7E13DE3E-2DDD-C09C-602B-F6F4A376027C}"/>
              </a:ext>
            </a:extLst>
          </p:cNvPr>
          <p:cNvSpPr/>
          <p:nvPr/>
        </p:nvSpPr>
        <p:spPr>
          <a:xfrm>
            <a:off x="594360" y="1630680"/>
            <a:ext cx="2498598"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01</a:t>
            </a:r>
          </a:p>
          <a:p>
            <a:pPr>
              <a:buNone/>
            </a:pPr>
            <a:r>
              <a:rPr lang="en-US" sz="1400">
                <a:solidFill>
                  <a:srgbClr val="67E8F9"/>
                </a:solidFill>
                <a:effectLst/>
                <a:latin typeface="Consolas" panose="020B0609020204030204" pitchFamily="49" charset="0"/>
              </a:rPr>
              <a:t> </a:t>
            </a:r>
            <a:endParaRPr lang="en-US"/>
          </a:p>
        </p:txBody>
      </p:sp>
      <p:sp>
        <p:nvSpPr>
          <p:cNvPr id="87504" name="Rectangle 87503">
            <a:extLst>
              <a:ext uri="{FF2B5EF4-FFF2-40B4-BE49-F238E27FC236}">
                <a16:creationId xmlns:a16="http://schemas.microsoft.com/office/drawing/2014/main" id="{76071091-CB97-D7C0-5EA7-6C2092FA6699}"/>
              </a:ext>
            </a:extLst>
          </p:cNvPr>
          <p:cNvSpPr/>
          <p:nvPr/>
        </p:nvSpPr>
        <p:spPr>
          <a:xfrm>
            <a:off x="594360" y="2545080"/>
            <a:ext cx="2498598" cy="762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2600">
                <a:solidFill>
                  <a:srgbClr val="F8FAFC"/>
                </a:solidFill>
                <a:effectLst/>
                <a:latin typeface="Calibri" panose="020F0502020204030204" pitchFamily="34" charset="0"/>
              </a:rPr>
              <a:t>Sense</a:t>
            </a:r>
          </a:p>
          <a:p>
            <a:pPr>
              <a:buNone/>
            </a:pPr>
            <a:r>
              <a:rPr lang="en-US" sz="2600">
                <a:solidFill>
                  <a:srgbClr val="F8FAFC"/>
                </a:solidFill>
                <a:effectLst/>
                <a:latin typeface="Calibri" panose="020F0502020204030204" pitchFamily="34" charset="0"/>
              </a:rPr>
              <a:t> </a:t>
            </a:r>
            <a:endParaRPr lang="en-US"/>
          </a:p>
        </p:txBody>
      </p:sp>
      <p:sp>
        <p:nvSpPr>
          <p:cNvPr id="87617" name="Rectangle 87616">
            <a:extLst>
              <a:ext uri="{FF2B5EF4-FFF2-40B4-BE49-F238E27FC236}">
                <a16:creationId xmlns:a16="http://schemas.microsoft.com/office/drawing/2014/main" id="{3A8E1227-7311-DA22-53CB-183D08FCFBF6}"/>
              </a:ext>
            </a:extLst>
          </p:cNvPr>
          <p:cNvSpPr/>
          <p:nvPr/>
        </p:nvSpPr>
        <p:spPr>
          <a:xfrm>
            <a:off x="594360" y="3048000"/>
            <a:ext cx="2498598"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Read an input: button, LDR, microphone</a:t>
            </a:r>
          </a:p>
          <a:p>
            <a:pPr>
              <a:buNone/>
            </a:pPr>
            <a:r>
              <a:rPr lang="en-US" sz="1400">
                <a:solidFill>
                  <a:srgbClr val="CBD5E1"/>
                </a:solidFill>
                <a:effectLst/>
                <a:latin typeface="Calibri" panose="020F0502020204030204" pitchFamily="34" charset="0"/>
              </a:rPr>
              <a:t> </a:t>
            </a:r>
            <a:endParaRPr lang="en-US"/>
          </a:p>
        </p:txBody>
      </p:sp>
      <p:sp>
        <p:nvSpPr>
          <p:cNvPr id="87731" name="Rectangle 87730">
            <a:extLst>
              <a:ext uri="{FF2B5EF4-FFF2-40B4-BE49-F238E27FC236}">
                <a16:creationId xmlns:a16="http://schemas.microsoft.com/office/drawing/2014/main" id="{B44CB7B1-36C8-0562-FFF1-9384C1D729C6}"/>
              </a:ext>
            </a:extLst>
          </p:cNvPr>
          <p:cNvSpPr/>
          <p:nvPr/>
        </p:nvSpPr>
        <p:spPr>
          <a:xfrm>
            <a:off x="3367278" y="1630680"/>
            <a:ext cx="2498598"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DBA74"/>
                </a:solidFill>
                <a:effectLst/>
                <a:latin typeface="Consolas" panose="020B0609020204030204" pitchFamily="49" charset="0"/>
              </a:rPr>
              <a:t>02</a:t>
            </a:r>
          </a:p>
          <a:p>
            <a:pPr>
              <a:buNone/>
            </a:pPr>
            <a:r>
              <a:rPr lang="en-US" sz="1400">
                <a:solidFill>
                  <a:srgbClr val="FDBA74"/>
                </a:solidFill>
                <a:effectLst/>
                <a:latin typeface="Consolas" panose="020B0609020204030204" pitchFamily="49" charset="0"/>
              </a:rPr>
              <a:t> </a:t>
            </a:r>
            <a:endParaRPr lang="en-US"/>
          </a:p>
        </p:txBody>
      </p:sp>
      <p:sp>
        <p:nvSpPr>
          <p:cNvPr id="87846" name="Rectangle 87845">
            <a:extLst>
              <a:ext uri="{FF2B5EF4-FFF2-40B4-BE49-F238E27FC236}">
                <a16:creationId xmlns:a16="http://schemas.microsoft.com/office/drawing/2014/main" id="{74A9333B-4D8A-9230-E08E-08B4F49D4FCF}"/>
              </a:ext>
            </a:extLst>
          </p:cNvPr>
          <p:cNvSpPr/>
          <p:nvPr/>
        </p:nvSpPr>
        <p:spPr>
          <a:xfrm>
            <a:off x="3367278" y="2545080"/>
            <a:ext cx="2498598" cy="762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2600">
                <a:solidFill>
                  <a:srgbClr val="F8FAFC"/>
                </a:solidFill>
                <a:effectLst/>
                <a:latin typeface="Calibri" panose="020F0502020204030204" pitchFamily="34" charset="0"/>
              </a:rPr>
              <a:t>Decide</a:t>
            </a:r>
          </a:p>
          <a:p>
            <a:pPr>
              <a:buNone/>
            </a:pPr>
            <a:r>
              <a:rPr lang="en-US" sz="2600">
                <a:solidFill>
                  <a:srgbClr val="F8FAFC"/>
                </a:solidFill>
                <a:effectLst/>
                <a:latin typeface="Calibri" panose="020F0502020204030204" pitchFamily="34" charset="0"/>
              </a:rPr>
              <a:t> </a:t>
            </a:r>
            <a:endParaRPr lang="en-US"/>
          </a:p>
        </p:txBody>
      </p:sp>
      <p:sp>
        <p:nvSpPr>
          <p:cNvPr id="87962" name="Rectangle 87961">
            <a:extLst>
              <a:ext uri="{FF2B5EF4-FFF2-40B4-BE49-F238E27FC236}">
                <a16:creationId xmlns:a16="http://schemas.microsoft.com/office/drawing/2014/main" id="{B567E949-4281-1C02-A794-2ABB0625BBF2}"/>
              </a:ext>
            </a:extLst>
          </p:cNvPr>
          <p:cNvSpPr/>
          <p:nvPr/>
        </p:nvSpPr>
        <p:spPr>
          <a:xfrm>
            <a:off x="3367278" y="3048000"/>
            <a:ext cx="2498598"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Apply a rule: a threshold or condition</a:t>
            </a:r>
          </a:p>
          <a:p>
            <a:pPr>
              <a:buNone/>
            </a:pPr>
            <a:r>
              <a:rPr lang="en-US" sz="1400">
                <a:solidFill>
                  <a:srgbClr val="CBD5E1"/>
                </a:solidFill>
                <a:effectLst/>
                <a:latin typeface="Calibri" panose="020F0502020204030204" pitchFamily="34" charset="0"/>
              </a:rPr>
              <a:t> </a:t>
            </a:r>
            <a:endParaRPr lang="en-US"/>
          </a:p>
        </p:txBody>
      </p:sp>
      <p:sp>
        <p:nvSpPr>
          <p:cNvPr id="88079" name="Rectangle 88078">
            <a:extLst>
              <a:ext uri="{FF2B5EF4-FFF2-40B4-BE49-F238E27FC236}">
                <a16:creationId xmlns:a16="http://schemas.microsoft.com/office/drawing/2014/main" id="{D2C3A1FC-545B-A461-3743-0B8B9D3C2241}"/>
              </a:ext>
            </a:extLst>
          </p:cNvPr>
          <p:cNvSpPr/>
          <p:nvPr/>
        </p:nvSpPr>
        <p:spPr>
          <a:xfrm>
            <a:off x="6140196" y="1630680"/>
            <a:ext cx="2498598"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86EFAC"/>
                </a:solidFill>
                <a:effectLst/>
                <a:latin typeface="Consolas" panose="020B0609020204030204" pitchFamily="49" charset="0"/>
              </a:rPr>
              <a:t>03</a:t>
            </a:r>
          </a:p>
          <a:p>
            <a:pPr>
              <a:buNone/>
            </a:pPr>
            <a:r>
              <a:rPr lang="en-US" sz="1400">
                <a:solidFill>
                  <a:srgbClr val="86EFAC"/>
                </a:solidFill>
                <a:effectLst/>
                <a:latin typeface="Consolas" panose="020B0609020204030204" pitchFamily="49" charset="0"/>
              </a:rPr>
              <a:t> </a:t>
            </a:r>
            <a:endParaRPr lang="en-US"/>
          </a:p>
        </p:txBody>
      </p:sp>
      <p:sp>
        <p:nvSpPr>
          <p:cNvPr id="88197" name="Rectangle 88196">
            <a:extLst>
              <a:ext uri="{FF2B5EF4-FFF2-40B4-BE49-F238E27FC236}">
                <a16:creationId xmlns:a16="http://schemas.microsoft.com/office/drawing/2014/main" id="{4E4850ED-3289-592A-903A-18CD29DC347D}"/>
              </a:ext>
            </a:extLst>
          </p:cNvPr>
          <p:cNvSpPr/>
          <p:nvPr/>
        </p:nvSpPr>
        <p:spPr>
          <a:xfrm>
            <a:off x="6140196" y="2545080"/>
            <a:ext cx="2498598" cy="762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2600">
                <a:solidFill>
                  <a:srgbClr val="F8FAFC"/>
                </a:solidFill>
                <a:effectLst/>
                <a:latin typeface="Calibri" panose="020F0502020204030204" pitchFamily="34" charset="0"/>
              </a:rPr>
              <a:t>Act</a:t>
            </a:r>
          </a:p>
          <a:p>
            <a:pPr>
              <a:buNone/>
            </a:pPr>
            <a:r>
              <a:rPr lang="en-US" sz="2600">
                <a:solidFill>
                  <a:srgbClr val="F8FAFC"/>
                </a:solidFill>
                <a:effectLst/>
                <a:latin typeface="Calibri" panose="020F0502020204030204" pitchFamily="34" charset="0"/>
              </a:rPr>
              <a:t> </a:t>
            </a:r>
            <a:endParaRPr lang="en-US"/>
          </a:p>
        </p:txBody>
      </p:sp>
      <p:sp>
        <p:nvSpPr>
          <p:cNvPr id="88316" name="Rectangle 88315">
            <a:extLst>
              <a:ext uri="{FF2B5EF4-FFF2-40B4-BE49-F238E27FC236}">
                <a16:creationId xmlns:a16="http://schemas.microsoft.com/office/drawing/2014/main" id="{C2170EB1-AC2C-607B-1D1B-AFB5AA5D0052}"/>
              </a:ext>
            </a:extLst>
          </p:cNvPr>
          <p:cNvSpPr/>
          <p:nvPr/>
        </p:nvSpPr>
        <p:spPr>
          <a:xfrm>
            <a:off x="6140196" y="3048000"/>
            <a:ext cx="2498598"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Drive an output: LED, buzzer, servo</a:t>
            </a:r>
          </a:p>
          <a:p>
            <a:pPr>
              <a:buNone/>
            </a:pPr>
            <a:r>
              <a:rPr lang="en-US" sz="1400">
                <a:solidFill>
                  <a:srgbClr val="CBD5E1"/>
                </a:solidFill>
                <a:effectLst/>
                <a:latin typeface="Calibri" panose="020F0502020204030204" pitchFamily="34" charset="0"/>
              </a:rPr>
              <a:t> </a:t>
            </a:r>
            <a:endParaRPr lang="en-US"/>
          </a:p>
        </p:txBody>
      </p:sp>
      <p:sp>
        <p:nvSpPr>
          <p:cNvPr id="88436" name="Rectangle 88435">
            <a:extLst>
              <a:ext uri="{FF2B5EF4-FFF2-40B4-BE49-F238E27FC236}">
                <a16:creationId xmlns:a16="http://schemas.microsoft.com/office/drawing/2014/main" id="{CC93B049-D879-428B-BF6D-2EA36DD68539}"/>
              </a:ext>
            </a:extLst>
          </p:cNvPr>
          <p:cNvSpPr/>
          <p:nvPr/>
        </p:nvSpPr>
        <p:spPr>
          <a:xfrm>
            <a:off x="8913114" y="1630680"/>
            <a:ext cx="2498598"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4B5FD"/>
                </a:solidFill>
                <a:effectLst/>
                <a:latin typeface="Consolas" panose="020B0609020204030204" pitchFamily="49" charset="0"/>
              </a:rPr>
              <a:t>04</a:t>
            </a:r>
          </a:p>
          <a:p>
            <a:pPr>
              <a:buNone/>
            </a:pPr>
            <a:r>
              <a:rPr lang="en-US" sz="1400">
                <a:solidFill>
                  <a:srgbClr val="C4B5FD"/>
                </a:solidFill>
                <a:effectLst/>
                <a:latin typeface="Consolas" panose="020B0609020204030204" pitchFamily="49" charset="0"/>
              </a:rPr>
              <a:t> </a:t>
            </a:r>
            <a:endParaRPr lang="en-US"/>
          </a:p>
        </p:txBody>
      </p:sp>
      <p:sp>
        <p:nvSpPr>
          <p:cNvPr id="88557" name="Rectangle 88556">
            <a:extLst>
              <a:ext uri="{FF2B5EF4-FFF2-40B4-BE49-F238E27FC236}">
                <a16:creationId xmlns:a16="http://schemas.microsoft.com/office/drawing/2014/main" id="{4208B08D-E0F5-C100-BE5C-8D1405D83874}"/>
              </a:ext>
            </a:extLst>
          </p:cNvPr>
          <p:cNvSpPr/>
          <p:nvPr/>
        </p:nvSpPr>
        <p:spPr>
          <a:xfrm>
            <a:off x="8913114" y="2545080"/>
            <a:ext cx="2498598" cy="762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2600">
                <a:solidFill>
                  <a:srgbClr val="F8FAFC"/>
                </a:solidFill>
                <a:effectLst/>
                <a:latin typeface="Calibri" panose="020F0502020204030204" pitchFamily="34" charset="0"/>
              </a:rPr>
              <a:t>Communicate</a:t>
            </a:r>
          </a:p>
          <a:p>
            <a:pPr>
              <a:buNone/>
            </a:pPr>
            <a:r>
              <a:rPr lang="en-US" sz="2600">
                <a:solidFill>
                  <a:srgbClr val="F8FAFC"/>
                </a:solidFill>
                <a:effectLst/>
                <a:latin typeface="Calibri" panose="020F0502020204030204" pitchFamily="34" charset="0"/>
              </a:rPr>
              <a:t> </a:t>
            </a:r>
            <a:endParaRPr lang="en-US"/>
          </a:p>
        </p:txBody>
      </p:sp>
      <p:sp>
        <p:nvSpPr>
          <p:cNvPr id="88679" name="Rectangle 88678">
            <a:extLst>
              <a:ext uri="{FF2B5EF4-FFF2-40B4-BE49-F238E27FC236}">
                <a16:creationId xmlns:a16="http://schemas.microsoft.com/office/drawing/2014/main" id="{8479718A-96DB-0F9B-DA86-E8E8186F2FF5}"/>
              </a:ext>
            </a:extLst>
          </p:cNvPr>
          <p:cNvSpPr/>
          <p:nvPr/>
        </p:nvSpPr>
        <p:spPr>
          <a:xfrm>
            <a:off x="8913114" y="3048000"/>
            <a:ext cx="2498598"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Share a useful status: display, Wi-Fi</a:t>
            </a:r>
          </a:p>
          <a:p>
            <a:pPr>
              <a:buNone/>
            </a:pPr>
            <a:r>
              <a:rPr lang="en-US" sz="1400">
                <a:solidFill>
                  <a:srgbClr val="CBD5E1"/>
                </a:solidFill>
                <a:effectLst/>
                <a:latin typeface="Calibri" panose="020F0502020204030204" pitchFamily="34" charset="0"/>
              </a:rPr>
              <a:t> </a:t>
            </a:r>
            <a:endParaRPr lang="en-US"/>
          </a:p>
        </p:txBody>
      </p:sp>
      <p:sp>
        <p:nvSpPr>
          <p:cNvPr id="88802" name="Rectangle 88801">
            <a:extLst>
              <a:ext uri="{FF2B5EF4-FFF2-40B4-BE49-F238E27FC236}">
                <a16:creationId xmlns:a16="http://schemas.microsoft.com/office/drawing/2014/main" id="{3DEC6E01-4F37-80B7-A7E8-4DF7B7ECA99A}"/>
              </a:ext>
            </a:extLst>
          </p:cNvPr>
          <p:cNvSpPr/>
          <p:nvPr/>
        </p:nvSpPr>
        <p:spPr>
          <a:xfrm>
            <a:off x="548640" y="4099560"/>
            <a:ext cx="27432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TRAFFIC SIGNAL MODEL</a:t>
            </a:r>
          </a:p>
          <a:p>
            <a:pPr>
              <a:buNone/>
            </a:pPr>
            <a:r>
              <a:rPr lang="en-US" sz="1400">
                <a:solidFill>
                  <a:srgbClr val="CBD5E1"/>
                </a:solidFill>
                <a:effectLst/>
                <a:latin typeface="Consolas" panose="020B0609020204030204" pitchFamily="49" charset="0"/>
              </a:rPr>
              <a:t> </a:t>
            </a:r>
            <a:endParaRPr lang="en-US"/>
          </a:p>
        </p:txBody>
      </p:sp>
      <p:sp>
        <p:nvSpPr>
          <p:cNvPr id="88926" name="Rectangle 88925">
            <a:extLst>
              <a:ext uri="{FF2B5EF4-FFF2-40B4-BE49-F238E27FC236}">
                <a16:creationId xmlns:a16="http://schemas.microsoft.com/office/drawing/2014/main" id="{F168EB1C-1D43-B7E8-2739-87A6F5764861}"/>
              </a:ext>
            </a:extLst>
          </p:cNvPr>
          <p:cNvSpPr/>
          <p:nvPr/>
        </p:nvSpPr>
        <p:spPr>
          <a:xfrm>
            <a:off x="3291840" y="4099560"/>
            <a:ext cx="832104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Button (simulated ambulance) → rule → LED pattern changes → status shared</a:t>
            </a:r>
          </a:p>
          <a:p>
            <a:pPr>
              <a:buNone/>
            </a:pPr>
            <a:r>
              <a:rPr lang="en-US" sz="1600">
                <a:solidFill>
                  <a:srgbClr val="F8FAFC"/>
                </a:solidFill>
                <a:effectLst/>
                <a:latin typeface="Calibri" panose="020F0502020204030204" pitchFamily="34" charset="0"/>
              </a:rPr>
              <a:t> </a:t>
            </a:r>
            <a:endParaRPr lang="en-US"/>
          </a:p>
        </p:txBody>
      </p:sp>
      <p:sp>
        <p:nvSpPr>
          <p:cNvPr id="89051" name="Rectangle 89050">
            <a:extLst>
              <a:ext uri="{FF2B5EF4-FFF2-40B4-BE49-F238E27FC236}">
                <a16:creationId xmlns:a16="http://schemas.microsoft.com/office/drawing/2014/main" id="{E99C32F7-E8B4-826E-3C66-2435DFDFA4FB}"/>
              </a:ext>
            </a:extLst>
          </p:cNvPr>
          <p:cNvSpPr/>
          <p:nvPr/>
        </p:nvSpPr>
        <p:spPr>
          <a:xfrm>
            <a:off x="548640" y="4511040"/>
            <a:ext cx="27432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SMART ALARM</a:t>
            </a:r>
          </a:p>
          <a:p>
            <a:pPr>
              <a:buNone/>
            </a:pPr>
            <a:r>
              <a:rPr lang="en-US" sz="1400">
                <a:solidFill>
                  <a:srgbClr val="CBD5E1"/>
                </a:solidFill>
                <a:effectLst/>
                <a:latin typeface="Consolas" panose="020B0609020204030204" pitchFamily="49" charset="0"/>
              </a:rPr>
              <a:t> </a:t>
            </a:r>
            <a:endParaRPr lang="en-US"/>
          </a:p>
        </p:txBody>
      </p:sp>
      <p:sp>
        <p:nvSpPr>
          <p:cNvPr id="89177" name="Rectangle 89176">
            <a:extLst>
              <a:ext uri="{FF2B5EF4-FFF2-40B4-BE49-F238E27FC236}">
                <a16:creationId xmlns:a16="http://schemas.microsoft.com/office/drawing/2014/main" id="{5B17BB31-7E55-C3E4-6435-535609EC80EE}"/>
              </a:ext>
            </a:extLst>
          </p:cNvPr>
          <p:cNvSpPr/>
          <p:nvPr/>
        </p:nvSpPr>
        <p:spPr>
          <a:xfrm>
            <a:off x="3291840" y="4511040"/>
            <a:ext cx="832104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Potentiometer threshold → rule → buzzer sounds → reading shown on a display</a:t>
            </a:r>
          </a:p>
          <a:p>
            <a:pPr>
              <a:buNone/>
            </a:pPr>
            <a:r>
              <a:rPr lang="en-US" sz="1600">
                <a:solidFill>
                  <a:srgbClr val="F8FAFC"/>
                </a:solidFill>
                <a:effectLst/>
                <a:latin typeface="Calibri" panose="020F0502020204030204" pitchFamily="34" charset="0"/>
              </a:rPr>
              <a:t> </a:t>
            </a:r>
            <a:endParaRPr lang="en-US"/>
          </a:p>
        </p:txBody>
      </p:sp>
      <p:sp>
        <p:nvSpPr>
          <p:cNvPr id="89304" name="Rectangle 89303">
            <a:extLst>
              <a:ext uri="{FF2B5EF4-FFF2-40B4-BE49-F238E27FC236}">
                <a16:creationId xmlns:a16="http://schemas.microsoft.com/office/drawing/2014/main" id="{410D17CF-2C49-5508-6741-621E9AE429DB}"/>
              </a:ext>
            </a:extLst>
          </p:cNvPr>
          <p:cNvSpPr/>
          <p:nvPr/>
        </p:nvSpPr>
        <p:spPr>
          <a:xfrm>
            <a:off x="548640" y="5879592"/>
            <a:ext cx="1109167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Connectivity extends the loop; useful behaviour never depends on it.</a:t>
            </a:r>
          </a:p>
          <a:p>
            <a:pPr>
              <a:buNone/>
            </a:pPr>
            <a:r>
              <a:rPr lang="en-US" sz="1400">
                <a:solidFill>
                  <a:srgbClr val="CBD5E1"/>
                </a:solidFill>
                <a:effectLst/>
                <a:latin typeface="Calibri" panose="020F0502020204030204" pitchFamily="34" charset="0"/>
              </a:rPr>
              <a:t> </a:t>
            </a:r>
            <a:endParaRPr lang="en-US"/>
          </a:p>
        </p:txBody>
      </p:sp>
    </p:spTree>
    <p:extLst>
      <p:ext uri="{BB962C8B-B14F-4D97-AF65-F5344CB8AC3E}">
        <p14:creationId xmlns:p14="http://schemas.microsoft.com/office/powerpoint/2010/main" val="1763520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89331" name="Rectangle 89330">
            <a:extLst>
              <a:ext uri="{FF2B5EF4-FFF2-40B4-BE49-F238E27FC236}">
                <a16:creationId xmlns:a16="http://schemas.microsoft.com/office/drawing/2014/main" id="{27D812D8-A60F-1FDB-5C8A-0AF19DD5193D}"/>
              </a:ext>
            </a:extLst>
          </p:cNvPr>
          <p:cNvSpPr/>
          <p:nvPr/>
        </p:nvSpPr>
        <p:spPr>
          <a:xfrm>
            <a:off x="548640" y="621792"/>
            <a:ext cx="457200" cy="41148"/>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359" name="Rectangle 89358">
            <a:extLst>
              <a:ext uri="{FF2B5EF4-FFF2-40B4-BE49-F238E27FC236}">
                <a16:creationId xmlns:a16="http://schemas.microsoft.com/office/drawing/2014/main" id="{D1B2E91F-2B64-7693-6384-D538DC3EFF9A}"/>
              </a:ext>
            </a:extLst>
          </p:cNvPr>
          <p:cNvSpPr/>
          <p:nvPr/>
        </p:nvSpPr>
        <p:spPr>
          <a:xfrm>
            <a:off x="5980176" y="2164080"/>
            <a:ext cx="18288" cy="3246120"/>
          </a:xfrm>
          <a:prstGeom prst="rect">
            <a:avLst/>
          </a:prstGeom>
          <a:solidFill>
            <a:srgbClr val="33415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388" name="Rectangle 89387">
            <a:extLst>
              <a:ext uri="{FF2B5EF4-FFF2-40B4-BE49-F238E27FC236}">
                <a16:creationId xmlns:a16="http://schemas.microsoft.com/office/drawing/2014/main" id="{02C05DD9-6735-DDCE-2A1A-3CCA65F9D7D4}"/>
              </a:ext>
            </a:extLst>
          </p:cNvPr>
          <p:cNvSpPr/>
          <p:nvPr/>
        </p:nvSpPr>
        <p:spPr>
          <a:xfrm>
            <a:off x="548640" y="3736848"/>
            <a:ext cx="5120640" cy="18288"/>
          </a:xfrm>
          <a:prstGeom prst="rect">
            <a:avLst/>
          </a:prstGeom>
          <a:solidFill>
            <a:srgbClr val="33415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418" name="Rectangle 89417">
            <a:extLst>
              <a:ext uri="{FF2B5EF4-FFF2-40B4-BE49-F238E27FC236}">
                <a16:creationId xmlns:a16="http://schemas.microsoft.com/office/drawing/2014/main" id="{18061308-9E2E-41E5-8511-27133F1E750D}"/>
              </a:ext>
            </a:extLst>
          </p:cNvPr>
          <p:cNvSpPr/>
          <p:nvPr/>
        </p:nvSpPr>
        <p:spPr>
          <a:xfrm>
            <a:off x="548640" y="4514088"/>
            <a:ext cx="5120640" cy="18288"/>
          </a:xfrm>
          <a:prstGeom prst="rect">
            <a:avLst/>
          </a:prstGeom>
          <a:solidFill>
            <a:srgbClr val="33415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449" name="Rectangle 89448">
            <a:extLst>
              <a:ext uri="{FF2B5EF4-FFF2-40B4-BE49-F238E27FC236}">
                <a16:creationId xmlns:a16="http://schemas.microsoft.com/office/drawing/2014/main" id="{C448DEEC-C73F-92D7-3B60-F0249994776A}"/>
              </a:ext>
            </a:extLst>
          </p:cNvPr>
          <p:cNvSpPr/>
          <p:nvPr/>
        </p:nvSpPr>
        <p:spPr>
          <a:xfrm>
            <a:off x="6309360" y="3736848"/>
            <a:ext cx="5330952" cy="18288"/>
          </a:xfrm>
          <a:prstGeom prst="rect">
            <a:avLst/>
          </a:prstGeom>
          <a:solidFill>
            <a:srgbClr val="33415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481" name="Rectangle 89480">
            <a:extLst>
              <a:ext uri="{FF2B5EF4-FFF2-40B4-BE49-F238E27FC236}">
                <a16:creationId xmlns:a16="http://schemas.microsoft.com/office/drawing/2014/main" id="{FB6E5BD4-958F-ED66-31BA-A0D0CC062A04}"/>
              </a:ext>
            </a:extLst>
          </p:cNvPr>
          <p:cNvSpPr/>
          <p:nvPr/>
        </p:nvSpPr>
        <p:spPr>
          <a:xfrm>
            <a:off x="6309360" y="4514088"/>
            <a:ext cx="5330952" cy="18288"/>
          </a:xfrm>
          <a:prstGeom prst="rect">
            <a:avLst/>
          </a:prstGeom>
          <a:solidFill>
            <a:srgbClr val="33415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514" name="Rectangle 89513">
            <a:extLst>
              <a:ext uri="{FF2B5EF4-FFF2-40B4-BE49-F238E27FC236}">
                <a16:creationId xmlns:a16="http://schemas.microsoft.com/office/drawing/2014/main" id="{B33585A1-1C2D-C914-4CC7-67069A52B63C}"/>
              </a:ext>
            </a:extLst>
          </p:cNvPr>
          <p:cNvSpPr/>
          <p:nvPr/>
        </p:nvSpPr>
        <p:spPr>
          <a:xfrm>
            <a:off x="1143000" y="411480"/>
            <a:ext cx="8595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PART 1 · INTRODUCTION · HOW CAN A SMALL DEVICE DO SO MUCH?
 </a:t>
            </a:r>
            <a:endParaRPr lang="en-US"/>
          </a:p>
        </p:txBody>
      </p:sp>
      <p:sp>
        <p:nvSpPr>
          <p:cNvPr id="89548" name="Rectangle 89547">
            <a:extLst>
              <a:ext uri="{FF2B5EF4-FFF2-40B4-BE49-F238E27FC236}">
                <a16:creationId xmlns:a16="http://schemas.microsoft.com/office/drawing/2014/main" id="{7ABF1B43-17FC-A2B8-C14D-61B3E5CB17F0}"/>
              </a:ext>
            </a:extLst>
          </p:cNvPr>
          <p:cNvSpPr/>
          <p:nvPr/>
        </p:nvSpPr>
        <p:spPr>
          <a:xfrm>
            <a:off x="10515600" y="411480"/>
            <a:ext cx="1124712"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onsolas" panose="020B0609020204030204" pitchFamily="49" charset="0"/>
              </a:rPr>
              <a:t>04 / 19</a:t>
            </a:r>
            <a:endParaRPr lang="en-US"/>
          </a:p>
        </p:txBody>
      </p:sp>
      <p:sp>
        <p:nvSpPr>
          <p:cNvPr id="89583" name="Rectangle 89582">
            <a:extLst>
              <a:ext uri="{FF2B5EF4-FFF2-40B4-BE49-F238E27FC236}">
                <a16:creationId xmlns:a16="http://schemas.microsoft.com/office/drawing/2014/main" id="{12E7919D-655F-3605-DEBD-7BB1073D2837}"/>
              </a:ext>
            </a:extLst>
          </p:cNvPr>
          <p:cNvSpPr/>
          <p:nvPr/>
        </p:nvSpPr>
        <p:spPr>
          <a:xfrm>
            <a:off x="548640" y="822960"/>
            <a:ext cx="11091672"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3200">
                <a:solidFill>
                  <a:srgbClr val="F8FAFC"/>
                </a:solidFill>
                <a:effectLst/>
                <a:latin typeface="Calibri" panose="020F0502020204030204" pitchFamily="34" charset="0"/>
              </a:rPr>
              <a:t>A microcontroller is built for one physical job;</a:t>
            </a:r>
          </a:p>
          <a:p>
            <a:pPr>
              <a:buNone/>
            </a:pPr>
            <a:r>
              <a:rPr lang="en-US" sz="3200">
                <a:solidFill>
                  <a:srgbClr val="F8FAFC"/>
                </a:solidFill>
                <a:effectLst/>
                <a:latin typeface="Calibri" panose="020F0502020204030204" pitchFamily="34" charset="0"/>
              </a:rPr>
              <a:t>a computer for many.</a:t>
            </a:r>
            <a:endParaRPr lang="en-US"/>
          </a:p>
        </p:txBody>
      </p:sp>
      <p:sp>
        <p:nvSpPr>
          <p:cNvPr id="89619" name="Rectangle 89618">
            <a:extLst>
              <a:ext uri="{FF2B5EF4-FFF2-40B4-BE49-F238E27FC236}">
                <a16:creationId xmlns:a16="http://schemas.microsoft.com/office/drawing/2014/main" id="{A2DACAB4-CC81-DF31-4D06-DCEB28479BB1}"/>
              </a:ext>
            </a:extLst>
          </p:cNvPr>
          <p:cNvSpPr/>
          <p:nvPr/>
        </p:nvSpPr>
        <p:spPr>
          <a:xfrm>
            <a:off x="548640" y="2118360"/>
            <a:ext cx="512064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DBA74"/>
                </a:solidFill>
                <a:effectLst/>
                <a:latin typeface="Consolas" panose="020B0609020204030204" pitchFamily="49" charset="0"/>
              </a:rPr>
              <a:t>MICROCONTROLLER · ESP32</a:t>
            </a:r>
          </a:p>
          <a:p>
            <a:pPr>
              <a:buNone/>
            </a:pPr>
            <a:r>
              <a:rPr lang="en-US" sz="1400">
                <a:solidFill>
                  <a:srgbClr val="FDBA74"/>
                </a:solidFill>
                <a:effectLst/>
                <a:latin typeface="Consolas" panose="020B0609020204030204" pitchFamily="49" charset="0"/>
              </a:rPr>
              <a:t> </a:t>
            </a:r>
            <a:endParaRPr lang="en-US"/>
          </a:p>
        </p:txBody>
      </p:sp>
      <p:sp>
        <p:nvSpPr>
          <p:cNvPr id="89656" name="Rectangle 89655">
            <a:extLst>
              <a:ext uri="{FF2B5EF4-FFF2-40B4-BE49-F238E27FC236}">
                <a16:creationId xmlns:a16="http://schemas.microsoft.com/office/drawing/2014/main" id="{0F8C7C1D-61CA-AB13-81BD-216E69C0F364}"/>
              </a:ext>
            </a:extLst>
          </p:cNvPr>
          <p:cNvSpPr/>
          <p:nvPr/>
        </p:nvSpPr>
        <p:spPr>
          <a:xfrm>
            <a:off x="548640" y="2392680"/>
            <a:ext cx="512064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2200">
                <a:solidFill>
                  <a:srgbClr val="F8FAFC"/>
                </a:solidFill>
                <a:effectLst/>
                <a:latin typeface="Calibri" panose="020F0502020204030204" pitchFamily="34" charset="0"/>
              </a:rPr>
              <a:t>The dedicated lab assistant</a:t>
            </a:r>
          </a:p>
          <a:p>
            <a:pPr>
              <a:buNone/>
            </a:pPr>
            <a:r>
              <a:rPr lang="en-US" sz="2200">
                <a:solidFill>
                  <a:srgbClr val="F8FAFC"/>
                </a:solidFill>
                <a:effectLst/>
                <a:latin typeface="Calibri" panose="020F0502020204030204" pitchFamily="34" charset="0"/>
              </a:rPr>
              <a:t> </a:t>
            </a:r>
            <a:endParaRPr lang="en-US"/>
          </a:p>
        </p:txBody>
      </p:sp>
      <p:sp>
        <p:nvSpPr>
          <p:cNvPr id="89694" name="Rectangle 89693">
            <a:extLst>
              <a:ext uri="{FF2B5EF4-FFF2-40B4-BE49-F238E27FC236}">
                <a16:creationId xmlns:a16="http://schemas.microsoft.com/office/drawing/2014/main" id="{02D67011-A95D-82DA-507A-D237A9D33FEF}"/>
              </a:ext>
            </a:extLst>
          </p:cNvPr>
          <p:cNvSpPr/>
          <p:nvPr/>
        </p:nvSpPr>
        <p:spPr>
          <a:xfrm>
            <a:off x="548640" y="2987040"/>
            <a:ext cx="512064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JOB</a:t>
            </a:r>
          </a:p>
          <a:p>
            <a:pPr>
              <a:buNone/>
            </a:pPr>
            <a:r>
              <a:rPr lang="en-US" sz="1400">
                <a:solidFill>
                  <a:srgbClr val="CBD5E1"/>
                </a:solidFill>
                <a:effectLst/>
                <a:latin typeface="Consolas" panose="020B0609020204030204" pitchFamily="49" charset="0"/>
              </a:rPr>
              <a:t> </a:t>
            </a:r>
            <a:endParaRPr lang="en-US"/>
          </a:p>
        </p:txBody>
      </p:sp>
      <p:sp>
        <p:nvSpPr>
          <p:cNvPr id="89733" name="Rectangle 89732">
            <a:extLst>
              <a:ext uri="{FF2B5EF4-FFF2-40B4-BE49-F238E27FC236}">
                <a16:creationId xmlns:a16="http://schemas.microsoft.com/office/drawing/2014/main" id="{CABB0D42-5652-565F-74D8-03B366A5904E}"/>
              </a:ext>
            </a:extLst>
          </p:cNvPr>
          <p:cNvSpPr/>
          <p:nvPr/>
        </p:nvSpPr>
        <p:spPr>
          <a:xfrm>
            <a:off x="548640" y="3233928"/>
            <a:ext cx="512064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Runs one focused program, all the time</a:t>
            </a:r>
          </a:p>
          <a:p>
            <a:pPr>
              <a:buNone/>
            </a:pPr>
            <a:r>
              <a:rPr lang="en-US" sz="1600">
                <a:solidFill>
                  <a:srgbClr val="F8FAFC"/>
                </a:solidFill>
                <a:effectLst/>
                <a:latin typeface="Calibri" panose="020F0502020204030204" pitchFamily="34" charset="0"/>
              </a:rPr>
              <a:t> </a:t>
            </a:r>
            <a:endParaRPr lang="en-US"/>
          </a:p>
        </p:txBody>
      </p:sp>
      <p:sp>
        <p:nvSpPr>
          <p:cNvPr id="89773" name="Rectangle 89772">
            <a:extLst>
              <a:ext uri="{FF2B5EF4-FFF2-40B4-BE49-F238E27FC236}">
                <a16:creationId xmlns:a16="http://schemas.microsoft.com/office/drawing/2014/main" id="{E3049923-D98F-93FB-45D6-CC4FEC76ED08}"/>
              </a:ext>
            </a:extLst>
          </p:cNvPr>
          <p:cNvSpPr/>
          <p:nvPr/>
        </p:nvSpPr>
        <p:spPr>
          <a:xfrm>
            <a:off x="548640" y="3764280"/>
            <a:ext cx="512064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TALKS TO</a:t>
            </a:r>
          </a:p>
          <a:p>
            <a:pPr>
              <a:buNone/>
            </a:pPr>
            <a:r>
              <a:rPr lang="en-US" sz="1400">
                <a:solidFill>
                  <a:srgbClr val="CBD5E1"/>
                </a:solidFill>
                <a:effectLst/>
                <a:latin typeface="Consolas" panose="020B0609020204030204" pitchFamily="49" charset="0"/>
              </a:rPr>
              <a:t> </a:t>
            </a:r>
            <a:endParaRPr lang="en-US"/>
          </a:p>
        </p:txBody>
      </p:sp>
      <p:sp>
        <p:nvSpPr>
          <p:cNvPr id="89814" name="Rectangle 89813">
            <a:extLst>
              <a:ext uri="{FF2B5EF4-FFF2-40B4-BE49-F238E27FC236}">
                <a16:creationId xmlns:a16="http://schemas.microsoft.com/office/drawing/2014/main" id="{62176130-6723-7821-42B0-76804F5ABDE9}"/>
              </a:ext>
            </a:extLst>
          </p:cNvPr>
          <p:cNvSpPr/>
          <p:nvPr/>
        </p:nvSpPr>
        <p:spPr>
          <a:xfrm>
            <a:off x="548640" y="4011168"/>
            <a:ext cx="512064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Sensors and actuators, through its pins</a:t>
            </a:r>
          </a:p>
          <a:p>
            <a:pPr>
              <a:buNone/>
            </a:pPr>
            <a:r>
              <a:rPr lang="en-US" sz="1600">
                <a:solidFill>
                  <a:srgbClr val="F8FAFC"/>
                </a:solidFill>
                <a:effectLst/>
                <a:latin typeface="Calibri" panose="020F0502020204030204" pitchFamily="34" charset="0"/>
              </a:rPr>
              <a:t> </a:t>
            </a:r>
            <a:endParaRPr lang="en-US"/>
          </a:p>
        </p:txBody>
      </p:sp>
      <p:sp>
        <p:nvSpPr>
          <p:cNvPr id="89856" name="Rectangle 89855">
            <a:extLst>
              <a:ext uri="{FF2B5EF4-FFF2-40B4-BE49-F238E27FC236}">
                <a16:creationId xmlns:a16="http://schemas.microsoft.com/office/drawing/2014/main" id="{F00BED5B-8F24-08F9-D741-C63BFBA47BDA}"/>
              </a:ext>
            </a:extLst>
          </p:cNvPr>
          <p:cNvSpPr/>
          <p:nvPr/>
        </p:nvSpPr>
        <p:spPr>
          <a:xfrm>
            <a:off x="548640" y="4541520"/>
            <a:ext cx="512064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LIVES</a:t>
            </a:r>
          </a:p>
          <a:p>
            <a:pPr>
              <a:buNone/>
            </a:pPr>
            <a:r>
              <a:rPr lang="en-US" sz="1400">
                <a:solidFill>
                  <a:srgbClr val="CBD5E1"/>
                </a:solidFill>
                <a:effectLst/>
                <a:latin typeface="Consolas" panose="020B0609020204030204" pitchFamily="49" charset="0"/>
              </a:rPr>
              <a:t> </a:t>
            </a:r>
            <a:endParaRPr lang="en-US"/>
          </a:p>
        </p:txBody>
      </p:sp>
      <p:sp>
        <p:nvSpPr>
          <p:cNvPr id="89899" name="Rectangle 89898">
            <a:extLst>
              <a:ext uri="{FF2B5EF4-FFF2-40B4-BE49-F238E27FC236}">
                <a16:creationId xmlns:a16="http://schemas.microsoft.com/office/drawing/2014/main" id="{85BBEC80-3395-CFB9-1DE7-A70F39E07D7A}"/>
              </a:ext>
            </a:extLst>
          </p:cNvPr>
          <p:cNvSpPr/>
          <p:nvPr/>
        </p:nvSpPr>
        <p:spPr>
          <a:xfrm>
            <a:off x="548640" y="4788408"/>
            <a:ext cx="512064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Inside a doorbell, a washer, a traffic controller</a:t>
            </a:r>
          </a:p>
          <a:p>
            <a:pPr>
              <a:buNone/>
            </a:pPr>
            <a:r>
              <a:rPr lang="en-US" sz="1600">
                <a:solidFill>
                  <a:srgbClr val="F8FAFC"/>
                </a:solidFill>
                <a:effectLst/>
                <a:latin typeface="Calibri" panose="020F0502020204030204" pitchFamily="34" charset="0"/>
              </a:rPr>
              <a:t> </a:t>
            </a:r>
            <a:endParaRPr lang="en-US"/>
          </a:p>
        </p:txBody>
      </p:sp>
      <p:sp>
        <p:nvSpPr>
          <p:cNvPr id="89943" name="Rectangle 89942">
            <a:extLst>
              <a:ext uri="{FF2B5EF4-FFF2-40B4-BE49-F238E27FC236}">
                <a16:creationId xmlns:a16="http://schemas.microsoft.com/office/drawing/2014/main" id="{F17C8396-17FC-1BDE-2B75-F48A851E56DB}"/>
              </a:ext>
            </a:extLst>
          </p:cNvPr>
          <p:cNvSpPr/>
          <p:nvPr/>
        </p:nvSpPr>
        <p:spPr>
          <a:xfrm>
            <a:off x="6309360" y="2118360"/>
            <a:ext cx="533095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GENERAL-PURPOSE COMPUTER</a:t>
            </a:r>
          </a:p>
          <a:p>
            <a:pPr>
              <a:buNone/>
            </a:pPr>
            <a:r>
              <a:rPr lang="en-US" sz="1400">
                <a:solidFill>
                  <a:srgbClr val="CBD5E1"/>
                </a:solidFill>
                <a:effectLst/>
                <a:latin typeface="Consolas" panose="020B0609020204030204" pitchFamily="49" charset="0"/>
              </a:rPr>
              <a:t> </a:t>
            </a:r>
            <a:endParaRPr lang="en-US"/>
          </a:p>
        </p:txBody>
      </p:sp>
      <p:sp>
        <p:nvSpPr>
          <p:cNvPr id="89988" name="Rectangle 89987">
            <a:extLst>
              <a:ext uri="{FF2B5EF4-FFF2-40B4-BE49-F238E27FC236}">
                <a16:creationId xmlns:a16="http://schemas.microsoft.com/office/drawing/2014/main" id="{AA8DCA3A-FB90-3DCC-E10C-4B44F44B3CBE}"/>
              </a:ext>
            </a:extLst>
          </p:cNvPr>
          <p:cNvSpPr/>
          <p:nvPr/>
        </p:nvSpPr>
        <p:spPr>
          <a:xfrm>
            <a:off x="6309360" y="2392680"/>
            <a:ext cx="5330952"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2200">
                <a:solidFill>
                  <a:srgbClr val="F8FAFC"/>
                </a:solidFill>
                <a:effectLst/>
                <a:latin typeface="Calibri" panose="020F0502020204030204" pitchFamily="34" charset="0"/>
              </a:rPr>
              <a:t>The whole student workspace</a:t>
            </a:r>
          </a:p>
          <a:p>
            <a:pPr>
              <a:buNone/>
            </a:pPr>
            <a:r>
              <a:rPr lang="en-US" sz="2200">
                <a:solidFill>
                  <a:srgbClr val="F8FAFC"/>
                </a:solidFill>
                <a:effectLst/>
                <a:latin typeface="Calibri" panose="020F0502020204030204" pitchFamily="34" charset="0"/>
              </a:rPr>
              <a:t> </a:t>
            </a:r>
            <a:endParaRPr lang="en-US"/>
          </a:p>
        </p:txBody>
      </p:sp>
      <p:sp>
        <p:nvSpPr>
          <p:cNvPr id="90034" name="Rectangle 90033">
            <a:extLst>
              <a:ext uri="{FF2B5EF4-FFF2-40B4-BE49-F238E27FC236}">
                <a16:creationId xmlns:a16="http://schemas.microsoft.com/office/drawing/2014/main" id="{DA40C801-38C2-D9DE-5AFF-02721E4125A7}"/>
              </a:ext>
            </a:extLst>
          </p:cNvPr>
          <p:cNvSpPr/>
          <p:nvPr/>
        </p:nvSpPr>
        <p:spPr>
          <a:xfrm>
            <a:off x="6309360" y="2987040"/>
            <a:ext cx="533095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JOB</a:t>
            </a:r>
          </a:p>
          <a:p>
            <a:pPr>
              <a:buNone/>
            </a:pPr>
            <a:r>
              <a:rPr lang="en-US" sz="1400">
                <a:solidFill>
                  <a:srgbClr val="CBD5E1"/>
                </a:solidFill>
                <a:effectLst/>
                <a:latin typeface="Consolas" panose="020B0609020204030204" pitchFamily="49" charset="0"/>
              </a:rPr>
              <a:t> </a:t>
            </a:r>
            <a:endParaRPr lang="en-US"/>
          </a:p>
        </p:txBody>
      </p:sp>
      <p:sp>
        <p:nvSpPr>
          <p:cNvPr id="90081" name="Rectangle 90080">
            <a:extLst>
              <a:ext uri="{FF2B5EF4-FFF2-40B4-BE49-F238E27FC236}">
                <a16:creationId xmlns:a16="http://schemas.microsoft.com/office/drawing/2014/main" id="{944DD941-F238-A6D2-7FB1-F0E8C06F5059}"/>
              </a:ext>
            </a:extLst>
          </p:cNvPr>
          <p:cNvSpPr/>
          <p:nvPr/>
        </p:nvSpPr>
        <p:spPr>
          <a:xfrm>
            <a:off x="6309360" y="3233928"/>
            <a:ext cx="5330952"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Runs many applications for a person</a:t>
            </a:r>
          </a:p>
          <a:p>
            <a:pPr>
              <a:buNone/>
            </a:pPr>
            <a:r>
              <a:rPr lang="en-US" sz="1600">
                <a:solidFill>
                  <a:srgbClr val="F8FAFC"/>
                </a:solidFill>
                <a:effectLst/>
                <a:latin typeface="Calibri" panose="020F0502020204030204" pitchFamily="34" charset="0"/>
              </a:rPr>
              <a:t> </a:t>
            </a:r>
            <a:endParaRPr lang="en-US"/>
          </a:p>
        </p:txBody>
      </p:sp>
      <p:sp>
        <p:nvSpPr>
          <p:cNvPr id="90129" name="Rectangle 90128">
            <a:extLst>
              <a:ext uri="{FF2B5EF4-FFF2-40B4-BE49-F238E27FC236}">
                <a16:creationId xmlns:a16="http://schemas.microsoft.com/office/drawing/2014/main" id="{2A4BD5D2-5323-5888-3D58-59C5C98A9091}"/>
              </a:ext>
            </a:extLst>
          </p:cNvPr>
          <p:cNvSpPr/>
          <p:nvPr/>
        </p:nvSpPr>
        <p:spPr>
          <a:xfrm>
            <a:off x="6309360" y="3764280"/>
            <a:ext cx="533095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TALKS TO</a:t>
            </a:r>
          </a:p>
          <a:p>
            <a:pPr>
              <a:buNone/>
            </a:pPr>
            <a:r>
              <a:rPr lang="en-US" sz="1400">
                <a:solidFill>
                  <a:srgbClr val="CBD5E1"/>
                </a:solidFill>
                <a:effectLst/>
                <a:latin typeface="Consolas" panose="020B0609020204030204" pitchFamily="49" charset="0"/>
              </a:rPr>
              <a:t> </a:t>
            </a:r>
            <a:endParaRPr lang="en-US"/>
          </a:p>
        </p:txBody>
      </p:sp>
      <p:sp>
        <p:nvSpPr>
          <p:cNvPr id="90178" name="Rectangle 90177">
            <a:extLst>
              <a:ext uri="{FF2B5EF4-FFF2-40B4-BE49-F238E27FC236}">
                <a16:creationId xmlns:a16="http://schemas.microsoft.com/office/drawing/2014/main" id="{C67ED6B8-CCD1-192F-26A0-34F80F3CDE34}"/>
              </a:ext>
            </a:extLst>
          </p:cNvPr>
          <p:cNvSpPr/>
          <p:nvPr/>
        </p:nvSpPr>
        <p:spPr>
          <a:xfrm>
            <a:off x="6309360" y="4011168"/>
            <a:ext cx="5330952"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Screens, keyboards, networks, storage</a:t>
            </a:r>
          </a:p>
          <a:p>
            <a:pPr>
              <a:buNone/>
            </a:pPr>
            <a:r>
              <a:rPr lang="en-US" sz="1600">
                <a:solidFill>
                  <a:srgbClr val="F8FAFC"/>
                </a:solidFill>
                <a:effectLst/>
                <a:latin typeface="Calibri" panose="020F0502020204030204" pitchFamily="34" charset="0"/>
              </a:rPr>
              <a:t> </a:t>
            </a:r>
            <a:endParaRPr lang="en-US"/>
          </a:p>
        </p:txBody>
      </p:sp>
      <p:sp>
        <p:nvSpPr>
          <p:cNvPr id="90228" name="Rectangle 90227">
            <a:extLst>
              <a:ext uri="{FF2B5EF4-FFF2-40B4-BE49-F238E27FC236}">
                <a16:creationId xmlns:a16="http://schemas.microsoft.com/office/drawing/2014/main" id="{FEC1B270-8FA2-E004-7D6D-596EFBD78686}"/>
              </a:ext>
            </a:extLst>
          </p:cNvPr>
          <p:cNvSpPr/>
          <p:nvPr/>
        </p:nvSpPr>
        <p:spPr>
          <a:xfrm>
            <a:off x="6309360" y="4541520"/>
            <a:ext cx="533095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LIVES</a:t>
            </a:r>
          </a:p>
          <a:p>
            <a:pPr>
              <a:buNone/>
            </a:pPr>
            <a:r>
              <a:rPr lang="en-US" sz="1400">
                <a:solidFill>
                  <a:srgbClr val="CBD5E1"/>
                </a:solidFill>
                <a:effectLst/>
                <a:latin typeface="Consolas" panose="020B0609020204030204" pitchFamily="49" charset="0"/>
              </a:rPr>
              <a:t> </a:t>
            </a:r>
            <a:endParaRPr lang="en-US"/>
          </a:p>
        </p:txBody>
      </p:sp>
      <p:sp>
        <p:nvSpPr>
          <p:cNvPr id="90279" name="Rectangle 90278">
            <a:extLst>
              <a:ext uri="{FF2B5EF4-FFF2-40B4-BE49-F238E27FC236}">
                <a16:creationId xmlns:a16="http://schemas.microsoft.com/office/drawing/2014/main" id="{19C7E7A4-D9C6-CDF0-E919-361418280884}"/>
              </a:ext>
            </a:extLst>
          </p:cNvPr>
          <p:cNvSpPr/>
          <p:nvPr/>
        </p:nvSpPr>
        <p:spPr>
          <a:xfrm>
            <a:off x="6309360" y="4788408"/>
            <a:ext cx="5330952"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On a desk, in a data centre, in your bag</a:t>
            </a:r>
          </a:p>
          <a:p>
            <a:pPr>
              <a:buNone/>
            </a:pPr>
            <a:r>
              <a:rPr lang="en-US" sz="1600">
                <a:solidFill>
                  <a:srgbClr val="F8FAFC"/>
                </a:solidFill>
                <a:effectLst/>
                <a:latin typeface="Calibri" panose="020F0502020204030204" pitchFamily="34" charset="0"/>
              </a:rPr>
              <a:t> </a:t>
            </a:r>
            <a:endParaRPr lang="en-US"/>
          </a:p>
        </p:txBody>
      </p:sp>
      <p:sp>
        <p:nvSpPr>
          <p:cNvPr id="90331" name="Rectangle 90330">
            <a:extLst>
              <a:ext uri="{FF2B5EF4-FFF2-40B4-BE49-F238E27FC236}">
                <a16:creationId xmlns:a16="http://schemas.microsoft.com/office/drawing/2014/main" id="{6236D584-0BE3-C273-CE94-A2C963D5F5BA}"/>
              </a:ext>
            </a:extLst>
          </p:cNvPr>
          <p:cNvSpPr/>
          <p:nvPr/>
        </p:nvSpPr>
        <p:spPr>
          <a:xfrm>
            <a:off x="548640" y="5879592"/>
            <a:ext cx="1109167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Both compute. They differ in role, integration and resources — not in intelligence.</a:t>
            </a:r>
          </a:p>
          <a:p>
            <a:pPr>
              <a:buNone/>
            </a:pPr>
            <a:r>
              <a:rPr lang="en-US" sz="1400">
                <a:solidFill>
                  <a:srgbClr val="CBD5E1"/>
                </a:solidFill>
                <a:effectLst/>
                <a:latin typeface="Calibri" panose="020F0502020204030204" pitchFamily="34" charset="0"/>
              </a:rPr>
              <a:t> </a:t>
            </a:r>
            <a:endParaRPr lang="en-US"/>
          </a:p>
        </p:txBody>
      </p:sp>
    </p:spTree>
    <p:extLst>
      <p:ext uri="{BB962C8B-B14F-4D97-AF65-F5344CB8AC3E}">
        <p14:creationId xmlns:p14="http://schemas.microsoft.com/office/powerpoint/2010/main" val="1623597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90429" name="Rectangle 90428">
            <a:extLst>
              <a:ext uri="{FF2B5EF4-FFF2-40B4-BE49-F238E27FC236}">
                <a16:creationId xmlns:a16="http://schemas.microsoft.com/office/drawing/2014/main" id="{02602479-4F02-42C0-00C8-87C2FA1A697D}"/>
              </a:ext>
            </a:extLst>
          </p:cNvPr>
          <p:cNvSpPr/>
          <p:nvPr/>
        </p:nvSpPr>
        <p:spPr>
          <a:xfrm>
            <a:off x="548640" y="621792"/>
            <a:ext cx="457200" cy="41148"/>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528" name="Rectangle 90527">
            <a:extLst>
              <a:ext uri="{FF2B5EF4-FFF2-40B4-BE49-F238E27FC236}">
                <a16:creationId xmlns:a16="http://schemas.microsoft.com/office/drawing/2014/main" id="{F689D638-60C4-68CE-605D-96770646B03E}"/>
              </a:ext>
            </a:extLst>
          </p:cNvPr>
          <p:cNvSpPr/>
          <p:nvPr/>
        </p:nvSpPr>
        <p:spPr>
          <a:xfrm>
            <a:off x="548640" y="2164080"/>
            <a:ext cx="4754880" cy="3566160"/>
          </a:xfrm>
          <a:prstGeom prst="rect">
            <a:avLst/>
          </a:prstGeom>
          <a:solidFill>
            <a:srgbClr val="1E293B"/>
          </a:solidFill>
          <a:ln w="12700">
            <a:solidFill>
              <a:srgbClr val="64748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628" name="Rectangle: Rounded Corners 90627">
            <a:extLst>
              <a:ext uri="{FF2B5EF4-FFF2-40B4-BE49-F238E27FC236}">
                <a16:creationId xmlns:a16="http://schemas.microsoft.com/office/drawing/2014/main" id="{BA759AF8-D2F4-8FF7-C5B3-3D73C921033B}"/>
              </a:ext>
            </a:extLst>
          </p:cNvPr>
          <p:cNvSpPr/>
          <p:nvPr/>
        </p:nvSpPr>
        <p:spPr>
          <a:xfrm>
            <a:off x="5806440" y="2164080"/>
            <a:ext cx="5833872" cy="3017520"/>
          </a:xfrm>
          <a:prstGeom prst="roundRect">
            <a:avLst/>
          </a:prstGeom>
          <a:solidFill>
            <a:srgbClr val="0F172A"/>
          </a:solidFill>
          <a:ln w="15875">
            <a:solidFill>
              <a:srgbClr val="FDBA7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729" name="Rectangle 90728">
            <a:extLst>
              <a:ext uri="{FF2B5EF4-FFF2-40B4-BE49-F238E27FC236}">
                <a16:creationId xmlns:a16="http://schemas.microsoft.com/office/drawing/2014/main" id="{027699F3-BD69-163B-95E2-414582F85644}"/>
              </a:ext>
            </a:extLst>
          </p:cNvPr>
          <p:cNvSpPr/>
          <p:nvPr/>
        </p:nvSpPr>
        <p:spPr>
          <a:xfrm>
            <a:off x="5897880" y="2621280"/>
            <a:ext cx="1828800" cy="86868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831" name="Oval 90830">
            <a:extLst>
              <a:ext uri="{FF2B5EF4-FFF2-40B4-BE49-F238E27FC236}">
                <a16:creationId xmlns:a16="http://schemas.microsoft.com/office/drawing/2014/main" id="{F826F2A0-D4DF-9C08-6107-ECDD0F64311F}"/>
              </a:ext>
            </a:extLst>
          </p:cNvPr>
          <p:cNvSpPr/>
          <p:nvPr/>
        </p:nvSpPr>
        <p:spPr>
          <a:xfrm>
            <a:off x="6025896" y="2840736"/>
            <a:ext cx="109728" cy="109728"/>
          </a:xfrm>
          <a:prstGeom prst="ellipse">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934" name="Rectangle 90933">
            <a:extLst>
              <a:ext uri="{FF2B5EF4-FFF2-40B4-BE49-F238E27FC236}">
                <a16:creationId xmlns:a16="http://schemas.microsoft.com/office/drawing/2014/main" id="{F80FC049-A474-F774-63DC-74AA7D6ACBA9}"/>
              </a:ext>
            </a:extLst>
          </p:cNvPr>
          <p:cNvSpPr/>
          <p:nvPr/>
        </p:nvSpPr>
        <p:spPr>
          <a:xfrm>
            <a:off x="7808976" y="2621280"/>
            <a:ext cx="1828800" cy="86868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038" name="Oval 91037">
            <a:extLst>
              <a:ext uri="{FF2B5EF4-FFF2-40B4-BE49-F238E27FC236}">
                <a16:creationId xmlns:a16="http://schemas.microsoft.com/office/drawing/2014/main" id="{B8645F3A-AB93-7757-DC88-CBF3751E69CC}"/>
              </a:ext>
            </a:extLst>
          </p:cNvPr>
          <p:cNvSpPr/>
          <p:nvPr/>
        </p:nvSpPr>
        <p:spPr>
          <a:xfrm>
            <a:off x="7936992" y="2840736"/>
            <a:ext cx="109728" cy="109728"/>
          </a:xfrm>
          <a:prstGeom prst="ellipse">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143" name="Rectangle 91142">
            <a:extLst>
              <a:ext uri="{FF2B5EF4-FFF2-40B4-BE49-F238E27FC236}">
                <a16:creationId xmlns:a16="http://schemas.microsoft.com/office/drawing/2014/main" id="{2667F683-C64D-3A09-959E-77F73AB3F3A9}"/>
              </a:ext>
            </a:extLst>
          </p:cNvPr>
          <p:cNvSpPr/>
          <p:nvPr/>
        </p:nvSpPr>
        <p:spPr>
          <a:xfrm>
            <a:off x="9720072" y="2621280"/>
            <a:ext cx="1828800" cy="86868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249" name="Oval 91248">
            <a:extLst>
              <a:ext uri="{FF2B5EF4-FFF2-40B4-BE49-F238E27FC236}">
                <a16:creationId xmlns:a16="http://schemas.microsoft.com/office/drawing/2014/main" id="{F73A641D-C2CC-B00A-7921-D2B40727E0F9}"/>
              </a:ext>
            </a:extLst>
          </p:cNvPr>
          <p:cNvSpPr/>
          <p:nvPr/>
        </p:nvSpPr>
        <p:spPr>
          <a:xfrm>
            <a:off x="9848088" y="2840736"/>
            <a:ext cx="109728" cy="109728"/>
          </a:xfrm>
          <a:prstGeom prst="ellipse">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356" name="Rectangle 91355">
            <a:extLst>
              <a:ext uri="{FF2B5EF4-FFF2-40B4-BE49-F238E27FC236}">
                <a16:creationId xmlns:a16="http://schemas.microsoft.com/office/drawing/2014/main" id="{07F9AAE9-150F-7071-6BA1-E8FBDF1FBF42}"/>
              </a:ext>
            </a:extLst>
          </p:cNvPr>
          <p:cNvSpPr/>
          <p:nvPr/>
        </p:nvSpPr>
        <p:spPr>
          <a:xfrm>
            <a:off x="5897880" y="3599688"/>
            <a:ext cx="1828800" cy="86868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464" name="Oval 91463">
            <a:extLst>
              <a:ext uri="{FF2B5EF4-FFF2-40B4-BE49-F238E27FC236}">
                <a16:creationId xmlns:a16="http://schemas.microsoft.com/office/drawing/2014/main" id="{1B2B1C20-40AF-0C55-1550-763922F0C15A}"/>
              </a:ext>
            </a:extLst>
          </p:cNvPr>
          <p:cNvSpPr/>
          <p:nvPr/>
        </p:nvSpPr>
        <p:spPr>
          <a:xfrm>
            <a:off x="6025896" y="3819144"/>
            <a:ext cx="109728" cy="109728"/>
          </a:xfrm>
          <a:prstGeom prst="ellipse">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573" name="Rectangle 91572">
            <a:extLst>
              <a:ext uri="{FF2B5EF4-FFF2-40B4-BE49-F238E27FC236}">
                <a16:creationId xmlns:a16="http://schemas.microsoft.com/office/drawing/2014/main" id="{44DCACA6-7909-F4C6-7182-1CB9F068A510}"/>
              </a:ext>
            </a:extLst>
          </p:cNvPr>
          <p:cNvSpPr/>
          <p:nvPr/>
        </p:nvSpPr>
        <p:spPr>
          <a:xfrm>
            <a:off x="7808976" y="3599688"/>
            <a:ext cx="1828800" cy="86868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683" name="Oval 91682">
            <a:extLst>
              <a:ext uri="{FF2B5EF4-FFF2-40B4-BE49-F238E27FC236}">
                <a16:creationId xmlns:a16="http://schemas.microsoft.com/office/drawing/2014/main" id="{0981975D-E8F9-69A6-2502-6FD7261DDE6D}"/>
              </a:ext>
            </a:extLst>
          </p:cNvPr>
          <p:cNvSpPr/>
          <p:nvPr/>
        </p:nvSpPr>
        <p:spPr>
          <a:xfrm>
            <a:off x="7936992" y="3819144"/>
            <a:ext cx="109728" cy="109728"/>
          </a:xfrm>
          <a:prstGeom prst="ellipse">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794" name="Rectangle 91793">
            <a:extLst>
              <a:ext uri="{FF2B5EF4-FFF2-40B4-BE49-F238E27FC236}">
                <a16:creationId xmlns:a16="http://schemas.microsoft.com/office/drawing/2014/main" id="{569E3687-DBBB-ED5F-B771-FD803D699CB0}"/>
              </a:ext>
            </a:extLst>
          </p:cNvPr>
          <p:cNvSpPr/>
          <p:nvPr/>
        </p:nvSpPr>
        <p:spPr>
          <a:xfrm>
            <a:off x="9720072" y="3599688"/>
            <a:ext cx="1828800" cy="86868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906" name="Oval 91905">
            <a:extLst>
              <a:ext uri="{FF2B5EF4-FFF2-40B4-BE49-F238E27FC236}">
                <a16:creationId xmlns:a16="http://schemas.microsoft.com/office/drawing/2014/main" id="{AA2D3E41-3A74-C622-3BF8-DAC46632F068}"/>
              </a:ext>
            </a:extLst>
          </p:cNvPr>
          <p:cNvSpPr/>
          <p:nvPr/>
        </p:nvSpPr>
        <p:spPr>
          <a:xfrm>
            <a:off x="9848088" y="3819144"/>
            <a:ext cx="109728" cy="109728"/>
          </a:xfrm>
          <a:prstGeom prst="ellipse">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019" name="Rectangle 92018">
            <a:extLst>
              <a:ext uri="{FF2B5EF4-FFF2-40B4-BE49-F238E27FC236}">
                <a16:creationId xmlns:a16="http://schemas.microsoft.com/office/drawing/2014/main" id="{BC2F3AD2-35E1-6777-7915-BC7D6FC2F0DA}"/>
              </a:ext>
            </a:extLst>
          </p:cNvPr>
          <p:cNvSpPr/>
          <p:nvPr/>
        </p:nvSpPr>
        <p:spPr>
          <a:xfrm>
            <a:off x="6126480" y="5071872"/>
            <a:ext cx="73152" cy="274320"/>
          </a:xfrm>
          <a:prstGeom prst="rect">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133" name="Rectangle 92132">
            <a:extLst>
              <a:ext uri="{FF2B5EF4-FFF2-40B4-BE49-F238E27FC236}">
                <a16:creationId xmlns:a16="http://schemas.microsoft.com/office/drawing/2014/main" id="{30ECA4E8-87B1-2CA3-C729-3688D62DB7D0}"/>
              </a:ext>
            </a:extLst>
          </p:cNvPr>
          <p:cNvSpPr/>
          <p:nvPr/>
        </p:nvSpPr>
        <p:spPr>
          <a:xfrm>
            <a:off x="6510528" y="5071872"/>
            <a:ext cx="73152" cy="274320"/>
          </a:xfrm>
          <a:prstGeom prst="rect">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248" name="Rectangle 92247">
            <a:extLst>
              <a:ext uri="{FF2B5EF4-FFF2-40B4-BE49-F238E27FC236}">
                <a16:creationId xmlns:a16="http://schemas.microsoft.com/office/drawing/2014/main" id="{8978E7BA-D312-BBD4-BE07-E27971DAF593}"/>
              </a:ext>
            </a:extLst>
          </p:cNvPr>
          <p:cNvSpPr/>
          <p:nvPr/>
        </p:nvSpPr>
        <p:spPr>
          <a:xfrm>
            <a:off x="6894576" y="5071872"/>
            <a:ext cx="73152" cy="274320"/>
          </a:xfrm>
          <a:prstGeom prst="rect">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364" name="Rectangle 92363">
            <a:extLst>
              <a:ext uri="{FF2B5EF4-FFF2-40B4-BE49-F238E27FC236}">
                <a16:creationId xmlns:a16="http://schemas.microsoft.com/office/drawing/2014/main" id="{D9933404-7D78-42CE-A2F1-1C5F76BCD561}"/>
              </a:ext>
            </a:extLst>
          </p:cNvPr>
          <p:cNvSpPr/>
          <p:nvPr/>
        </p:nvSpPr>
        <p:spPr>
          <a:xfrm>
            <a:off x="7278624" y="5071872"/>
            <a:ext cx="73152" cy="274320"/>
          </a:xfrm>
          <a:prstGeom prst="rect">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481" name="Rectangle 92480">
            <a:extLst>
              <a:ext uri="{FF2B5EF4-FFF2-40B4-BE49-F238E27FC236}">
                <a16:creationId xmlns:a16="http://schemas.microsoft.com/office/drawing/2014/main" id="{E84F77D0-06A6-0930-7D21-5D1FA300B8EB}"/>
              </a:ext>
            </a:extLst>
          </p:cNvPr>
          <p:cNvSpPr/>
          <p:nvPr/>
        </p:nvSpPr>
        <p:spPr>
          <a:xfrm>
            <a:off x="7662672" y="5071872"/>
            <a:ext cx="73152" cy="274320"/>
          </a:xfrm>
          <a:prstGeom prst="rect">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599" name="Rectangle 92598">
            <a:extLst>
              <a:ext uri="{FF2B5EF4-FFF2-40B4-BE49-F238E27FC236}">
                <a16:creationId xmlns:a16="http://schemas.microsoft.com/office/drawing/2014/main" id="{5D812831-7575-EE78-DFEA-959E69D314EB}"/>
              </a:ext>
            </a:extLst>
          </p:cNvPr>
          <p:cNvSpPr/>
          <p:nvPr/>
        </p:nvSpPr>
        <p:spPr>
          <a:xfrm>
            <a:off x="8046720" y="5071872"/>
            <a:ext cx="73152" cy="274320"/>
          </a:xfrm>
          <a:prstGeom prst="rect">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718" name="Rectangle 92717">
            <a:extLst>
              <a:ext uri="{FF2B5EF4-FFF2-40B4-BE49-F238E27FC236}">
                <a16:creationId xmlns:a16="http://schemas.microsoft.com/office/drawing/2014/main" id="{25427B40-88DB-0CFE-19C6-B38BC2018356}"/>
              </a:ext>
            </a:extLst>
          </p:cNvPr>
          <p:cNvSpPr/>
          <p:nvPr/>
        </p:nvSpPr>
        <p:spPr>
          <a:xfrm>
            <a:off x="8430768" y="5071872"/>
            <a:ext cx="73152" cy="274320"/>
          </a:xfrm>
          <a:prstGeom prst="rect">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838" name="Rectangle 92837">
            <a:extLst>
              <a:ext uri="{FF2B5EF4-FFF2-40B4-BE49-F238E27FC236}">
                <a16:creationId xmlns:a16="http://schemas.microsoft.com/office/drawing/2014/main" id="{E1A363D3-2C3E-DDEA-F46F-43971E2C4724}"/>
              </a:ext>
            </a:extLst>
          </p:cNvPr>
          <p:cNvSpPr/>
          <p:nvPr/>
        </p:nvSpPr>
        <p:spPr>
          <a:xfrm>
            <a:off x="8814816" y="5071872"/>
            <a:ext cx="73152" cy="274320"/>
          </a:xfrm>
          <a:prstGeom prst="rect">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959" name="Rectangle 92958">
            <a:extLst>
              <a:ext uri="{FF2B5EF4-FFF2-40B4-BE49-F238E27FC236}">
                <a16:creationId xmlns:a16="http://schemas.microsoft.com/office/drawing/2014/main" id="{23315457-8B4F-ADBB-1308-B2C0776C4040}"/>
              </a:ext>
            </a:extLst>
          </p:cNvPr>
          <p:cNvSpPr/>
          <p:nvPr/>
        </p:nvSpPr>
        <p:spPr>
          <a:xfrm>
            <a:off x="9198864" y="5071872"/>
            <a:ext cx="73152" cy="274320"/>
          </a:xfrm>
          <a:prstGeom prst="rect">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081" name="Rectangle 93080">
            <a:extLst>
              <a:ext uri="{FF2B5EF4-FFF2-40B4-BE49-F238E27FC236}">
                <a16:creationId xmlns:a16="http://schemas.microsoft.com/office/drawing/2014/main" id="{FFE3A3B6-C323-E698-3446-B0DE7A91F362}"/>
              </a:ext>
            </a:extLst>
          </p:cNvPr>
          <p:cNvSpPr/>
          <p:nvPr/>
        </p:nvSpPr>
        <p:spPr>
          <a:xfrm>
            <a:off x="9582912" y="5071872"/>
            <a:ext cx="73152" cy="274320"/>
          </a:xfrm>
          <a:prstGeom prst="rect">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204" name="Rectangle 93203">
            <a:extLst>
              <a:ext uri="{FF2B5EF4-FFF2-40B4-BE49-F238E27FC236}">
                <a16:creationId xmlns:a16="http://schemas.microsoft.com/office/drawing/2014/main" id="{B74CED50-14DB-2E1F-CC4F-42483A0631D7}"/>
              </a:ext>
            </a:extLst>
          </p:cNvPr>
          <p:cNvSpPr/>
          <p:nvPr/>
        </p:nvSpPr>
        <p:spPr>
          <a:xfrm>
            <a:off x="9966960" y="5071872"/>
            <a:ext cx="73152" cy="274320"/>
          </a:xfrm>
          <a:prstGeom prst="rect">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328" name="Rectangle 93327">
            <a:extLst>
              <a:ext uri="{FF2B5EF4-FFF2-40B4-BE49-F238E27FC236}">
                <a16:creationId xmlns:a16="http://schemas.microsoft.com/office/drawing/2014/main" id="{7BB58A37-C335-1391-B4A7-D24498E99D8D}"/>
              </a:ext>
            </a:extLst>
          </p:cNvPr>
          <p:cNvSpPr/>
          <p:nvPr/>
        </p:nvSpPr>
        <p:spPr>
          <a:xfrm>
            <a:off x="10351008" y="5071872"/>
            <a:ext cx="73152" cy="274320"/>
          </a:xfrm>
          <a:prstGeom prst="rect">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453" name="Rectangle 93452">
            <a:extLst>
              <a:ext uri="{FF2B5EF4-FFF2-40B4-BE49-F238E27FC236}">
                <a16:creationId xmlns:a16="http://schemas.microsoft.com/office/drawing/2014/main" id="{271D2A00-9492-215F-9689-1FC52E7EE100}"/>
              </a:ext>
            </a:extLst>
          </p:cNvPr>
          <p:cNvSpPr/>
          <p:nvPr/>
        </p:nvSpPr>
        <p:spPr>
          <a:xfrm>
            <a:off x="10735056" y="5071872"/>
            <a:ext cx="73152" cy="274320"/>
          </a:xfrm>
          <a:prstGeom prst="rect">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579" name="Rectangle 93578">
            <a:extLst>
              <a:ext uri="{FF2B5EF4-FFF2-40B4-BE49-F238E27FC236}">
                <a16:creationId xmlns:a16="http://schemas.microsoft.com/office/drawing/2014/main" id="{73B66A1D-31C7-12EC-6392-5B8A54AA80C2}"/>
              </a:ext>
            </a:extLst>
          </p:cNvPr>
          <p:cNvSpPr/>
          <p:nvPr/>
        </p:nvSpPr>
        <p:spPr>
          <a:xfrm>
            <a:off x="11119104" y="5071872"/>
            <a:ext cx="73152" cy="274320"/>
          </a:xfrm>
          <a:prstGeom prst="rect">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706" name="Rectangle 93705">
            <a:extLst>
              <a:ext uri="{FF2B5EF4-FFF2-40B4-BE49-F238E27FC236}">
                <a16:creationId xmlns:a16="http://schemas.microsoft.com/office/drawing/2014/main" id="{072CCB1B-408C-CD41-2D57-ADBCD385EC7D}"/>
              </a:ext>
            </a:extLst>
          </p:cNvPr>
          <p:cNvSpPr/>
          <p:nvPr/>
        </p:nvSpPr>
        <p:spPr>
          <a:xfrm>
            <a:off x="1143000" y="411480"/>
            <a:ext cx="8595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PART 2 · ESP32 · INSTRUCTIONS, MEMORY, I/O, PROTOCOLS, RADIOS
 </a:t>
            </a:r>
            <a:endParaRPr lang="en-US"/>
          </a:p>
        </p:txBody>
      </p:sp>
      <p:sp>
        <p:nvSpPr>
          <p:cNvPr id="93834" name="Rectangle 93833">
            <a:extLst>
              <a:ext uri="{FF2B5EF4-FFF2-40B4-BE49-F238E27FC236}">
                <a16:creationId xmlns:a16="http://schemas.microsoft.com/office/drawing/2014/main" id="{E3CFDE85-8011-0F23-7973-5998AE561CDE}"/>
              </a:ext>
            </a:extLst>
          </p:cNvPr>
          <p:cNvSpPr/>
          <p:nvPr/>
        </p:nvSpPr>
        <p:spPr>
          <a:xfrm>
            <a:off x="10515600" y="411480"/>
            <a:ext cx="1124712"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onsolas" panose="020B0609020204030204" pitchFamily="49" charset="0"/>
              </a:rPr>
              <a:t>05 / 19</a:t>
            </a:r>
            <a:endParaRPr lang="en-US"/>
          </a:p>
        </p:txBody>
      </p:sp>
      <p:sp>
        <p:nvSpPr>
          <p:cNvPr id="93963" name="Rectangle 93962">
            <a:extLst>
              <a:ext uri="{FF2B5EF4-FFF2-40B4-BE49-F238E27FC236}">
                <a16:creationId xmlns:a16="http://schemas.microsoft.com/office/drawing/2014/main" id="{37CB364B-D726-2235-D7CE-037221C037D4}"/>
              </a:ext>
            </a:extLst>
          </p:cNvPr>
          <p:cNvSpPr/>
          <p:nvPr/>
        </p:nvSpPr>
        <p:spPr>
          <a:xfrm>
            <a:off x="548640" y="822960"/>
            <a:ext cx="11091672"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3200">
                <a:solidFill>
                  <a:srgbClr val="F8FAFC"/>
                </a:solidFill>
                <a:effectLst/>
                <a:latin typeface="Calibri" panose="020F0502020204030204" pitchFamily="34" charset="0"/>
              </a:rPr>
              <a:t>The ESP32 is the brain: processor, memory,</a:t>
            </a:r>
          </a:p>
          <a:p>
            <a:pPr>
              <a:buNone/>
            </a:pPr>
            <a:r>
              <a:rPr lang="en-US" sz="3200">
                <a:solidFill>
                  <a:srgbClr val="F8FAFC"/>
                </a:solidFill>
                <a:effectLst/>
                <a:latin typeface="Calibri" panose="020F0502020204030204" pitchFamily="34" charset="0"/>
              </a:rPr>
              <a:t>pins, ADC and radios in one module.</a:t>
            </a:r>
            <a:endParaRPr lang="en-US"/>
          </a:p>
        </p:txBody>
      </p:sp>
      <p:sp>
        <p:nvSpPr>
          <p:cNvPr id="94093" name="Rectangle 94092">
            <a:extLst>
              <a:ext uri="{FF2B5EF4-FFF2-40B4-BE49-F238E27FC236}">
                <a16:creationId xmlns:a16="http://schemas.microsoft.com/office/drawing/2014/main" id="{FBE906B3-AF5C-22A6-9BEC-AB87904328FB}"/>
              </a:ext>
            </a:extLst>
          </p:cNvPr>
          <p:cNvSpPr/>
          <p:nvPr/>
        </p:nvSpPr>
        <p:spPr>
          <a:xfrm>
            <a:off x="685800" y="2228088"/>
            <a:ext cx="44805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PHOTO PLACEHOLDER</a:t>
            </a:r>
          </a:p>
          <a:p>
            <a:pPr>
              <a:buNone/>
            </a:pPr>
            <a:r>
              <a:rPr lang="en-US" sz="1400">
                <a:solidFill>
                  <a:srgbClr val="67E8F9"/>
                </a:solidFill>
                <a:effectLst/>
                <a:latin typeface="Consolas" panose="020B0609020204030204" pitchFamily="49" charset="0"/>
              </a:rPr>
              <a:t> </a:t>
            </a:r>
            <a:endParaRPr lang="en-US"/>
          </a:p>
        </p:txBody>
      </p:sp>
      <p:sp>
        <p:nvSpPr>
          <p:cNvPr id="94224" name="Rectangle 94223">
            <a:extLst>
              <a:ext uri="{FF2B5EF4-FFF2-40B4-BE49-F238E27FC236}">
                <a16:creationId xmlns:a16="http://schemas.microsoft.com/office/drawing/2014/main" id="{27DECD0B-7288-69E2-810C-603589616AF6}"/>
              </a:ext>
            </a:extLst>
          </p:cNvPr>
          <p:cNvSpPr/>
          <p:nvPr/>
        </p:nvSpPr>
        <p:spPr>
          <a:xfrm>
            <a:off x="685800" y="2575560"/>
            <a:ext cx="4480560" cy="853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ESP32 development board — the exact kit model</a:t>
            </a:r>
          </a:p>
          <a:p>
            <a:pPr>
              <a:buNone/>
            </a:pPr>
            <a:r>
              <a:rPr lang="en-US" sz="1600">
                <a:solidFill>
                  <a:srgbClr val="F8FAFC"/>
                </a:solidFill>
                <a:effectLst/>
                <a:latin typeface="Calibri" panose="020F0502020204030204" pitchFamily="34" charset="0"/>
              </a:rPr>
              <a:t> </a:t>
            </a:r>
            <a:endParaRPr lang="en-US"/>
          </a:p>
        </p:txBody>
      </p:sp>
      <p:sp>
        <p:nvSpPr>
          <p:cNvPr id="94356" name="Rectangle 94355">
            <a:extLst>
              <a:ext uri="{FF2B5EF4-FFF2-40B4-BE49-F238E27FC236}">
                <a16:creationId xmlns:a16="http://schemas.microsoft.com/office/drawing/2014/main" id="{F49C8829-1D4D-E33C-E971-7EC025587B8E}"/>
              </a:ext>
            </a:extLst>
          </p:cNvPr>
          <p:cNvSpPr/>
          <p:nvPr/>
        </p:nvSpPr>
        <p:spPr>
          <a:xfrm>
            <a:off x="685800" y="5120640"/>
            <a:ext cx="4480560"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Top-down · USB connector visible · space for callouts · 4:3</a:t>
            </a:r>
          </a:p>
          <a:p>
            <a:pPr>
              <a:buNone/>
            </a:pPr>
            <a:r>
              <a:rPr lang="en-US" sz="1400">
                <a:solidFill>
                  <a:srgbClr val="CBD5E1"/>
                </a:solidFill>
                <a:effectLst/>
                <a:latin typeface="Calibri" panose="020F0502020204030204" pitchFamily="34" charset="0"/>
              </a:rPr>
              <a:t> </a:t>
            </a:r>
            <a:endParaRPr lang="en-US"/>
          </a:p>
        </p:txBody>
      </p:sp>
      <p:sp>
        <p:nvSpPr>
          <p:cNvPr id="94489" name="Rectangle 94488">
            <a:extLst>
              <a:ext uri="{FF2B5EF4-FFF2-40B4-BE49-F238E27FC236}">
                <a16:creationId xmlns:a16="http://schemas.microsoft.com/office/drawing/2014/main" id="{F4106D7C-AD44-B4FA-FBA6-27D9843F61D5}"/>
              </a:ext>
            </a:extLst>
          </p:cNvPr>
          <p:cNvSpPr/>
          <p:nvPr/>
        </p:nvSpPr>
        <p:spPr>
          <a:xfrm>
            <a:off x="5989320" y="2228088"/>
            <a:ext cx="546811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DBA74"/>
                </a:solidFill>
                <a:effectLst/>
                <a:latin typeface="Consolas" panose="020B0609020204030204" pitchFamily="49" charset="0"/>
              </a:rPr>
              <a:t>ESP32 MODULE · FUNCTIONAL VIEW</a:t>
            </a:r>
          </a:p>
          <a:p>
            <a:pPr>
              <a:buNone/>
            </a:pPr>
            <a:r>
              <a:rPr lang="en-US" sz="1400">
                <a:solidFill>
                  <a:srgbClr val="FDBA74"/>
                </a:solidFill>
                <a:effectLst/>
                <a:latin typeface="Consolas" panose="020B0609020204030204" pitchFamily="49" charset="0"/>
              </a:rPr>
              <a:t> </a:t>
            </a:r>
            <a:endParaRPr lang="en-US"/>
          </a:p>
        </p:txBody>
      </p:sp>
      <p:sp>
        <p:nvSpPr>
          <p:cNvPr id="94623" name="Rectangle 94622">
            <a:extLst>
              <a:ext uri="{FF2B5EF4-FFF2-40B4-BE49-F238E27FC236}">
                <a16:creationId xmlns:a16="http://schemas.microsoft.com/office/drawing/2014/main" id="{04B36F68-9BCB-4DDB-8379-FA4BD2580979}"/>
              </a:ext>
            </a:extLst>
          </p:cNvPr>
          <p:cNvSpPr/>
          <p:nvPr/>
        </p:nvSpPr>
        <p:spPr>
          <a:xfrm>
            <a:off x="6245352" y="2703576"/>
            <a:ext cx="137160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CPU</a:t>
            </a:r>
          </a:p>
          <a:p>
            <a:pPr>
              <a:buNone/>
            </a:pPr>
            <a:r>
              <a:rPr lang="en-US" sz="1400">
                <a:solidFill>
                  <a:srgbClr val="F8FAFC"/>
                </a:solidFill>
                <a:effectLst/>
                <a:latin typeface="Calibri" panose="020F0502020204030204" pitchFamily="34" charset="0"/>
              </a:rPr>
              <a:t>1–2 cores*</a:t>
            </a:r>
            <a:endParaRPr lang="en-US"/>
          </a:p>
        </p:txBody>
      </p:sp>
      <p:sp>
        <p:nvSpPr>
          <p:cNvPr id="94758" name="Rectangle 94757">
            <a:extLst>
              <a:ext uri="{FF2B5EF4-FFF2-40B4-BE49-F238E27FC236}">
                <a16:creationId xmlns:a16="http://schemas.microsoft.com/office/drawing/2014/main" id="{17C255CA-1D5F-7FB9-AF4C-05512ED6219C}"/>
              </a:ext>
            </a:extLst>
          </p:cNvPr>
          <p:cNvSpPr/>
          <p:nvPr/>
        </p:nvSpPr>
        <p:spPr>
          <a:xfrm>
            <a:off x="8156448" y="2703576"/>
            <a:ext cx="137160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RAM</a:t>
            </a:r>
          </a:p>
          <a:p>
            <a:pPr>
              <a:buNone/>
            </a:pPr>
            <a:r>
              <a:rPr lang="en-US" sz="1400">
                <a:solidFill>
                  <a:srgbClr val="F8FAFC"/>
                </a:solidFill>
                <a:effectLst/>
                <a:latin typeface="Calibri" panose="020F0502020204030204" pitchFamily="34" charset="0"/>
              </a:rPr>
              <a:t>working data</a:t>
            </a:r>
            <a:endParaRPr lang="en-US"/>
          </a:p>
        </p:txBody>
      </p:sp>
      <p:sp>
        <p:nvSpPr>
          <p:cNvPr id="94894" name="Rectangle 94893">
            <a:extLst>
              <a:ext uri="{FF2B5EF4-FFF2-40B4-BE49-F238E27FC236}">
                <a16:creationId xmlns:a16="http://schemas.microsoft.com/office/drawing/2014/main" id="{9FCE9E42-4BEE-F248-3BEC-7BD293AD8FE3}"/>
              </a:ext>
            </a:extLst>
          </p:cNvPr>
          <p:cNvSpPr/>
          <p:nvPr/>
        </p:nvSpPr>
        <p:spPr>
          <a:xfrm>
            <a:off x="10067544" y="2703576"/>
            <a:ext cx="137160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FLASH</a:t>
            </a:r>
          </a:p>
          <a:p>
            <a:pPr>
              <a:buNone/>
            </a:pPr>
            <a:r>
              <a:rPr lang="en-US" sz="1400">
                <a:solidFill>
                  <a:srgbClr val="F8FAFC"/>
                </a:solidFill>
                <a:effectLst/>
                <a:latin typeface="Calibri" panose="020F0502020204030204" pitchFamily="34" charset="0"/>
              </a:rPr>
              <a:t>program store</a:t>
            </a:r>
            <a:endParaRPr lang="en-US"/>
          </a:p>
        </p:txBody>
      </p:sp>
      <p:sp>
        <p:nvSpPr>
          <p:cNvPr id="95031" name="Rectangle 95030">
            <a:extLst>
              <a:ext uri="{FF2B5EF4-FFF2-40B4-BE49-F238E27FC236}">
                <a16:creationId xmlns:a16="http://schemas.microsoft.com/office/drawing/2014/main" id="{36F65E2F-0AE7-1D07-4DF9-CB3007BC446C}"/>
              </a:ext>
            </a:extLst>
          </p:cNvPr>
          <p:cNvSpPr/>
          <p:nvPr/>
        </p:nvSpPr>
        <p:spPr>
          <a:xfrm>
            <a:off x="6245352" y="3681984"/>
            <a:ext cx="137160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GPIO</a:t>
            </a:r>
          </a:p>
          <a:p>
            <a:pPr>
              <a:buNone/>
            </a:pPr>
            <a:r>
              <a:rPr lang="en-US" sz="1400">
                <a:solidFill>
                  <a:srgbClr val="F8FAFC"/>
                </a:solidFill>
                <a:effectLst/>
                <a:latin typeface="Calibri" panose="020F0502020204030204" pitchFamily="34" charset="0"/>
              </a:rPr>
              <a:t>digital I/O</a:t>
            </a:r>
            <a:endParaRPr lang="en-US"/>
          </a:p>
        </p:txBody>
      </p:sp>
      <p:sp>
        <p:nvSpPr>
          <p:cNvPr id="95169" name="Rectangle 95168">
            <a:extLst>
              <a:ext uri="{FF2B5EF4-FFF2-40B4-BE49-F238E27FC236}">
                <a16:creationId xmlns:a16="http://schemas.microsoft.com/office/drawing/2014/main" id="{407AF4B5-B897-E4C4-F75E-70E3DB9F0638}"/>
              </a:ext>
            </a:extLst>
          </p:cNvPr>
          <p:cNvSpPr/>
          <p:nvPr/>
        </p:nvSpPr>
        <p:spPr>
          <a:xfrm>
            <a:off x="8156448" y="3681984"/>
            <a:ext cx="137160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ADC</a:t>
            </a:r>
          </a:p>
          <a:p>
            <a:pPr>
              <a:buNone/>
            </a:pPr>
            <a:r>
              <a:rPr lang="en-US" sz="1400">
                <a:solidFill>
                  <a:srgbClr val="F8FAFC"/>
                </a:solidFill>
                <a:effectLst/>
                <a:latin typeface="Calibri" panose="020F0502020204030204" pitchFamily="34" charset="0"/>
              </a:rPr>
              <a:t>analog input</a:t>
            </a:r>
            <a:endParaRPr lang="en-US"/>
          </a:p>
        </p:txBody>
      </p:sp>
      <p:sp>
        <p:nvSpPr>
          <p:cNvPr id="95308" name="Rectangle 95307">
            <a:extLst>
              <a:ext uri="{FF2B5EF4-FFF2-40B4-BE49-F238E27FC236}">
                <a16:creationId xmlns:a16="http://schemas.microsoft.com/office/drawing/2014/main" id="{CD0885FF-A30C-5C82-7BF0-F262E4E9C71A}"/>
              </a:ext>
            </a:extLst>
          </p:cNvPr>
          <p:cNvSpPr/>
          <p:nvPr/>
        </p:nvSpPr>
        <p:spPr>
          <a:xfrm>
            <a:off x="10067544" y="3681984"/>
            <a:ext cx="137160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RADIO</a:t>
            </a:r>
          </a:p>
          <a:p>
            <a:pPr>
              <a:buNone/>
            </a:pPr>
            <a:r>
              <a:rPr lang="en-US" sz="1400">
                <a:solidFill>
                  <a:srgbClr val="F8FAFC"/>
                </a:solidFill>
                <a:effectLst/>
                <a:latin typeface="Calibri" panose="020F0502020204030204" pitchFamily="34" charset="0"/>
              </a:rPr>
              <a:t>Wi-Fi · BT*</a:t>
            </a:r>
            <a:endParaRPr lang="en-US"/>
          </a:p>
        </p:txBody>
      </p:sp>
      <p:sp>
        <p:nvSpPr>
          <p:cNvPr id="95448" name="Rectangle 95447">
            <a:extLst>
              <a:ext uri="{FF2B5EF4-FFF2-40B4-BE49-F238E27FC236}">
                <a16:creationId xmlns:a16="http://schemas.microsoft.com/office/drawing/2014/main" id="{863E5562-E923-2A8B-31F1-522B265E070F}"/>
              </a:ext>
            </a:extLst>
          </p:cNvPr>
          <p:cNvSpPr/>
          <p:nvPr/>
        </p:nvSpPr>
        <p:spPr>
          <a:xfrm>
            <a:off x="5806440" y="5410200"/>
            <a:ext cx="583387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GPIO header pins — count and numbering vary by board</a:t>
            </a:r>
          </a:p>
          <a:p>
            <a:pPr>
              <a:buNone/>
            </a:pPr>
            <a:r>
              <a:rPr lang="en-US" sz="1400">
                <a:solidFill>
                  <a:srgbClr val="CBD5E1"/>
                </a:solidFill>
                <a:effectLst/>
                <a:latin typeface="Calibri" panose="020F0502020204030204" pitchFamily="34" charset="0"/>
              </a:rPr>
              <a:t> </a:t>
            </a:r>
            <a:endParaRPr lang="en-US"/>
          </a:p>
        </p:txBody>
      </p:sp>
      <p:sp>
        <p:nvSpPr>
          <p:cNvPr id="95589" name="Rectangle 95588">
            <a:extLst>
              <a:ext uri="{FF2B5EF4-FFF2-40B4-BE49-F238E27FC236}">
                <a16:creationId xmlns:a16="http://schemas.microsoft.com/office/drawing/2014/main" id="{4993D9FC-27CD-06BF-F5B2-D63E9D2F8235}"/>
              </a:ext>
            </a:extLst>
          </p:cNvPr>
          <p:cNvSpPr/>
          <p:nvPr/>
        </p:nvSpPr>
        <p:spPr>
          <a:xfrm>
            <a:off x="548640" y="5879592"/>
            <a:ext cx="1109167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*Cores, memory and Bluetooth support vary by ESP32 variant — a functional view, not a pin map.</a:t>
            </a:r>
          </a:p>
          <a:p>
            <a:pPr>
              <a:buNone/>
            </a:pPr>
            <a:r>
              <a:rPr lang="en-US" sz="1400">
                <a:solidFill>
                  <a:srgbClr val="CBD5E1"/>
                </a:solidFill>
                <a:effectLst/>
                <a:latin typeface="Calibri" panose="020F0502020204030204" pitchFamily="34" charset="0"/>
              </a:rPr>
              <a:t> </a:t>
            </a:r>
            <a:endParaRPr lang="en-US"/>
          </a:p>
        </p:txBody>
      </p:sp>
      <p:sp>
        <p:nvSpPr>
          <p:cNvPr id="127914" name="Rectangle 127913">
            <a:extLst>
              <a:ext uri="{FF2B5EF4-FFF2-40B4-BE49-F238E27FC236}">
                <a16:creationId xmlns:a16="http://schemas.microsoft.com/office/drawing/2014/main" id="{18453F97-7BDF-6ECB-2E72-3A6B33C6BC36}"/>
              </a:ext>
            </a:extLst>
          </p:cNvPr>
          <p:cNvSpPr/>
          <p:nvPr/>
        </p:nvSpPr>
        <p:spPr>
          <a:xfrm>
            <a:off x="5989320" y="4507992"/>
            <a:ext cx="546811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Pins also carry UART · I2C · SPI; radios add Wi-Fi and Bluetooth*
 </a:t>
            </a:r>
            <a:endParaRPr lang="en-US"/>
          </a:p>
        </p:txBody>
      </p:sp>
    </p:spTree>
    <p:extLst>
      <p:ext uri="{BB962C8B-B14F-4D97-AF65-F5344CB8AC3E}">
        <p14:creationId xmlns:p14="http://schemas.microsoft.com/office/powerpoint/2010/main" val="4002290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95618" name="Rectangle 95617">
            <a:extLst>
              <a:ext uri="{FF2B5EF4-FFF2-40B4-BE49-F238E27FC236}">
                <a16:creationId xmlns:a16="http://schemas.microsoft.com/office/drawing/2014/main" id="{93401801-0108-B4CC-F4BD-655A13818A74}"/>
              </a:ext>
            </a:extLst>
          </p:cNvPr>
          <p:cNvSpPr/>
          <p:nvPr/>
        </p:nvSpPr>
        <p:spPr>
          <a:xfrm>
            <a:off x="548640" y="621792"/>
            <a:ext cx="457200" cy="41148"/>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648" name="Rectangle 95647">
            <a:extLst>
              <a:ext uri="{FF2B5EF4-FFF2-40B4-BE49-F238E27FC236}">
                <a16:creationId xmlns:a16="http://schemas.microsoft.com/office/drawing/2014/main" id="{E0DBBC2F-CE50-A42C-0FAB-9A2A1DFBFA55}"/>
              </a:ext>
            </a:extLst>
          </p:cNvPr>
          <p:cNvSpPr/>
          <p:nvPr/>
        </p:nvSpPr>
        <p:spPr>
          <a:xfrm>
            <a:off x="548640" y="2164080"/>
            <a:ext cx="3108960" cy="100584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679" name="Rectangle 95678">
            <a:extLst>
              <a:ext uri="{FF2B5EF4-FFF2-40B4-BE49-F238E27FC236}">
                <a16:creationId xmlns:a16="http://schemas.microsoft.com/office/drawing/2014/main" id="{375EFE1D-5E9B-E44D-18AA-1B46AA55E74D}"/>
              </a:ext>
            </a:extLst>
          </p:cNvPr>
          <p:cNvSpPr/>
          <p:nvPr/>
        </p:nvSpPr>
        <p:spPr>
          <a:xfrm>
            <a:off x="548640" y="2164080"/>
            <a:ext cx="64008" cy="1005840"/>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711" name="Arrow: Right 95710">
            <a:extLst>
              <a:ext uri="{FF2B5EF4-FFF2-40B4-BE49-F238E27FC236}">
                <a16:creationId xmlns:a16="http://schemas.microsoft.com/office/drawing/2014/main" id="{13F49972-B1AE-271D-474B-E53293129632}"/>
              </a:ext>
            </a:extLst>
          </p:cNvPr>
          <p:cNvSpPr/>
          <p:nvPr/>
        </p:nvSpPr>
        <p:spPr>
          <a:xfrm>
            <a:off x="3794760" y="2566416"/>
            <a:ext cx="457200" cy="201168"/>
          </a:xfrm>
          <a:prstGeom prst="rightArrow">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744" name="Rectangle 95743">
            <a:extLst>
              <a:ext uri="{FF2B5EF4-FFF2-40B4-BE49-F238E27FC236}">
                <a16:creationId xmlns:a16="http://schemas.microsoft.com/office/drawing/2014/main" id="{AC0F1E81-BF7B-4874-714B-24E8219AEB15}"/>
              </a:ext>
            </a:extLst>
          </p:cNvPr>
          <p:cNvSpPr/>
          <p:nvPr/>
        </p:nvSpPr>
        <p:spPr>
          <a:xfrm>
            <a:off x="4526280" y="2164080"/>
            <a:ext cx="3108960" cy="100584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778" name="Rectangle 95777">
            <a:extLst>
              <a:ext uri="{FF2B5EF4-FFF2-40B4-BE49-F238E27FC236}">
                <a16:creationId xmlns:a16="http://schemas.microsoft.com/office/drawing/2014/main" id="{BB583AD8-0ADE-6D5C-6524-9F22B0C05C3D}"/>
              </a:ext>
            </a:extLst>
          </p:cNvPr>
          <p:cNvSpPr/>
          <p:nvPr/>
        </p:nvSpPr>
        <p:spPr>
          <a:xfrm>
            <a:off x="4526280" y="2164080"/>
            <a:ext cx="64008" cy="1005840"/>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813" name="Arrow: Right 95812">
            <a:extLst>
              <a:ext uri="{FF2B5EF4-FFF2-40B4-BE49-F238E27FC236}">
                <a16:creationId xmlns:a16="http://schemas.microsoft.com/office/drawing/2014/main" id="{34B28C88-0A89-29A4-ABD1-EEFAAAB62922}"/>
              </a:ext>
            </a:extLst>
          </p:cNvPr>
          <p:cNvSpPr/>
          <p:nvPr/>
        </p:nvSpPr>
        <p:spPr>
          <a:xfrm>
            <a:off x="7772400" y="2566416"/>
            <a:ext cx="457200" cy="201168"/>
          </a:xfrm>
          <a:prstGeom prst="rightArrow">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849" name="Rectangle 95848">
            <a:extLst>
              <a:ext uri="{FF2B5EF4-FFF2-40B4-BE49-F238E27FC236}">
                <a16:creationId xmlns:a16="http://schemas.microsoft.com/office/drawing/2014/main" id="{2D02EB8C-E14E-BD56-AB33-BB93343A5CE6}"/>
              </a:ext>
            </a:extLst>
          </p:cNvPr>
          <p:cNvSpPr/>
          <p:nvPr/>
        </p:nvSpPr>
        <p:spPr>
          <a:xfrm>
            <a:off x="8503920" y="2164080"/>
            <a:ext cx="3108960" cy="100584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886" name="Rectangle 95885">
            <a:extLst>
              <a:ext uri="{FF2B5EF4-FFF2-40B4-BE49-F238E27FC236}">
                <a16:creationId xmlns:a16="http://schemas.microsoft.com/office/drawing/2014/main" id="{46589B2C-BAD7-2801-0D5E-A04ED303FC36}"/>
              </a:ext>
            </a:extLst>
          </p:cNvPr>
          <p:cNvSpPr/>
          <p:nvPr/>
        </p:nvSpPr>
        <p:spPr>
          <a:xfrm>
            <a:off x="8503920" y="2164080"/>
            <a:ext cx="64008" cy="1005840"/>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924" name="Rectangle 95923">
            <a:extLst>
              <a:ext uri="{FF2B5EF4-FFF2-40B4-BE49-F238E27FC236}">
                <a16:creationId xmlns:a16="http://schemas.microsoft.com/office/drawing/2014/main" id="{B66F3E13-BEC7-E468-3061-7BEB7EAC884C}"/>
              </a:ext>
            </a:extLst>
          </p:cNvPr>
          <p:cNvSpPr/>
          <p:nvPr/>
        </p:nvSpPr>
        <p:spPr>
          <a:xfrm>
            <a:off x="548640" y="3764280"/>
            <a:ext cx="5394960" cy="141732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963" name="Rectangle 95962">
            <a:extLst>
              <a:ext uri="{FF2B5EF4-FFF2-40B4-BE49-F238E27FC236}">
                <a16:creationId xmlns:a16="http://schemas.microsoft.com/office/drawing/2014/main" id="{E6AFFA27-CC0C-30AC-30E4-69E80B0E3196}"/>
              </a:ext>
            </a:extLst>
          </p:cNvPr>
          <p:cNvSpPr/>
          <p:nvPr/>
        </p:nvSpPr>
        <p:spPr>
          <a:xfrm>
            <a:off x="6245352" y="3764280"/>
            <a:ext cx="5394960" cy="141732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6003" name="Rectangle 96002">
            <a:extLst>
              <a:ext uri="{FF2B5EF4-FFF2-40B4-BE49-F238E27FC236}">
                <a16:creationId xmlns:a16="http://schemas.microsoft.com/office/drawing/2014/main" id="{AE349E8E-B537-2468-6367-228782F06BB5}"/>
              </a:ext>
            </a:extLst>
          </p:cNvPr>
          <p:cNvSpPr/>
          <p:nvPr/>
        </p:nvSpPr>
        <p:spPr>
          <a:xfrm>
            <a:off x="1143000" y="411480"/>
            <a:ext cx="8595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PART 2 · ESP32 · INSTRUCTIONS · RISC AND CISC
 </a:t>
            </a:r>
            <a:endParaRPr lang="en-US"/>
          </a:p>
        </p:txBody>
      </p:sp>
      <p:sp>
        <p:nvSpPr>
          <p:cNvPr id="96044" name="Rectangle 96043">
            <a:extLst>
              <a:ext uri="{FF2B5EF4-FFF2-40B4-BE49-F238E27FC236}">
                <a16:creationId xmlns:a16="http://schemas.microsoft.com/office/drawing/2014/main" id="{3D15667E-246E-24FD-7AEF-E0500B230AD6}"/>
              </a:ext>
            </a:extLst>
          </p:cNvPr>
          <p:cNvSpPr/>
          <p:nvPr/>
        </p:nvSpPr>
        <p:spPr>
          <a:xfrm>
            <a:off x="10515600" y="411480"/>
            <a:ext cx="1124712"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onsolas" panose="020B0609020204030204" pitchFamily="49" charset="0"/>
              </a:rPr>
              <a:t>06 / 19</a:t>
            </a:r>
            <a:endParaRPr lang="en-US"/>
          </a:p>
        </p:txBody>
      </p:sp>
      <p:sp>
        <p:nvSpPr>
          <p:cNvPr id="96086" name="Rectangle 96085">
            <a:extLst>
              <a:ext uri="{FF2B5EF4-FFF2-40B4-BE49-F238E27FC236}">
                <a16:creationId xmlns:a16="http://schemas.microsoft.com/office/drawing/2014/main" id="{30511A4A-0B74-E655-2F57-9919EF58A156}"/>
              </a:ext>
            </a:extLst>
          </p:cNvPr>
          <p:cNvSpPr/>
          <p:nvPr/>
        </p:nvSpPr>
        <p:spPr>
          <a:xfrm>
            <a:off x="548640" y="822960"/>
            <a:ext cx="11091672"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3200">
                <a:solidFill>
                  <a:srgbClr val="F8FAFC"/>
                </a:solidFill>
                <a:effectLst/>
                <a:latin typeface="Calibri" panose="020F0502020204030204" pitchFamily="34" charset="0"/>
              </a:rPr>
              <a:t>The CPU repeats a tiny cycle:</a:t>
            </a:r>
          </a:p>
          <a:p>
            <a:pPr>
              <a:buNone/>
            </a:pPr>
            <a:r>
              <a:rPr lang="en-US" sz="3200">
                <a:solidFill>
                  <a:srgbClr val="F8FAFC"/>
                </a:solidFill>
                <a:effectLst/>
                <a:latin typeface="Calibri" panose="020F0502020204030204" pitchFamily="34" charset="0"/>
              </a:rPr>
              <a:t>fetch an instruction, decode it, execute it.</a:t>
            </a:r>
            <a:endParaRPr lang="en-US"/>
          </a:p>
        </p:txBody>
      </p:sp>
      <p:sp>
        <p:nvSpPr>
          <p:cNvPr id="96129" name="Rectangle 96128">
            <a:extLst>
              <a:ext uri="{FF2B5EF4-FFF2-40B4-BE49-F238E27FC236}">
                <a16:creationId xmlns:a16="http://schemas.microsoft.com/office/drawing/2014/main" id="{C6D97C8C-8523-BAA8-D72E-DD192176C59D}"/>
              </a:ext>
            </a:extLst>
          </p:cNvPr>
          <p:cNvSpPr/>
          <p:nvPr/>
        </p:nvSpPr>
        <p:spPr>
          <a:xfrm>
            <a:off x="777240" y="2209800"/>
            <a:ext cx="27432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DBA74"/>
                </a:solidFill>
                <a:effectLst/>
                <a:latin typeface="Consolas" panose="020B0609020204030204" pitchFamily="49" charset="0"/>
              </a:rPr>
              <a:t>FETCH</a:t>
            </a:r>
          </a:p>
          <a:p>
            <a:pPr>
              <a:buNone/>
            </a:pPr>
            <a:r>
              <a:rPr lang="en-US" sz="1400">
                <a:solidFill>
                  <a:srgbClr val="FDBA74"/>
                </a:solidFill>
                <a:effectLst/>
                <a:latin typeface="Consolas" panose="020B0609020204030204" pitchFamily="49" charset="0"/>
              </a:rPr>
              <a:t> </a:t>
            </a:r>
            <a:endParaRPr lang="en-US"/>
          </a:p>
        </p:txBody>
      </p:sp>
      <p:sp>
        <p:nvSpPr>
          <p:cNvPr id="96173" name="Rectangle 96172">
            <a:extLst>
              <a:ext uri="{FF2B5EF4-FFF2-40B4-BE49-F238E27FC236}">
                <a16:creationId xmlns:a16="http://schemas.microsoft.com/office/drawing/2014/main" id="{539C5819-EFEB-A75B-7F91-C0235173B5A7}"/>
              </a:ext>
            </a:extLst>
          </p:cNvPr>
          <p:cNvSpPr/>
          <p:nvPr/>
        </p:nvSpPr>
        <p:spPr>
          <a:xfrm>
            <a:off x="777240" y="2529840"/>
            <a:ext cx="274320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Get the next instruction</a:t>
            </a:r>
          </a:p>
          <a:p>
            <a:pPr>
              <a:buNone/>
            </a:pPr>
            <a:r>
              <a:rPr lang="en-US" sz="1600">
                <a:solidFill>
                  <a:srgbClr val="F8FAFC"/>
                </a:solidFill>
                <a:effectLst/>
                <a:latin typeface="Calibri" panose="020F0502020204030204" pitchFamily="34" charset="0"/>
              </a:rPr>
              <a:t> </a:t>
            </a:r>
            <a:endParaRPr lang="en-US"/>
          </a:p>
        </p:txBody>
      </p:sp>
      <p:sp>
        <p:nvSpPr>
          <p:cNvPr id="96218" name="Rectangle 96217">
            <a:extLst>
              <a:ext uri="{FF2B5EF4-FFF2-40B4-BE49-F238E27FC236}">
                <a16:creationId xmlns:a16="http://schemas.microsoft.com/office/drawing/2014/main" id="{2C018BD4-39C5-B5B4-A38F-E9E866615372}"/>
              </a:ext>
            </a:extLst>
          </p:cNvPr>
          <p:cNvSpPr/>
          <p:nvPr/>
        </p:nvSpPr>
        <p:spPr>
          <a:xfrm>
            <a:off x="4754880" y="2209800"/>
            <a:ext cx="27432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DBA74"/>
                </a:solidFill>
                <a:effectLst/>
                <a:latin typeface="Consolas" panose="020B0609020204030204" pitchFamily="49" charset="0"/>
              </a:rPr>
              <a:t>DECODE</a:t>
            </a:r>
          </a:p>
          <a:p>
            <a:pPr>
              <a:buNone/>
            </a:pPr>
            <a:r>
              <a:rPr lang="en-US" sz="1400">
                <a:solidFill>
                  <a:srgbClr val="FDBA74"/>
                </a:solidFill>
                <a:effectLst/>
                <a:latin typeface="Consolas" panose="020B0609020204030204" pitchFamily="49" charset="0"/>
              </a:rPr>
              <a:t> </a:t>
            </a:r>
            <a:endParaRPr lang="en-US"/>
          </a:p>
        </p:txBody>
      </p:sp>
      <p:sp>
        <p:nvSpPr>
          <p:cNvPr id="96264" name="Rectangle 96263">
            <a:extLst>
              <a:ext uri="{FF2B5EF4-FFF2-40B4-BE49-F238E27FC236}">
                <a16:creationId xmlns:a16="http://schemas.microsoft.com/office/drawing/2014/main" id="{956E1F25-8D2A-3609-43FE-71B61145C890}"/>
              </a:ext>
            </a:extLst>
          </p:cNvPr>
          <p:cNvSpPr/>
          <p:nvPr/>
        </p:nvSpPr>
        <p:spPr>
          <a:xfrm>
            <a:off x="4754880" y="2529840"/>
            <a:ext cx="274320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Work out what it means</a:t>
            </a:r>
          </a:p>
          <a:p>
            <a:pPr>
              <a:buNone/>
            </a:pPr>
            <a:r>
              <a:rPr lang="en-US" sz="1600">
                <a:solidFill>
                  <a:srgbClr val="F8FAFC"/>
                </a:solidFill>
                <a:effectLst/>
                <a:latin typeface="Calibri" panose="020F0502020204030204" pitchFamily="34" charset="0"/>
              </a:rPr>
              <a:t> </a:t>
            </a:r>
            <a:endParaRPr lang="en-US"/>
          </a:p>
        </p:txBody>
      </p:sp>
      <p:sp>
        <p:nvSpPr>
          <p:cNvPr id="96311" name="Rectangle 96310">
            <a:extLst>
              <a:ext uri="{FF2B5EF4-FFF2-40B4-BE49-F238E27FC236}">
                <a16:creationId xmlns:a16="http://schemas.microsoft.com/office/drawing/2014/main" id="{64255A6B-422F-2D56-29E1-2FD4E9639946}"/>
              </a:ext>
            </a:extLst>
          </p:cNvPr>
          <p:cNvSpPr/>
          <p:nvPr/>
        </p:nvSpPr>
        <p:spPr>
          <a:xfrm>
            <a:off x="8732520" y="2209800"/>
            <a:ext cx="27432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DBA74"/>
                </a:solidFill>
                <a:effectLst/>
                <a:latin typeface="Consolas" panose="020B0609020204030204" pitchFamily="49" charset="0"/>
              </a:rPr>
              <a:t>EXECUTE</a:t>
            </a:r>
          </a:p>
          <a:p>
            <a:pPr>
              <a:buNone/>
            </a:pPr>
            <a:r>
              <a:rPr lang="en-US" sz="1400">
                <a:solidFill>
                  <a:srgbClr val="FDBA74"/>
                </a:solidFill>
                <a:effectLst/>
                <a:latin typeface="Consolas" panose="020B0609020204030204" pitchFamily="49" charset="0"/>
              </a:rPr>
              <a:t> </a:t>
            </a:r>
            <a:endParaRPr lang="en-US"/>
          </a:p>
        </p:txBody>
      </p:sp>
      <p:sp>
        <p:nvSpPr>
          <p:cNvPr id="96359" name="Rectangle 96358">
            <a:extLst>
              <a:ext uri="{FF2B5EF4-FFF2-40B4-BE49-F238E27FC236}">
                <a16:creationId xmlns:a16="http://schemas.microsoft.com/office/drawing/2014/main" id="{2D24C4AE-72C6-DB84-1CA2-2D8C7831C3FC}"/>
              </a:ext>
            </a:extLst>
          </p:cNvPr>
          <p:cNvSpPr/>
          <p:nvPr/>
        </p:nvSpPr>
        <p:spPr>
          <a:xfrm>
            <a:off x="8732520" y="2529840"/>
            <a:ext cx="2743200" cy="853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Do it: read, compare, write</a:t>
            </a:r>
          </a:p>
          <a:p>
            <a:pPr>
              <a:buNone/>
            </a:pPr>
            <a:r>
              <a:rPr lang="en-US" sz="1600">
                <a:solidFill>
                  <a:srgbClr val="F8FAFC"/>
                </a:solidFill>
                <a:effectLst/>
                <a:latin typeface="Calibri" panose="020F0502020204030204" pitchFamily="34" charset="0"/>
              </a:rPr>
              <a:t> </a:t>
            </a:r>
            <a:endParaRPr lang="en-US"/>
          </a:p>
        </p:txBody>
      </p:sp>
      <p:sp>
        <p:nvSpPr>
          <p:cNvPr id="96408" name="Rectangle 96407">
            <a:extLst>
              <a:ext uri="{FF2B5EF4-FFF2-40B4-BE49-F238E27FC236}">
                <a16:creationId xmlns:a16="http://schemas.microsoft.com/office/drawing/2014/main" id="{874845AC-88C6-FFBB-D27E-6541F2BE2E0F}"/>
              </a:ext>
            </a:extLst>
          </p:cNvPr>
          <p:cNvSpPr/>
          <p:nvPr/>
        </p:nvSpPr>
        <p:spPr>
          <a:xfrm>
            <a:off x="548640" y="3261360"/>
            <a:ext cx="73152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…then repeat, millions of times each second</a:t>
            </a:r>
          </a:p>
          <a:p>
            <a:pPr>
              <a:buNone/>
            </a:pPr>
            <a:r>
              <a:rPr lang="en-US" sz="1400">
                <a:solidFill>
                  <a:srgbClr val="CBD5E1"/>
                </a:solidFill>
                <a:effectLst/>
                <a:latin typeface="Calibri" panose="020F0502020204030204" pitchFamily="34" charset="0"/>
              </a:rPr>
              <a:t> </a:t>
            </a:r>
            <a:endParaRPr lang="en-US"/>
          </a:p>
        </p:txBody>
      </p:sp>
      <p:sp>
        <p:nvSpPr>
          <p:cNvPr id="96458" name="Rectangle 96457">
            <a:extLst>
              <a:ext uri="{FF2B5EF4-FFF2-40B4-BE49-F238E27FC236}">
                <a16:creationId xmlns:a16="http://schemas.microsoft.com/office/drawing/2014/main" id="{F42554C2-8102-74C7-BB81-03A2EE676166}"/>
              </a:ext>
            </a:extLst>
          </p:cNvPr>
          <p:cNvSpPr/>
          <p:nvPr/>
        </p:nvSpPr>
        <p:spPr>
          <a:xfrm>
            <a:off x="731520" y="3828288"/>
            <a:ext cx="50292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RISC · SMALL SPECIALISED STEPS</a:t>
            </a:r>
          </a:p>
          <a:p>
            <a:pPr>
              <a:buNone/>
            </a:pPr>
            <a:r>
              <a:rPr lang="en-US" sz="1400">
                <a:solidFill>
                  <a:srgbClr val="CBD5E1"/>
                </a:solidFill>
                <a:effectLst/>
                <a:latin typeface="Consolas" panose="020B0609020204030204" pitchFamily="49" charset="0"/>
              </a:rPr>
              <a:t> </a:t>
            </a:r>
            <a:endParaRPr lang="en-US"/>
          </a:p>
        </p:txBody>
      </p:sp>
      <p:sp>
        <p:nvSpPr>
          <p:cNvPr id="96509" name="Rectangle 96508">
            <a:extLst>
              <a:ext uri="{FF2B5EF4-FFF2-40B4-BE49-F238E27FC236}">
                <a16:creationId xmlns:a16="http://schemas.microsoft.com/office/drawing/2014/main" id="{7E776674-8349-1282-9BCC-E781EA5AAEE6}"/>
              </a:ext>
            </a:extLst>
          </p:cNvPr>
          <p:cNvSpPr/>
          <p:nvPr/>
        </p:nvSpPr>
        <p:spPr>
          <a:xfrm>
            <a:off x="731520" y="4130040"/>
            <a:ext cx="50292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800">
                <a:solidFill>
                  <a:srgbClr val="F8FAFC"/>
                </a:solidFill>
                <a:effectLst/>
                <a:latin typeface="Consolas" panose="020B0609020204030204" pitchFamily="49" charset="0"/>
              </a:rPr>
              <a:t>pick up → move → place</a:t>
            </a:r>
          </a:p>
          <a:p>
            <a:pPr>
              <a:buNone/>
            </a:pPr>
            <a:r>
              <a:rPr lang="en-US" sz="1800">
                <a:solidFill>
                  <a:srgbClr val="F8FAFC"/>
                </a:solidFill>
                <a:effectLst/>
                <a:latin typeface="Consolas" panose="020B0609020204030204" pitchFamily="49" charset="0"/>
              </a:rPr>
              <a:t> </a:t>
            </a:r>
            <a:endParaRPr lang="en-US"/>
          </a:p>
        </p:txBody>
      </p:sp>
      <p:sp>
        <p:nvSpPr>
          <p:cNvPr id="96561" name="Rectangle 96560">
            <a:extLst>
              <a:ext uri="{FF2B5EF4-FFF2-40B4-BE49-F238E27FC236}">
                <a16:creationId xmlns:a16="http://schemas.microsoft.com/office/drawing/2014/main" id="{6EC4E4B9-E258-1A54-CD70-CB990E80FAC3}"/>
              </a:ext>
            </a:extLst>
          </p:cNvPr>
          <p:cNvSpPr/>
          <p:nvPr/>
        </p:nvSpPr>
        <p:spPr>
          <a:xfrm>
            <a:off x="731520" y="4523232"/>
            <a:ext cx="50292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Many simple instructions, each quick to decode.</a:t>
            </a:r>
          </a:p>
          <a:p>
            <a:pPr>
              <a:buNone/>
            </a:pPr>
            <a:r>
              <a:rPr lang="en-US" sz="1400">
                <a:solidFill>
                  <a:srgbClr val="CBD5E1"/>
                </a:solidFill>
                <a:effectLst/>
                <a:latin typeface="Calibri" panose="020F0502020204030204" pitchFamily="34" charset="0"/>
              </a:rPr>
              <a:t> </a:t>
            </a:r>
            <a:endParaRPr lang="en-US"/>
          </a:p>
        </p:txBody>
      </p:sp>
      <p:sp>
        <p:nvSpPr>
          <p:cNvPr id="96614" name="Rectangle 96613">
            <a:extLst>
              <a:ext uri="{FF2B5EF4-FFF2-40B4-BE49-F238E27FC236}">
                <a16:creationId xmlns:a16="http://schemas.microsoft.com/office/drawing/2014/main" id="{087C81BE-0328-C8D2-61EA-2CD95341F5C8}"/>
              </a:ext>
            </a:extLst>
          </p:cNvPr>
          <p:cNvSpPr/>
          <p:nvPr/>
        </p:nvSpPr>
        <p:spPr>
          <a:xfrm>
            <a:off x="6428232" y="3828288"/>
            <a:ext cx="50292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CISC · COMPLEX COMBINED STEPS</a:t>
            </a:r>
          </a:p>
          <a:p>
            <a:pPr>
              <a:buNone/>
            </a:pPr>
            <a:r>
              <a:rPr lang="en-US" sz="1400">
                <a:solidFill>
                  <a:srgbClr val="CBD5E1"/>
                </a:solidFill>
                <a:effectLst/>
                <a:latin typeface="Consolas" panose="020B0609020204030204" pitchFamily="49" charset="0"/>
              </a:rPr>
              <a:t> </a:t>
            </a:r>
            <a:endParaRPr lang="en-US"/>
          </a:p>
        </p:txBody>
      </p:sp>
      <p:sp>
        <p:nvSpPr>
          <p:cNvPr id="96668" name="Rectangle 96667">
            <a:extLst>
              <a:ext uri="{FF2B5EF4-FFF2-40B4-BE49-F238E27FC236}">
                <a16:creationId xmlns:a16="http://schemas.microsoft.com/office/drawing/2014/main" id="{3E62C453-80AD-955D-5D19-64FC35168BD5}"/>
              </a:ext>
            </a:extLst>
          </p:cNvPr>
          <p:cNvSpPr/>
          <p:nvPr/>
        </p:nvSpPr>
        <p:spPr>
          <a:xfrm>
            <a:off x="6428232" y="4130040"/>
            <a:ext cx="50292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800">
                <a:solidFill>
                  <a:srgbClr val="F8FAFC"/>
                </a:solidFill>
                <a:effectLst/>
                <a:latin typeface="Consolas" panose="020B0609020204030204" pitchFamily="49" charset="0"/>
              </a:rPr>
              <a:t>make the sandwich</a:t>
            </a:r>
          </a:p>
          <a:p>
            <a:pPr>
              <a:buNone/>
            </a:pPr>
            <a:r>
              <a:rPr lang="en-US" sz="1800">
                <a:solidFill>
                  <a:srgbClr val="F8FAFC"/>
                </a:solidFill>
                <a:effectLst/>
                <a:latin typeface="Consolas" panose="020B0609020204030204" pitchFamily="49" charset="0"/>
              </a:rPr>
              <a:t> </a:t>
            </a:r>
            <a:endParaRPr lang="en-US"/>
          </a:p>
        </p:txBody>
      </p:sp>
      <p:sp>
        <p:nvSpPr>
          <p:cNvPr id="96723" name="Rectangle 96722">
            <a:extLst>
              <a:ext uri="{FF2B5EF4-FFF2-40B4-BE49-F238E27FC236}">
                <a16:creationId xmlns:a16="http://schemas.microsoft.com/office/drawing/2014/main" id="{1B8CBB5A-C701-6205-4932-B5EAD11B5253}"/>
              </a:ext>
            </a:extLst>
          </p:cNvPr>
          <p:cNvSpPr/>
          <p:nvPr/>
        </p:nvSpPr>
        <p:spPr>
          <a:xfrm>
            <a:off x="6428232" y="4523232"/>
            <a:ext cx="50292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Fewer, richer instructions that bundle several steps.</a:t>
            </a:r>
          </a:p>
          <a:p>
            <a:pPr>
              <a:buNone/>
            </a:pPr>
            <a:r>
              <a:rPr lang="en-US" sz="1400">
                <a:solidFill>
                  <a:srgbClr val="CBD5E1"/>
                </a:solidFill>
                <a:effectLst/>
                <a:latin typeface="Calibri" panose="020F0502020204030204" pitchFamily="34" charset="0"/>
              </a:rPr>
              <a:t> </a:t>
            </a:r>
            <a:endParaRPr lang="en-US"/>
          </a:p>
        </p:txBody>
      </p:sp>
      <p:sp>
        <p:nvSpPr>
          <p:cNvPr id="96779" name="Rectangle 96778">
            <a:extLst>
              <a:ext uri="{FF2B5EF4-FFF2-40B4-BE49-F238E27FC236}">
                <a16:creationId xmlns:a16="http://schemas.microsoft.com/office/drawing/2014/main" id="{5A4A8E99-B8A6-EEE2-0828-63ADF71EE3D8}"/>
              </a:ext>
            </a:extLst>
          </p:cNvPr>
          <p:cNvSpPr/>
          <p:nvPr/>
        </p:nvSpPr>
        <p:spPr>
          <a:xfrm>
            <a:off x="548640" y="5879592"/>
            <a:ext cx="1109167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ESP32 variants use Xtensa or RISC-V cores. This is a way of thinking, not a speed ranking.</a:t>
            </a:r>
          </a:p>
          <a:p>
            <a:pPr>
              <a:buNone/>
            </a:pPr>
            <a:r>
              <a:rPr lang="en-US" sz="1400">
                <a:solidFill>
                  <a:srgbClr val="CBD5E1"/>
                </a:solidFill>
                <a:effectLst/>
                <a:latin typeface="Calibri" panose="020F0502020204030204" pitchFamily="34" charset="0"/>
              </a:rPr>
              <a:t> </a:t>
            </a:r>
            <a:endParaRPr lang="en-US"/>
          </a:p>
        </p:txBody>
      </p:sp>
    </p:spTree>
    <p:extLst>
      <p:ext uri="{BB962C8B-B14F-4D97-AF65-F5344CB8AC3E}">
        <p14:creationId xmlns:p14="http://schemas.microsoft.com/office/powerpoint/2010/main" val="2736095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96860" name="Rectangle 96859">
            <a:extLst>
              <a:ext uri="{FF2B5EF4-FFF2-40B4-BE49-F238E27FC236}">
                <a16:creationId xmlns:a16="http://schemas.microsoft.com/office/drawing/2014/main" id="{B5312214-973D-6CC2-E689-D4FAE8FDFEC2}"/>
              </a:ext>
            </a:extLst>
          </p:cNvPr>
          <p:cNvSpPr/>
          <p:nvPr/>
        </p:nvSpPr>
        <p:spPr>
          <a:xfrm>
            <a:off x="548640" y="621792"/>
            <a:ext cx="457200" cy="41148"/>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6942" name="Rectangle 96941">
            <a:extLst>
              <a:ext uri="{FF2B5EF4-FFF2-40B4-BE49-F238E27FC236}">
                <a16:creationId xmlns:a16="http://schemas.microsoft.com/office/drawing/2014/main" id="{27755B88-61A9-828C-819E-4FF85B3D75A0}"/>
              </a:ext>
            </a:extLst>
          </p:cNvPr>
          <p:cNvSpPr/>
          <p:nvPr/>
        </p:nvSpPr>
        <p:spPr>
          <a:xfrm>
            <a:off x="8403336" y="1950720"/>
            <a:ext cx="18288" cy="2606040"/>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025" name="Rectangle 97024">
            <a:extLst>
              <a:ext uri="{FF2B5EF4-FFF2-40B4-BE49-F238E27FC236}">
                <a16:creationId xmlns:a16="http://schemas.microsoft.com/office/drawing/2014/main" id="{DA04F2E9-32E0-8BB3-2BC6-2F7079561AC9}"/>
              </a:ext>
            </a:extLst>
          </p:cNvPr>
          <p:cNvSpPr/>
          <p:nvPr/>
        </p:nvSpPr>
        <p:spPr>
          <a:xfrm>
            <a:off x="3566160" y="2252472"/>
            <a:ext cx="7315200" cy="274320"/>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109" name="Rectangle 97108">
            <a:extLst>
              <a:ext uri="{FF2B5EF4-FFF2-40B4-BE49-F238E27FC236}">
                <a16:creationId xmlns:a16="http://schemas.microsoft.com/office/drawing/2014/main" id="{32DEE300-5237-9479-252D-273A25F6067B}"/>
              </a:ext>
            </a:extLst>
          </p:cNvPr>
          <p:cNvSpPr/>
          <p:nvPr/>
        </p:nvSpPr>
        <p:spPr>
          <a:xfrm>
            <a:off x="3566160" y="3075432"/>
            <a:ext cx="4846320" cy="274320"/>
          </a:xfrm>
          <a:prstGeom prst="rect">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194" name="Rectangle 97193">
            <a:extLst>
              <a:ext uri="{FF2B5EF4-FFF2-40B4-BE49-F238E27FC236}">
                <a16:creationId xmlns:a16="http://schemas.microsoft.com/office/drawing/2014/main" id="{605F7A7A-9A70-4707-98F6-0AF02F1DEA6D}"/>
              </a:ext>
            </a:extLst>
          </p:cNvPr>
          <p:cNvSpPr/>
          <p:nvPr/>
        </p:nvSpPr>
        <p:spPr>
          <a:xfrm>
            <a:off x="3566160" y="3898392"/>
            <a:ext cx="7315200" cy="274320"/>
          </a:xfrm>
          <a:prstGeom prst="rect">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280" name="Rectangle 97279">
            <a:extLst>
              <a:ext uri="{FF2B5EF4-FFF2-40B4-BE49-F238E27FC236}">
                <a16:creationId xmlns:a16="http://schemas.microsoft.com/office/drawing/2014/main" id="{DA13976B-7A76-548E-269B-94DF5169E5C5}"/>
              </a:ext>
            </a:extLst>
          </p:cNvPr>
          <p:cNvSpPr/>
          <p:nvPr/>
        </p:nvSpPr>
        <p:spPr>
          <a:xfrm>
            <a:off x="1143000" y="411480"/>
            <a:ext cx="8595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PART 2 · ESP32 · TYPES OF MEMORY
 </a:t>
            </a:r>
            <a:endParaRPr lang="en-US"/>
          </a:p>
        </p:txBody>
      </p:sp>
      <p:sp>
        <p:nvSpPr>
          <p:cNvPr id="97367" name="Rectangle 97366">
            <a:extLst>
              <a:ext uri="{FF2B5EF4-FFF2-40B4-BE49-F238E27FC236}">
                <a16:creationId xmlns:a16="http://schemas.microsoft.com/office/drawing/2014/main" id="{367EA553-434F-3188-E1E4-CF927EC15BC3}"/>
              </a:ext>
            </a:extLst>
          </p:cNvPr>
          <p:cNvSpPr/>
          <p:nvPr/>
        </p:nvSpPr>
        <p:spPr>
          <a:xfrm>
            <a:off x="10515600" y="411480"/>
            <a:ext cx="1124712"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onsolas" panose="020B0609020204030204" pitchFamily="49" charset="0"/>
              </a:rPr>
              <a:t>07 / 19</a:t>
            </a:r>
            <a:endParaRPr lang="en-US"/>
          </a:p>
        </p:txBody>
      </p:sp>
      <p:sp>
        <p:nvSpPr>
          <p:cNvPr id="97455" name="Rectangle 97454">
            <a:extLst>
              <a:ext uri="{FF2B5EF4-FFF2-40B4-BE49-F238E27FC236}">
                <a16:creationId xmlns:a16="http://schemas.microsoft.com/office/drawing/2014/main" id="{03DED3A9-9DF9-B66E-B2B2-91A899075043}"/>
              </a:ext>
            </a:extLst>
          </p:cNvPr>
          <p:cNvSpPr/>
          <p:nvPr/>
        </p:nvSpPr>
        <p:spPr>
          <a:xfrm>
            <a:off x="548640" y="822960"/>
            <a:ext cx="11091672" cy="853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3200">
                <a:solidFill>
                  <a:srgbClr val="F8FAFC"/>
                </a:solidFill>
                <a:effectLst/>
                <a:latin typeface="Calibri" panose="020F0502020204030204" pitchFamily="34" charset="0"/>
              </a:rPr>
              <a:t>Power goes off. Which memory keeps its contents?</a:t>
            </a:r>
          </a:p>
          <a:p>
            <a:pPr>
              <a:buNone/>
            </a:pPr>
            <a:r>
              <a:rPr lang="en-US" sz="3200">
                <a:solidFill>
                  <a:srgbClr val="F8FAFC"/>
                </a:solidFill>
                <a:effectLst/>
                <a:latin typeface="Calibri" panose="020F0502020204030204" pitchFamily="34" charset="0"/>
              </a:rPr>
              <a:t> </a:t>
            </a:r>
            <a:endParaRPr lang="en-US"/>
          </a:p>
        </p:txBody>
      </p:sp>
      <p:sp>
        <p:nvSpPr>
          <p:cNvPr id="97544" name="Rectangle 97543">
            <a:extLst>
              <a:ext uri="{FF2B5EF4-FFF2-40B4-BE49-F238E27FC236}">
                <a16:creationId xmlns:a16="http://schemas.microsoft.com/office/drawing/2014/main" id="{A53BC31D-7A95-9D7A-C0D9-34A486FE4C26}"/>
              </a:ext>
            </a:extLst>
          </p:cNvPr>
          <p:cNvSpPr/>
          <p:nvPr/>
        </p:nvSpPr>
        <p:spPr>
          <a:xfrm>
            <a:off x="3566160" y="1630680"/>
            <a:ext cx="13716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power on</a:t>
            </a:r>
          </a:p>
          <a:p>
            <a:pPr>
              <a:buNone/>
            </a:pPr>
            <a:r>
              <a:rPr lang="en-US" sz="1400">
                <a:solidFill>
                  <a:srgbClr val="CBD5E1"/>
                </a:solidFill>
                <a:effectLst/>
                <a:latin typeface="Calibri" panose="020F0502020204030204" pitchFamily="34" charset="0"/>
              </a:rPr>
              <a:t> </a:t>
            </a:r>
            <a:endParaRPr lang="en-US"/>
          </a:p>
        </p:txBody>
      </p:sp>
      <p:sp>
        <p:nvSpPr>
          <p:cNvPr id="97634" name="Rectangle 97633">
            <a:extLst>
              <a:ext uri="{FF2B5EF4-FFF2-40B4-BE49-F238E27FC236}">
                <a16:creationId xmlns:a16="http://schemas.microsoft.com/office/drawing/2014/main" id="{EDAC98CA-BFD9-A2FC-8FC7-13D050A8E460}"/>
              </a:ext>
            </a:extLst>
          </p:cNvPr>
          <p:cNvSpPr/>
          <p:nvPr/>
        </p:nvSpPr>
        <p:spPr>
          <a:xfrm>
            <a:off x="7863840" y="1630680"/>
            <a:ext cx="1097280"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FDBA74"/>
                </a:solidFill>
                <a:effectLst/>
                <a:latin typeface="Calibri" panose="020F0502020204030204" pitchFamily="34" charset="0"/>
              </a:rPr>
              <a:t>power off</a:t>
            </a:r>
            <a:endParaRPr lang="en-US"/>
          </a:p>
        </p:txBody>
      </p:sp>
      <p:sp>
        <p:nvSpPr>
          <p:cNvPr id="97725" name="Rectangle 97724">
            <a:extLst>
              <a:ext uri="{FF2B5EF4-FFF2-40B4-BE49-F238E27FC236}">
                <a16:creationId xmlns:a16="http://schemas.microsoft.com/office/drawing/2014/main" id="{801A21C1-4C49-E4FC-7C1C-9FB042228EFC}"/>
              </a:ext>
            </a:extLst>
          </p:cNvPr>
          <p:cNvSpPr/>
          <p:nvPr/>
        </p:nvSpPr>
        <p:spPr>
          <a:xfrm>
            <a:off x="10058400" y="1630680"/>
            <a:ext cx="822960"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alibri" panose="020F0502020204030204" pitchFamily="34" charset="0"/>
              </a:rPr>
              <a:t>later</a:t>
            </a:r>
            <a:endParaRPr lang="en-US"/>
          </a:p>
        </p:txBody>
      </p:sp>
      <p:sp>
        <p:nvSpPr>
          <p:cNvPr id="97817" name="Rectangle 97816">
            <a:extLst>
              <a:ext uri="{FF2B5EF4-FFF2-40B4-BE49-F238E27FC236}">
                <a16:creationId xmlns:a16="http://schemas.microsoft.com/office/drawing/2014/main" id="{640056B9-E199-154E-1699-68497AD4F7B5}"/>
              </a:ext>
            </a:extLst>
          </p:cNvPr>
          <p:cNvSpPr/>
          <p:nvPr/>
        </p:nvSpPr>
        <p:spPr>
          <a:xfrm>
            <a:off x="548640" y="2042160"/>
            <a:ext cx="292608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DBA74"/>
                </a:solidFill>
                <a:effectLst/>
                <a:latin typeface="Consolas" panose="020B0609020204030204" pitchFamily="49" charset="0"/>
              </a:rPr>
              <a:t>FLASH · NOTEBOOK</a:t>
            </a:r>
          </a:p>
          <a:p>
            <a:pPr>
              <a:buNone/>
            </a:pPr>
            <a:r>
              <a:rPr lang="en-US" sz="1400">
                <a:solidFill>
                  <a:srgbClr val="FDBA74"/>
                </a:solidFill>
                <a:effectLst/>
                <a:latin typeface="Consolas" panose="020B0609020204030204" pitchFamily="49" charset="0"/>
              </a:rPr>
              <a:t> </a:t>
            </a:r>
            <a:endParaRPr lang="en-US"/>
          </a:p>
        </p:txBody>
      </p:sp>
      <p:sp>
        <p:nvSpPr>
          <p:cNvPr id="97910" name="Rectangle 97909">
            <a:extLst>
              <a:ext uri="{FF2B5EF4-FFF2-40B4-BE49-F238E27FC236}">
                <a16:creationId xmlns:a16="http://schemas.microsoft.com/office/drawing/2014/main" id="{5D62B6D3-4463-91EE-9A85-266320FC8B1D}"/>
              </a:ext>
            </a:extLst>
          </p:cNvPr>
          <p:cNvSpPr/>
          <p:nvPr/>
        </p:nvSpPr>
        <p:spPr>
          <a:xfrm>
            <a:off x="548640" y="2289048"/>
            <a:ext cx="292608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Program code</a:t>
            </a:r>
          </a:p>
          <a:p>
            <a:pPr>
              <a:buNone/>
            </a:pPr>
            <a:r>
              <a:rPr lang="en-US" sz="1600">
                <a:solidFill>
                  <a:srgbClr val="F8FAFC"/>
                </a:solidFill>
                <a:effectLst/>
                <a:latin typeface="Calibri" panose="020F0502020204030204" pitchFamily="34" charset="0"/>
              </a:rPr>
              <a:t> </a:t>
            </a:r>
            <a:endParaRPr lang="en-US"/>
          </a:p>
        </p:txBody>
      </p:sp>
      <p:sp>
        <p:nvSpPr>
          <p:cNvPr id="98004" name="Rectangle 98003">
            <a:extLst>
              <a:ext uri="{FF2B5EF4-FFF2-40B4-BE49-F238E27FC236}">
                <a16:creationId xmlns:a16="http://schemas.microsoft.com/office/drawing/2014/main" id="{96EA2662-5CB8-864C-779E-5291C62299BF}"/>
              </a:ext>
            </a:extLst>
          </p:cNvPr>
          <p:cNvSpPr/>
          <p:nvPr/>
        </p:nvSpPr>
        <p:spPr>
          <a:xfrm>
            <a:off x="10972800" y="2225040"/>
            <a:ext cx="66751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86EFAC"/>
                </a:solidFill>
                <a:effectLst/>
                <a:latin typeface="Calibri" panose="020F0502020204030204" pitchFamily="34" charset="0"/>
              </a:rPr>
              <a:t>kept</a:t>
            </a:r>
          </a:p>
          <a:p>
            <a:pPr>
              <a:buNone/>
            </a:pPr>
            <a:r>
              <a:rPr lang="en-US" sz="1400">
                <a:solidFill>
                  <a:srgbClr val="86EFAC"/>
                </a:solidFill>
                <a:effectLst/>
                <a:latin typeface="Calibri" panose="020F0502020204030204" pitchFamily="34" charset="0"/>
              </a:rPr>
              <a:t> </a:t>
            </a:r>
            <a:endParaRPr lang="en-US"/>
          </a:p>
        </p:txBody>
      </p:sp>
      <p:sp>
        <p:nvSpPr>
          <p:cNvPr id="98099" name="Rectangle 98098">
            <a:extLst>
              <a:ext uri="{FF2B5EF4-FFF2-40B4-BE49-F238E27FC236}">
                <a16:creationId xmlns:a16="http://schemas.microsoft.com/office/drawing/2014/main" id="{2B70664C-46C7-247F-E1BB-6EADE43D7905}"/>
              </a:ext>
            </a:extLst>
          </p:cNvPr>
          <p:cNvSpPr/>
          <p:nvPr/>
        </p:nvSpPr>
        <p:spPr>
          <a:xfrm>
            <a:off x="548640" y="2865120"/>
            <a:ext cx="292608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RAM · WORKTABLE</a:t>
            </a:r>
          </a:p>
          <a:p>
            <a:pPr>
              <a:buNone/>
            </a:pPr>
            <a:r>
              <a:rPr lang="en-US" sz="1400">
                <a:solidFill>
                  <a:srgbClr val="67E8F9"/>
                </a:solidFill>
                <a:effectLst/>
                <a:latin typeface="Consolas" panose="020B0609020204030204" pitchFamily="49" charset="0"/>
              </a:rPr>
              <a:t> </a:t>
            </a:r>
            <a:endParaRPr lang="en-US"/>
          </a:p>
        </p:txBody>
      </p:sp>
      <p:sp>
        <p:nvSpPr>
          <p:cNvPr id="98195" name="Rectangle 98194">
            <a:extLst>
              <a:ext uri="{FF2B5EF4-FFF2-40B4-BE49-F238E27FC236}">
                <a16:creationId xmlns:a16="http://schemas.microsoft.com/office/drawing/2014/main" id="{274682AC-0D76-8693-A243-1DA2B3ECD652}"/>
              </a:ext>
            </a:extLst>
          </p:cNvPr>
          <p:cNvSpPr/>
          <p:nvPr/>
        </p:nvSpPr>
        <p:spPr>
          <a:xfrm>
            <a:off x="548640" y="3112008"/>
            <a:ext cx="292608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Live variables</a:t>
            </a:r>
          </a:p>
          <a:p>
            <a:pPr>
              <a:buNone/>
            </a:pPr>
            <a:r>
              <a:rPr lang="en-US" sz="1600">
                <a:solidFill>
                  <a:srgbClr val="F8FAFC"/>
                </a:solidFill>
                <a:effectLst/>
                <a:latin typeface="Calibri" panose="020F0502020204030204" pitchFamily="34" charset="0"/>
              </a:rPr>
              <a:t> </a:t>
            </a:r>
            <a:endParaRPr lang="en-US"/>
          </a:p>
        </p:txBody>
      </p:sp>
      <p:sp>
        <p:nvSpPr>
          <p:cNvPr id="98292" name="Rectangle 98291">
            <a:extLst>
              <a:ext uri="{FF2B5EF4-FFF2-40B4-BE49-F238E27FC236}">
                <a16:creationId xmlns:a16="http://schemas.microsoft.com/office/drawing/2014/main" id="{76532493-48D9-5B79-263A-A7B485344ED7}"/>
              </a:ext>
            </a:extLst>
          </p:cNvPr>
          <p:cNvSpPr/>
          <p:nvPr/>
        </p:nvSpPr>
        <p:spPr>
          <a:xfrm>
            <a:off x="10972800" y="3048000"/>
            <a:ext cx="66751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DBA74"/>
                </a:solidFill>
                <a:effectLst/>
                <a:latin typeface="Calibri" panose="020F0502020204030204" pitchFamily="34" charset="0"/>
              </a:rPr>
              <a:t>lost</a:t>
            </a:r>
          </a:p>
          <a:p>
            <a:pPr>
              <a:buNone/>
            </a:pPr>
            <a:r>
              <a:rPr lang="en-US" sz="1400">
                <a:solidFill>
                  <a:srgbClr val="FDBA74"/>
                </a:solidFill>
                <a:effectLst/>
                <a:latin typeface="Calibri" panose="020F0502020204030204" pitchFamily="34" charset="0"/>
              </a:rPr>
              <a:t> </a:t>
            </a:r>
            <a:endParaRPr lang="en-US"/>
          </a:p>
        </p:txBody>
      </p:sp>
      <p:sp>
        <p:nvSpPr>
          <p:cNvPr id="98390" name="Rectangle 98389">
            <a:extLst>
              <a:ext uri="{FF2B5EF4-FFF2-40B4-BE49-F238E27FC236}">
                <a16:creationId xmlns:a16="http://schemas.microsoft.com/office/drawing/2014/main" id="{FC5F7F26-3B54-A262-7CE5-669CA0A35E9E}"/>
              </a:ext>
            </a:extLst>
          </p:cNvPr>
          <p:cNvSpPr/>
          <p:nvPr/>
        </p:nvSpPr>
        <p:spPr>
          <a:xfrm>
            <a:off x="548640" y="3688080"/>
            <a:ext cx="292608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4B5FD"/>
                </a:solidFill>
                <a:effectLst/>
                <a:latin typeface="Consolas" panose="020B0609020204030204" pitchFamily="49" charset="0"/>
              </a:rPr>
              <a:t>NVS · LOCKER</a:t>
            </a:r>
          </a:p>
          <a:p>
            <a:pPr>
              <a:buNone/>
            </a:pPr>
            <a:r>
              <a:rPr lang="en-US" sz="1400">
                <a:solidFill>
                  <a:srgbClr val="C4B5FD"/>
                </a:solidFill>
                <a:effectLst/>
                <a:latin typeface="Consolas" panose="020B0609020204030204" pitchFamily="49" charset="0"/>
              </a:rPr>
              <a:t> </a:t>
            </a:r>
            <a:endParaRPr lang="en-US"/>
          </a:p>
        </p:txBody>
      </p:sp>
      <p:sp>
        <p:nvSpPr>
          <p:cNvPr id="98489" name="Rectangle 98488">
            <a:extLst>
              <a:ext uri="{FF2B5EF4-FFF2-40B4-BE49-F238E27FC236}">
                <a16:creationId xmlns:a16="http://schemas.microsoft.com/office/drawing/2014/main" id="{BDBBFA5C-DA21-EED2-E627-86FEDB98A2FF}"/>
              </a:ext>
            </a:extLst>
          </p:cNvPr>
          <p:cNvSpPr/>
          <p:nvPr/>
        </p:nvSpPr>
        <p:spPr>
          <a:xfrm>
            <a:off x="548640" y="3934968"/>
            <a:ext cx="292608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Saved settings (in flash)</a:t>
            </a:r>
          </a:p>
          <a:p>
            <a:pPr>
              <a:buNone/>
            </a:pPr>
            <a:r>
              <a:rPr lang="en-US" sz="1600">
                <a:solidFill>
                  <a:srgbClr val="F8FAFC"/>
                </a:solidFill>
                <a:effectLst/>
                <a:latin typeface="Calibri" panose="020F0502020204030204" pitchFamily="34" charset="0"/>
              </a:rPr>
              <a:t> </a:t>
            </a:r>
            <a:endParaRPr lang="en-US"/>
          </a:p>
        </p:txBody>
      </p:sp>
      <p:sp>
        <p:nvSpPr>
          <p:cNvPr id="98589" name="Rectangle 98588">
            <a:extLst>
              <a:ext uri="{FF2B5EF4-FFF2-40B4-BE49-F238E27FC236}">
                <a16:creationId xmlns:a16="http://schemas.microsoft.com/office/drawing/2014/main" id="{E2F8C869-4982-E595-E37C-6F45034E1C77}"/>
              </a:ext>
            </a:extLst>
          </p:cNvPr>
          <p:cNvSpPr/>
          <p:nvPr/>
        </p:nvSpPr>
        <p:spPr>
          <a:xfrm>
            <a:off x="10972800" y="3870960"/>
            <a:ext cx="66751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86EFAC"/>
                </a:solidFill>
                <a:effectLst/>
                <a:latin typeface="Calibri" panose="020F0502020204030204" pitchFamily="34" charset="0"/>
              </a:rPr>
              <a:t>kept</a:t>
            </a:r>
          </a:p>
          <a:p>
            <a:pPr>
              <a:buNone/>
            </a:pPr>
            <a:r>
              <a:rPr lang="en-US" sz="1400">
                <a:solidFill>
                  <a:srgbClr val="86EFAC"/>
                </a:solidFill>
                <a:effectLst/>
                <a:latin typeface="Calibri" panose="020F0502020204030204" pitchFamily="34" charset="0"/>
              </a:rPr>
              <a:t> </a:t>
            </a:r>
            <a:endParaRPr lang="en-US"/>
          </a:p>
        </p:txBody>
      </p:sp>
      <p:sp>
        <p:nvSpPr>
          <p:cNvPr id="98690" name="Rectangle 98689">
            <a:extLst>
              <a:ext uri="{FF2B5EF4-FFF2-40B4-BE49-F238E27FC236}">
                <a16:creationId xmlns:a16="http://schemas.microsoft.com/office/drawing/2014/main" id="{60839225-B0F0-59CC-F874-41B84ED636A6}"/>
              </a:ext>
            </a:extLst>
          </p:cNvPr>
          <p:cNvSpPr/>
          <p:nvPr/>
        </p:nvSpPr>
        <p:spPr>
          <a:xfrm>
            <a:off x="548640" y="4648200"/>
            <a:ext cx="54864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PREDICT · SHOW OF HANDS</a:t>
            </a:r>
          </a:p>
          <a:p>
            <a:pPr>
              <a:buNone/>
            </a:pPr>
            <a:r>
              <a:rPr lang="en-US" sz="1400">
                <a:solidFill>
                  <a:srgbClr val="67E8F9"/>
                </a:solidFill>
                <a:effectLst/>
                <a:latin typeface="Consolas" panose="020B0609020204030204" pitchFamily="49" charset="0"/>
              </a:rPr>
              <a:t> </a:t>
            </a:r>
            <a:endParaRPr lang="en-US"/>
          </a:p>
        </p:txBody>
      </p:sp>
      <p:sp>
        <p:nvSpPr>
          <p:cNvPr id="98792" name="Rectangle 98791">
            <a:extLst>
              <a:ext uri="{FF2B5EF4-FFF2-40B4-BE49-F238E27FC236}">
                <a16:creationId xmlns:a16="http://schemas.microsoft.com/office/drawing/2014/main" id="{3218E13D-2B42-8C25-71CD-F6FFEC6B1D93}"/>
              </a:ext>
            </a:extLst>
          </p:cNvPr>
          <p:cNvSpPr/>
          <p:nvPr/>
        </p:nvSpPr>
        <p:spPr>
          <a:xfrm>
            <a:off x="548640" y="4922520"/>
            <a:ext cx="11091672"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800">
                <a:solidFill>
                  <a:srgbClr val="F8FAFC"/>
                </a:solidFill>
                <a:effectLst/>
                <a:latin typeface="Calibri" panose="020F0502020204030204" pitchFamily="34" charset="0"/>
              </a:rPr>
              <a:t>A counter in RAM or an alarm threshold saved to NVS — which survives?</a:t>
            </a:r>
          </a:p>
          <a:p>
            <a:pPr>
              <a:buNone/>
            </a:pPr>
            <a:r>
              <a:rPr lang="en-US" sz="1800">
                <a:solidFill>
                  <a:srgbClr val="F8FAFC"/>
                </a:solidFill>
                <a:effectLst/>
                <a:latin typeface="Calibri" panose="020F0502020204030204" pitchFamily="34" charset="0"/>
              </a:rPr>
              <a:t> </a:t>
            </a:r>
            <a:endParaRPr lang="en-US"/>
          </a:p>
        </p:txBody>
      </p:sp>
      <p:sp>
        <p:nvSpPr>
          <p:cNvPr id="98895" name="Rectangle 98894">
            <a:extLst>
              <a:ext uri="{FF2B5EF4-FFF2-40B4-BE49-F238E27FC236}">
                <a16:creationId xmlns:a16="http://schemas.microsoft.com/office/drawing/2014/main" id="{0F2F32A1-AB33-6733-A8DA-50D53137B7CB}"/>
              </a:ext>
            </a:extLst>
          </p:cNvPr>
          <p:cNvSpPr/>
          <p:nvPr/>
        </p:nvSpPr>
        <p:spPr>
          <a:xfrm>
            <a:off x="548640" y="5879592"/>
            <a:ext cx="1109167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NVS lives in flash: it survives resets but has limited write cycles — save deliberately.</a:t>
            </a:r>
          </a:p>
          <a:p>
            <a:pPr>
              <a:buNone/>
            </a:pPr>
            <a:r>
              <a:rPr lang="en-US" sz="1400">
                <a:solidFill>
                  <a:srgbClr val="CBD5E1"/>
                </a:solidFill>
                <a:effectLst/>
                <a:latin typeface="Calibri" panose="020F0502020204030204" pitchFamily="34" charset="0"/>
              </a:rPr>
              <a:t> </a:t>
            </a:r>
            <a:endParaRPr lang="en-US"/>
          </a:p>
        </p:txBody>
      </p:sp>
    </p:spTree>
    <p:extLst>
      <p:ext uri="{BB962C8B-B14F-4D97-AF65-F5344CB8AC3E}">
        <p14:creationId xmlns:p14="http://schemas.microsoft.com/office/powerpoint/2010/main" val="3534592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100104" name="Rectangle 100103">
            <a:extLst>
              <a:ext uri="{FF2B5EF4-FFF2-40B4-BE49-F238E27FC236}">
                <a16:creationId xmlns:a16="http://schemas.microsoft.com/office/drawing/2014/main" id="{802CC94D-02E7-4FD1-F7C1-9ACF4C66A353}"/>
              </a:ext>
            </a:extLst>
          </p:cNvPr>
          <p:cNvSpPr/>
          <p:nvPr/>
        </p:nvSpPr>
        <p:spPr>
          <a:xfrm>
            <a:off x="548640" y="621792"/>
            <a:ext cx="457200" cy="41148"/>
          </a:xfrm>
          <a:prstGeom prst="rect">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0207" name="Rectangle 100206">
            <a:extLst>
              <a:ext uri="{FF2B5EF4-FFF2-40B4-BE49-F238E27FC236}">
                <a16:creationId xmlns:a16="http://schemas.microsoft.com/office/drawing/2014/main" id="{95D8D3D0-26BE-2E0A-12F3-B0E100C40606}"/>
              </a:ext>
            </a:extLst>
          </p:cNvPr>
          <p:cNvSpPr/>
          <p:nvPr/>
        </p:nvSpPr>
        <p:spPr>
          <a:xfrm>
            <a:off x="1451610" y="2545080"/>
            <a:ext cx="22860" cy="548640"/>
          </a:xfrm>
          <a:prstGeom prst="rect">
            <a:avLst/>
          </a:prstGeom>
          <a:solidFill>
            <a:srgbClr val="F8FAF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0311" name="Oval 100310">
            <a:extLst>
              <a:ext uri="{FF2B5EF4-FFF2-40B4-BE49-F238E27FC236}">
                <a16:creationId xmlns:a16="http://schemas.microsoft.com/office/drawing/2014/main" id="{FD133115-060E-AB0E-E85F-FB44D6F56790}"/>
              </a:ext>
            </a:extLst>
          </p:cNvPr>
          <p:cNvSpPr/>
          <p:nvPr/>
        </p:nvSpPr>
        <p:spPr>
          <a:xfrm>
            <a:off x="1408176" y="3038856"/>
            <a:ext cx="109728" cy="109728"/>
          </a:xfrm>
          <a:prstGeom prst="ellipse">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0416" name="Rectangle 100415">
            <a:extLst>
              <a:ext uri="{FF2B5EF4-FFF2-40B4-BE49-F238E27FC236}">
                <a16:creationId xmlns:a16="http://schemas.microsoft.com/office/drawing/2014/main" id="{AB831FD2-172F-592B-1D4D-688276B76DF5}"/>
              </a:ext>
            </a:extLst>
          </p:cNvPr>
          <p:cNvSpPr/>
          <p:nvPr/>
        </p:nvSpPr>
        <p:spPr>
          <a:xfrm>
            <a:off x="1463040" y="3082290"/>
            <a:ext cx="822960" cy="22860"/>
          </a:xfrm>
          <a:prstGeom prst="rect">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0522" name="Rectangle 100521">
            <a:extLst>
              <a:ext uri="{FF2B5EF4-FFF2-40B4-BE49-F238E27FC236}">
                <a16:creationId xmlns:a16="http://schemas.microsoft.com/office/drawing/2014/main" id="{0E2B856C-8A5E-BBBA-4892-35E28CA09517}"/>
              </a:ext>
            </a:extLst>
          </p:cNvPr>
          <p:cNvSpPr/>
          <p:nvPr/>
        </p:nvSpPr>
        <p:spPr>
          <a:xfrm>
            <a:off x="5260086" y="2316480"/>
            <a:ext cx="22860" cy="228600"/>
          </a:xfrm>
          <a:prstGeom prst="rect">
            <a:avLst/>
          </a:prstGeom>
          <a:solidFill>
            <a:srgbClr val="F8FAF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0629" name="Rectangle 100628">
            <a:extLst>
              <a:ext uri="{FF2B5EF4-FFF2-40B4-BE49-F238E27FC236}">
                <a16:creationId xmlns:a16="http://schemas.microsoft.com/office/drawing/2014/main" id="{D2904FC9-B1EC-928C-98E9-5D04E403821C}"/>
              </a:ext>
            </a:extLst>
          </p:cNvPr>
          <p:cNvSpPr/>
          <p:nvPr/>
        </p:nvSpPr>
        <p:spPr>
          <a:xfrm>
            <a:off x="5143500" y="2545080"/>
            <a:ext cx="256032" cy="457200"/>
          </a:xfrm>
          <a:prstGeom prst="rect">
            <a:avLst/>
          </a:prstGeom>
          <a:solidFill>
            <a:srgbClr val="0F172A"/>
          </a:solidFill>
          <a:ln w="15875">
            <a:solidFill>
              <a:srgbClr val="FDBA7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0737" name="Rectangle 100736">
            <a:extLst>
              <a:ext uri="{FF2B5EF4-FFF2-40B4-BE49-F238E27FC236}">
                <a16:creationId xmlns:a16="http://schemas.microsoft.com/office/drawing/2014/main" id="{385080DA-1AEF-73D1-1DC5-8BA1118D2972}"/>
              </a:ext>
            </a:extLst>
          </p:cNvPr>
          <p:cNvSpPr/>
          <p:nvPr/>
        </p:nvSpPr>
        <p:spPr>
          <a:xfrm>
            <a:off x="5260086" y="3002280"/>
            <a:ext cx="22860" cy="274320"/>
          </a:xfrm>
          <a:prstGeom prst="rect">
            <a:avLst/>
          </a:prstGeom>
          <a:solidFill>
            <a:srgbClr val="F8FAF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0846" name="Rectangle 100845">
            <a:extLst>
              <a:ext uri="{FF2B5EF4-FFF2-40B4-BE49-F238E27FC236}">
                <a16:creationId xmlns:a16="http://schemas.microsoft.com/office/drawing/2014/main" id="{6EDFCF39-9817-5170-5C63-CFF5596E0E24}"/>
              </a:ext>
            </a:extLst>
          </p:cNvPr>
          <p:cNvSpPr/>
          <p:nvPr/>
        </p:nvSpPr>
        <p:spPr>
          <a:xfrm>
            <a:off x="5260086" y="3276600"/>
            <a:ext cx="22860" cy="228600"/>
          </a:xfrm>
          <a:prstGeom prst="rect">
            <a:avLst/>
          </a:prstGeom>
          <a:solidFill>
            <a:srgbClr val="F8FAF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0956" name="Oval 100955">
            <a:extLst>
              <a:ext uri="{FF2B5EF4-FFF2-40B4-BE49-F238E27FC236}">
                <a16:creationId xmlns:a16="http://schemas.microsoft.com/office/drawing/2014/main" id="{1BEF89EF-7D03-C3AE-106B-E63AD5B97B58}"/>
              </a:ext>
            </a:extLst>
          </p:cNvPr>
          <p:cNvSpPr/>
          <p:nvPr/>
        </p:nvSpPr>
        <p:spPr>
          <a:xfrm>
            <a:off x="5234940" y="3468624"/>
            <a:ext cx="73152" cy="73152"/>
          </a:xfrm>
          <a:prstGeom prst="ellipse">
            <a:avLst/>
          </a:prstGeom>
          <a:solidFill>
            <a:srgbClr val="F8FAF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067" name="Oval 101066">
            <a:extLst>
              <a:ext uri="{FF2B5EF4-FFF2-40B4-BE49-F238E27FC236}">
                <a16:creationId xmlns:a16="http://schemas.microsoft.com/office/drawing/2014/main" id="{94154C8C-900A-1228-8738-3CE49F20BDDB}"/>
              </a:ext>
            </a:extLst>
          </p:cNvPr>
          <p:cNvSpPr/>
          <p:nvPr/>
        </p:nvSpPr>
        <p:spPr>
          <a:xfrm>
            <a:off x="5234940" y="3925824"/>
            <a:ext cx="73152" cy="73152"/>
          </a:xfrm>
          <a:prstGeom prst="ellipse">
            <a:avLst/>
          </a:prstGeom>
          <a:solidFill>
            <a:srgbClr val="F8FAF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179" name="Rectangle 101178">
            <a:extLst>
              <a:ext uri="{FF2B5EF4-FFF2-40B4-BE49-F238E27FC236}">
                <a16:creationId xmlns:a16="http://schemas.microsoft.com/office/drawing/2014/main" id="{A8647FC5-10AF-090E-1760-504DCAB4A865}"/>
              </a:ext>
            </a:extLst>
          </p:cNvPr>
          <p:cNvSpPr/>
          <p:nvPr/>
        </p:nvSpPr>
        <p:spPr>
          <a:xfrm rot="17928648">
            <a:off x="5163384" y="3768090"/>
            <a:ext cx="417431" cy="22860"/>
          </a:xfrm>
          <a:prstGeom prst="rect">
            <a:avLst/>
          </a:prstGeom>
          <a:solidFill>
            <a:srgbClr val="F8FAF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292" name="Rectangle 101291">
            <a:extLst>
              <a:ext uri="{FF2B5EF4-FFF2-40B4-BE49-F238E27FC236}">
                <a16:creationId xmlns:a16="http://schemas.microsoft.com/office/drawing/2014/main" id="{BED6F62F-B373-8D18-129A-59B2CEFD7145}"/>
              </a:ext>
            </a:extLst>
          </p:cNvPr>
          <p:cNvSpPr/>
          <p:nvPr/>
        </p:nvSpPr>
        <p:spPr>
          <a:xfrm>
            <a:off x="5260086" y="3962400"/>
            <a:ext cx="22860" cy="228600"/>
          </a:xfrm>
          <a:prstGeom prst="rect">
            <a:avLst/>
          </a:prstGeom>
          <a:solidFill>
            <a:srgbClr val="F8FAF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406" name="Oval 101405">
            <a:extLst>
              <a:ext uri="{FF2B5EF4-FFF2-40B4-BE49-F238E27FC236}">
                <a16:creationId xmlns:a16="http://schemas.microsoft.com/office/drawing/2014/main" id="{2903D814-D1C0-9228-F337-BDFBBD31CF2A}"/>
              </a:ext>
            </a:extLst>
          </p:cNvPr>
          <p:cNvSpPr/>
          <p:nvPr/>
        </p:nvSpPr>
        <p:spPr>
          <a:xfrm>
            <a:off x="5216652" y="3221736"/>
            <a:ext cx="109728" cy="109728"/>
          </a:xfrm>
          <a:prstGeom prst="ellipse">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521" name="Rectangle 101520">
            <a:extLst>
              <a:ext uri="{FF2B5EF4-FFF2-40B4-BE49-F238E27FC236}">
                <a16:creationId xmlns:a16="http://schemas.microsoft.com/office/drawing/2014/main" id="{F891BC23-C2BB-F203-2A2A-B5C8F2CF8DA1}"/>
              </a:ext>
            </a:extLst>
          </p:cNvPr>
          <p:cNvSpPr/>
          <p:nvPr/>
        </p:nvSpPr>
        <p:spPr>
          <a:xfrm>
            <a:off x="5271516" y="3265170"/>
            <a:ext cx="822960" cy="22860"/>
          </a:xfrm>
          <a:prstGeom prst="rect">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637" name="Rectangle 101636">
            <a:extLst>
              <a:ext uri="{FF2B5EF4-FFF2-40B4-BE49-F238E27FC236}">
                <a16:creationId xmlns:a16="http://schemas.microsoft.com/office/drawing/2014/main" id="{18149B79-EACD-451C-A43A-B07A8A18B71D}"/>
              </a:ext>
            </a:extLst>
          </p:cNvPr>
          <p:cNvSpPr/>
          <p:nvPr/>
        </p:nvSpPr>
        <p:spPr>
          <a:xfrm>
            <a:off x="9068562" y="2316480"/>
            <a:ext cx="22860" cy="228600"/>
          </a:xfrm>
          <a:prstGeom prst="rect">
            <a:avLst/>
          </a:prstGeom>
          <a:solidFill>
            <a:srgbClr val="F8FAF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754" name="Oval 101753">
            <a:extLst>
              <a:ext uri="{FF2B5EF4-FFF2-40B4-BE49-F238E27FC236}">
                <a16:creationId xmlns:a16="http://schemas.microsoft.com/office/drawing/2014/main" id="{04D11310-2BBB-56E0-0015-48AEC67A2908}"/>
              </a:ext>
            </a:extLst>
          </p:cNvPr>
          <p:cNvSpPr/>
          <p:nvPr/>
        </p:nvSpPr>
        <p:spPr>
          <a:xfrm>
            <a:off x="9043416" y="2508504"/>
            <a:ext cx="73152" cy="73152"/>
          </a:xfrm>
          <a:prstGeom prst="ellipse">
            <a:avLst/>
          </a:prstGeom>
          <a:solidFill>
            <a:srgbClr val="F8FAF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872" name="Oval 101871">
            <a:extLst>
              <a:ext uri="{FF2B5EF4-FFF2-40B4-BE49-F238E27FC236}">
                <a16:creationId xmlns:a16="http://schemas.microsoft.com/office/drawing/2014/main" id="{FCE8D347-8F04-D96D-378D-F25812CDAB9F}"/>
              </a:ext>
            </a:extLst>
          </p:cNvPr>
          <p:cNvSpPr/>
          <p:nvPr/>
        </p:nvSpPr>
        <p:spPr>
          <a:xfrm>
            <a:off x="9043416" y="2965704"/>
            <a:ext cx="73152" cy="73152"/>
          </a:xfrm>
          <a:prstGeom prst="ellipse">
            <a:avLst/>
          </a:prstGeom>
          <a:solidFill>
            <a:srgbClr val="F8FAF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991" name="Rectangle 101990">
            <a:extLst>
              <a:ext uri="{FF2B5EF4-FFF2-40B4-BE49-F238E27FC236}">
                <a16:creationId xmlns:a16="http://schemas.microsoft.com/office/drawing/2014/main" id="{1D83FC2B-E8C1-4406-0002-4CEA78582470}"/>
              </a:ext>
            </a:extLst>
          </p:cNvPr>
          <p:cNvSpPr/>
          <p:nvPr/>
        </p:nvSpPr>
        <p:spPr>
          <a:xfrm rot="17928648">
            <a:off x="8971860" y="2807970"/>
            <a:ext cx="417431" cy="22860"/>
          </a:xfrm>
          <a:prstGeom prst="rect">
            <a:avLst/>
          </a:prstGeom>
          <a:solidFill>
            <a:srgbClr val="F8FAF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2111" name="Rectangle 102110">
            <a:extLst>
              <a:ext uri="{FF2B5EF4-FFF2-40B4-BE49-F238E27FC236}">
                <a16:creationId xmlns:a16="http://schemas.microsoft.com/office/drawing/2014/main" id="{B1E577ED-7792-6CC4-9FCD-3764FD80CCD9}"/>
              </a:ext>
            </a:extLst>
          </p:cNvPr>
          <p:cNvSpPr/>
          <p:nvPr/>
        </p:nvSpPr>
        <p:spPr>
          <a:xfrm>
            <a:off x="9068562" y="3002280"/>
            <a:ext cx="22860" cy="274320"/>
          </a:xfrm>
          <a:prstGeom prst="rect">
            <a:avLst/>
          </a:prstGeom>
          <a:solidFill>
            <a:srgbClr val="F8FAF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2232" name="Rectangle 102231">
            <a:extLst>
              <a:ext uri="{FF2B5EF4-FFF2-40B4-BE49-F238E27FC236}">
                <a16:creationId xmlns:a16="http://schemas.microsoft.com/office/drawing/2014/main" id="{60E0B32D-03DD-A935-E56C-3F0822349A84}"/>
              </a:ext>
            </a:extLst>
          </p:cNvPr>
          <p:cNvSpPr/>
          <p:nvPr/>
        </p:nvSpPr>
        <p:spPr>
          <a:xfrm>
            <a:off x="9068562" y="3276600"/>
            <a:ext cx="22860" cy="228600"/>
          </a:xfrm>
          <a:prstGeom prst="rect">
            <a:avLst/>
          </a:prstGeom>
          <a:solidFill>
            <a:srgbClr val="F8FAF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2354" name="Rectangle 102353">
            <a:extLst>
              <a:ext uri="{FF2B5EF4-FFF2-40B4-BE49-F238E27FC236}">
                <a16:creationId xmlns:a16="http://schemas.microsoft.com/office/drawing/2014/main" id="{314A7B64-36BF-8D38-7A32-C5FF58E9EE99}"/>
              </a:ext>
            </a:extLst>
          </p:cNvPr>
          <p:cNvSpPr/>
          <p:nvPr/>
        </p:nvSpPr>
        <p:spPr>
          <a:xfrm>
            <a:off x="8951976" y="3505200"/>
            <a:ext cx="256032" cy="457200"/>
          </a:xfrm>
          <a:prstGeom prst="rect">
            <a:avLst/>
          </a:prstGeom>
          <a:solidFill>
            <a:srgbClr val="0F172A"/>
          </a:solidFill>
          <a:ln w="15875">
            <a:solidFill>
              <a:srgbClr val="FDBA7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2477" name="Rectangle 102476">
            <a:extLst>
              <a:ext uri="{FF2B5EF4-FFF2-40B4-BE49-F238E27FC236}">
                <a16:creationId xmlns:a16="http://schemas.microsoft.com/office/drawing/2014/main" id="{6125ACF5-0C90-17CE-B499-97DA9843B97F}"/>
              </a:ext>
            </a:extLst>
          </p:cNvPr>
          <p:cNvSpPr/>
          <p:nvPr/>
        </p:nvSpPr>
        <p:spPr>
          <a:xfrm>
            <a:off x="9068562" y="3962400"/>
            <a:ext cx="22860" cy="228600"/>
          </a:xfrm>
          <a:prstGeom prst="rect">
            <a:avLst/>
          </a:prstGeom>
          <a:solidFill>
            <a:srgbClr val="F8FAF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2601" name="Oval 102600">
            <a:extLst>
              <a:ext uri="{FF2B5EF4-FFF2-40B4-BE49-F238E27FC236}">
                <a16:creationId xmlns:a16="http://schemas.microsoft.com/office/drawing/2014/main" id="{E01B8A52-2CC7-6930-506C-CA9A5037BD4A}"/>
              </a:ext>
            </a:extLst>
          </p:cNvPr>
          <p:cNvSpPr/>
          <p:nvPr/>
        </p:nvSpPr>
        <p:spPr>
          <a:xfrm>
            <a:off x="9025128" y="3221736"/>
            <a:ext cx="109728" cy="109728"/>
          </a:xfrm>
          <a:prstGeom prst="ellipse">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2726" name="Rectangle 102725">
            <a:extLst>
              <a:ext uri="{FF2B5EF4-FFF2-40B4-BE49-F238E27FC236}">
                <a16:creationId xmlns:a16="http://schemas.microsoft.com/office/drawing/2014/main" id="{28F21593-3CE0-90FC-ECEE-814152200284}"/>
              </a:ext>
            </a:extLst>
          </p:cNvPr>
          <p:cNvSpPr/>
          <p:nvPr/>
        </p:nvSpPr>
        <p:spPr>
          <a:xfrm>
            <a:off x="9079992" y="3265170"/>
            <a:ext cx="822960" cy="22860"/>
          </a:xfrm>
          <a:prstGeom prst="rect">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2852" name="Rectangle 102851">
            <a:extLst>
              <a:ext uri="{FF2B5EF4-FFF2-40B4-BE49-F238E27FC236}">
                <a16:creationId xmlns:a16="http://schemas.microsoft.com/office/drawing/2014/main" id="{6E98C323-CFAF-093F-1B64-68933F81F264}"/>
              </a:ext>
            </a:extLst>
          </p:cNvPr>
          <p:cNvSpPr/>
          <p:nvPr/>
        </p:nvSpPr>
        <p:spPr>
          <a:xfrm>
            <a:off x="1143000" y="411480"/>
            <a:ext cx="8595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PART 3 · INPUT DEVICES · PUSH BUTTON AND PULL-UP RESISTORS
 </a:t>
            </a:r>
            <a:endParaRPr lang="en-US"/>
          </a:p>
        </p:txBody>
      </p:sp>
      <p:sp>
        <p:nvSpPr>
          <p:cNvPr id="102979" name="Rectangle 102978">
            <a:extLst>
              <a:ext uri="{FF2B5EF4-FFF2-40B4-BE49-F238E27FC236}">
                <a16:creationId xmlns:a16="http://schemas.microsoft.com/office/drawing/2014/main" id="{0E727EDB-3AD1-95B0-8F7E-10F4EE745CD3}"/>
              </a:ext>
            </a:extLst>
          </p:cNvPr>
          <p:cNvSpPr/>
          <p:nvPr/>
        </p:nvSpPr>
        <p:spPr>
          <a:xfrm>
            <a:off x="10515600" y="411480"/>
            <a:ext cx="1124712"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onsolas" panose="020B0609020204030204" pitchFamily="49" charset="0"/>
              </a:rPr>
              <a:t>08 / 19</a:t>
            </a:r>
            <a:endParaRPr lang="en-US"/>
          </a:p>
        </p:txBody>
      </p:sp>
      <p:sp>
        <p:nvSpPr>
          <p:cNvPr id="103107" name="Rectangle 103106">
            <a:extLst>
              <a:ext uri="{FF2B5EF4-FFF2-40B4-BE49-F238E27FC236}">
                <a16:creationId xmlns:a16="http://schemas.microsoft.com/office/drawing/2014/main" id="{4AD3EBE2-3145-FF03-FF83-0A32CDEA16F6}"/>
              </a:ext>
            </a:extLst>
          </p:cNvPr>
          <p:cNvSpPr/>
          <p:nvPr/>
        </p:nvSpPr>
        <p:spPr>
          <a:xfrm>
            <a:off x="548640" y="822960"/>
            <a:ext cx="11091672" cy="853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3200">
                <a:solidFill>
                  <a:srgbClr val="F8FAFC"/>
                </a:solidFill>
                <a:effectLst/>
                <a:latin typeface="Calibri" panose="020F0502020204030204" pitchFamily="34" charset="0"/>
              </a:rPr>
              <a:t>What does a pin read when nothing is connected?</a:t>
            </a:r>
          </a:p>
          <a:p>
            <a:pPr>
              <a:buNone/>
            </a:pPr>
            <a:r>
              <a:rPr lang="en-US" sz="3200">
                <a:solidFill>
                  <a:srgbClr val="F8FAFC"/>
                </a:solidFill>
                <a:effectLst/>
                <a:latin typeface="Calibri" panose="020F0502020204030204" pitchFamily="34" charset="0"/>
              </a:rPr>
              <a:t> </a:t>
            </a:r>
            <a:endParaRPr lang="en-US"/>
          </a:p>
        </p:txBody>
      </p:sp>
      <p:sp>
        <p:nvSpPr>
          <p:cNvPr id="103236" name="Rectangle 103235">
            <a:extLst>
              <a:ext uri="{FF2B5EF4-FFF2-40B4-BE49-F238E27FC236}">
                <a16:creationId xmlns:a16="http://schemas.microsoft.com/office/drawing/2014/main" id="{6AAF68A4-E395-90AF-E50F-DC4E6BAF9B55}"/>
              </a:ext>
            </a:extLst>
          </p:cNvPr>
          <p:cNvSpPr/>
          <p:nvPr/>
        </p:nvSpPr>
        <p:spPr>
          <a:xfrm>
            <a:off x="548640" y="1630680"/>
            <a:ext cx="34747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FLOATING · NO RESISTOR</a:t>
            </a:r>
          </a:p>
          <a:p>
            <a:pPr>
              <a:buNone/>
            </a:pPr>
            <a:r>
              <a:rPr lang="en-US" sz="1400">
                <a:solidFill>
                  <a:srgbClr val="CBD5E1"/>
                </a:solidFill>
                <a:effectLst/>
                <a:latin typeface="Consolas" panose="020B0609020204030204" pitchFamily="49" charset="0"/>
              </a:rPr>
              <a:t> </a:t>
            </a:r>
            <a:endParaRPr lang="en-US"/>
          </a:p>
        </p:txBody>
      </p:sp>
      <p:sp>
        <p:nvSpPr>
          <p:cNvPr id="103366" name="Rectangle 103365">
            <a:extLst>
              <a:ext uri="{FF2B5EF4-FFF2-40B4-BE49-F238E27FC236}">
                <a16:creationId xmlns:a16="http://schemas.microsoft.com/office/drawing/2014/main" id="{37AC63A0-DBD6-7D09-9BDF-7FEE0FF3A648}"/>
              </a:ext>
            </a:extLst>
          </p:cNvPr>
          <p:cNvSpPr/>
          <p:nvPr/>
        </p:nvSpPr>
        <p:spPr>
          <a:xfrm>
            <a:off x="1280160" y="2042160"/>
            <a:ext cx="36576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a:solidFill>
                  <a:srgbClr val="CBD5E1"/>
                </a:solidFill>
                <a:effectLst/>
                <a:latin typeface="Calibri" panose="020F0502020204030204" pitchFamily="34" charset="0"/>
              </a:rPr>
              <a:t>?</a:t>
            </a:r>
            <a:endParaRPr lang="en-US"/>
          </a:p>
        </p:txBody>
      </p:sp>
      <p:sp>
        <p:nvSpPr>
          <p:cNvPr id="103497" name="Rectangle 103496">
            <a:extLst>
              <a:ext uri="{FF2B5EF4-FFF2-40B4-BE49-F238E27FC236}">
                <a16:creationId xmlns:a16="http://schemas.microsoft.com/office/drawing/2014/main" id="{13CE0599-F9A2-E4B0-15A3-DDCEFC506D1D}"/>
              </a:ext>
            </a:extLst>
          </p:cNvPr>
          <p:cNvSpPr/>
          <p:nvPr/>
        </p:nvSpPr>
        <p:spPr>
          <a:xfrm>
            <a:off x="2377440" y="2910840"/>
            <a:ext cx="137160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GPIO</a:t>
            </a:r>
          </a:p>
          <a:p>
            <a:pPr>
              <a:buNone/>
            </a:pPr>
            <a:r>
              <a:rPr lang="en-US" sz="1600">
                <a:solidFill>
                  <a:srgbClr val="F8FAFC"/>
                </a:solidFill>
                <a:effectLst/>
                <a:latin typeface="Calibri" panose="020F0502020204030204" pitchFamily="34" charset="0"/>
              </a:rPr>
              <a:t> </a:t>
            </a:r>
            <a:endParaRPr lang="en-US"/>
          </a:p>
        </p:txBody>
      </p:sp>
      <p:sp>
        <p:nvSpPr>
          <p:cNvPr id="103629" name="Rectangle 103628">
            <a:extLst>
              <a:ext uri="{FF2B5EF4-FFF2-40B4-BE49-F238E27FC236}">
                <a16:creationId xmlns:a16="http://schemas.microsoft.com/office/drawing/2014/main" id="{C75EA920-91A4-B874-3CC0-4EDC276E8652}"/>
              </a:ext>
            </a:extLst>
          </p:cNvPr>
          <p:cNvSpPr/>
          <p:nvPr/>
        </p:nvSpPr>
        <p:spPr>
          <a:xfrm>
            <a:off x="548640" y="3825240"/>
            <a:ext cx="347472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Reads: unpredictable</a:t>
            </a:r>
          </a:p>
          <a:p>
            <a:pPr>
              <a:buNone/>
            </a:pPr>
            <a:r>
              <a:rPr lang="en-US" sz="1600">
                <a:solidFill>
                  <a:srgbClr val="F8FAFC"/>
                </a:solidFill>
                <a:effectLst/>
                <a:latin typeface="Calibri" panose="020F0502020204030204" pitchFamily="34" charset="0"/>
              </a:rPr>
              <a:t> </a:t>
            </a:r>
            <a:endParaRPr lang="en-US"/>
          </a:p>
        </p:txBody>
      </p:sp>
      <p:sp>
        <p:nvSpPr>
          <p:cNvPr id="103762" name="Rectangle 103761">
            <a:extLst>
              <a:ext uri="{FF2B5EF4-FFF2-40B4-BE49-F238E27FC236}">
                <a16:creationId xmlns:a16="http://schemas.microsoft.com/office/drawing/2014/main" id="{D5A0E9D3-0010-686A-31BC-7FBED4B65CE2}"/>
              </a:ext>
            </a:extLst>
          </p:cNvPr>
          <p:cNvSpPr/>
          <p:nvPr/>
        </p:nvSpPr>
        <p:spPr>
          <a:xfrm>
            <a:off x="548640" y="4099560"/>
            <a:ext cx="34747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Noise decides the level.</a:t>
            </a:r>
          </a:p>
          <a:p>
            <a:pPr>
              <a:buNone/>
            </a:pPr>
            <a:r>
              <a:rPr lang="en-US" sz="1400">
                <a:solidFill>
                  <a:srgbClr val="CBD5E1"/>
                </a:solidFill>
                <a:effectLst/>
                <a:latin typeface="Calibri" panose="020F0502020204030204" pitchFamily="34" charset="0"/>
              </a:rPr>
              <a:t> </a:t>
            </a:r>
            <a:endParaRPr lang="en-US"/>
          </a:p>
        </p:txBody>
      </p:sp>
      <p:sp>
        <p:nvSpPr>
          <p:cNvPr id="103896" name="Rectangle 103895">
            <a:extLst>
              <a:ext uri="{FF2B5EF4-FFF2-40B4-BE49-F238E27FC236}">
                <a16:creationId xmlns:a16="http://schemas.microsoft.com/office/drawing/2014/main" id="{FF7FD30C-1B4F-6BA1-ED20-CAA6D20931A7}"/>
              </a:ext>
            </a:extLst>
          </p:cNvPr>
          <p:cNvSpPr/>
          <p:nvPr/>
        </p:nvSpPr>
        <p:spPr>
          <a:xfrm>
            <a:off x="4357116" y="1630680"/>
            <a:ext cx="34747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PULL-UP</a:t>
            </a:r>
          </a:p>
          <a:p>
            <a:pPr>
              <a:buNone/>
            </a:pPr>
            <a:r>
              <a:rPr lang="en-US" sz="1400">
                <a:solidFill>
                  <a:srgbClr val="67E8F9"/>
                </a:solidFill>
                <a:effectLst/>
                <a:latin typeface="Consolas" panose="020B0609020204030204" pitchFamily="49" charset="0"/>
              </a:rPr>
              <a:t> </a:t>
            </a:r>
            <a:endParaRPr lang="en-US"/>
          </a:p>
        </p:txBody>
      </p:sp>
      <p:sp>
        <p:nvSpPr>
          <p:cNvPr id="104031" name="Rectangle 104030">
            <a:extLst>
              <a:ext uri="{FF2B5EF4-FFF2-40B4-BE49-F238E27FC236}">
                <a16:creationId xmlns:a16="http://schemas.microsoft.com/office/drawing/2014/main" id="{824A2822-53E8-4496-9691-4848E4667303}"/>
              </a:ext>
            </a:extLst>
          </p:cNvPr>
          <p:cNvSpPr/>
          <p:nvPr/>
        </p:nvSpPr>
        <p:spPr>
          <a:xfrm>
            <a:off x="4722876" y="1996440"/>
            <a:ext cx="1097280"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alibri" panose="020F0502020204030204" pitchFamily="34" charset="0"/>
              </a:rPr>
              <a:t>3.3 V</a:t>
            </a:r>
            <a:endParaRPr lang="en-US"/>
          </a:p>
        </p:txBody>
      </p:sp>
      <p:sp>
        <p:nvSpPr>
          <p:cNvPr id="104167" name="Rectangle 104166">
            <a:extLst>
              <a:ext uri="{FF2B5EF4-FFF2-40B4-BE49-F238E27FC236}">
                <a16:creationId xmlns:a16="http://schemas.microsoft.com/office/drawing/2014/main" id="{45A4B621-D811-4362-9F34-891F01E3C955}"/>
              </a:ext>
            </a:extLst>
          </p:cNvPr>
          <p:cNvSpPr/>
          <p:nvPr/>
        </p:nvSpPr>
        <p:spPr>
          <a:xfrm>
            <a:off x="5472684" y="2590800"/>
            <a:ext cx="4572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R</a:t>
            </a:r>
          </a:p>
          <a:p>
            <a:pPr>
              <a:buNone/>
            </a:pPr>
            <a:r>
              <a:rPr lang="en-US" sz="1400">
                <a:solidFill>
                  <a:srgbClr val="CBD5E1"/>
                </a:solidFill>
                <a:effectLst/>
                <a:latin typeface="Calibri" panose="020F0502020204030204" pitchFamily="34" charset="0"/>
              </a:rPr>
              <a:t> </a:t>
            </a:r>
            <a:endParaRPr lang="en-US"/>
          </a:p>
        </p:txBody>
      </p:sp>
      <p:sp>
        <p:nvSpPr>
          <p:cNvPr id="104304" name="Rectangle 104303">
            <a:extLst>
              <a:ext uri="{FF2B5EF4-FFF2-40B4-BE49-F238E27FC236}">
                <a16:creationId xmlns:a16="http://schemas.microsoft.com/office/drawing/2014/main" id="{FF9CBE1E-28B3-F98E-D50F-C66E935548BF}"/>
              </a:ext>
            </a:extLst>
          </p:cNvPr>
          <p:cNvSpPr/>
          <p:nvPr/>
        </p:nvSpPr>
        <p:spPr>
          <a:xfrm>
            <a:off x="6185916" y="3093720"/>
            <a:ext cx="137160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GPIO</a:t>
            </a:r>
          </a:p>
          <a:p>
            <a:pPr>
              <a:buNone/>
            </a:pPr>
            <a:r>
              <a:rPr lang="en-US" sz="1600">
                <a:solidFill>
                  <a:srgbClr val="F8FAFC"/>
                </a:solidFill>
                <a:effectLst/>
                <a:latin typeface="Calibri" panose="020F0502020204030204" pitchFamily="34" charset="0"/>
              </a:rPr>
              <a:t> </a:t>
            </a:r>
            <a:endParaRPr lang="en-US"/>
          </a:p>
        </p:txBody>
      </p:sp>
      <p:sp>
        <p:nvSpPr>
          <p:cNvPr id="104442" name="Rectangle 104441">
            <a:extLst>
              <a:ext uri="{FF2B5EF4-FFF2-40B4-BE49-F238E27FC236}">
                <a16:creationId xmlns:a16="http://schemas.microsoft.com/office/drawing/2014/main" id="{EB0B05E8-E44E-3E52-007B-79B60A9D87E6}"/>
              </a:ext>
            </a:extLst>
          </p:cNvPr>
          <p:cNvSpPr/>
          <p:nvPr/>
        </p:nvSpPr>
        <p:spPr>
          <a:xfrm>
            <a:off x="6185916" y="3505200"/>
            <a:ext cx="164592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idle: HIGH</a:t>
            </a:r>
          </a:p>
          <a:p>
            <a:pPr>
              <a:buNone/>
            </a:pPr>
            <a:r>
              <a:rPr lang="en-US" sz="1400">
                <a:solidFill>
                  <a:srgbClr val="CBD5E1"/>
                </a:solidFill>
                <a:effectLst/>
                <a:latin typeface="Calibri" panose="020F0502020204030204" pitchFamily="34" charset="0"/>
              </a:rPr>
              <a:t>pressed: LOW</a:t>
            </a:r>
            <a:endParaRPr lang="en-US"/>
          </a:p>
        </p:txBody>
      </p:sp>
      <p:sp>
        <p:nvSpPr>
          <p:cNvPr id="104581" name="Rectangle 104580">
            <a:extLst>
              <a:ext uri="{FF2B5EF4-FFF2-40B4-BE49-F238E27FC236}">
                <a16:creationId xmlns:a16="http://schemas.microsoft.com/office/drawing/2014/main" id="{5B394FC5-3904-8CEC-E9F0-83F7A6633B08}"/>
              </a:ext>
            </a:extLst>
          </p:cNvPr>
          <p:cNvSpPr/>
          <p:nvPr/>
        </p:nvSpPr>
        <p:spPr>
          <a:xfrm>
            <a:off x="4722876" y="4191000"/>
            <a:ext cx="1097280"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alibri" panose="020F0502020204030204" pitchFamily="34" charset="0"/>
              </a:rPr>
              <a:t>GND</a:t>
            </a:r>
            <a:endParaRPr lang="en-US"/>
          </a:p>
        </p:txBody>
      </p:sp>
      <p:sp>
        <p:nvSpPr>
          <p:cNvPr id="104721" name="Rectangle 104720">
            <a:extLst>
              <a:ext uri="{FF2B5EF4-FFF2-40B4-BE49-F238E27FC236}">
                <a16:creationId xmlns:a16="http://schemas.microsoft.com/office/drawing/2014/main" id="{6B7B175B-690A-0F01-E0CD-6954CC8B4BE7}"/>
              </a:ext>
            </a:extLst>
          </p:cNvPr>
          <p:cNvSpPr/>
          <p:nvPr/>
        </p:nvSpPr>
        <p:spPr>
          <a:xfrm>
            <a:off x="8165592" y="1630680"/>
            <a:ext cx="34747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PULL-DOWN</a:t>
            </a:r>
          </a:p>
          <a:p>
            <a:pPr>
              <a:buNone/>
            </a:pPr>
            <a:r>
              <a:rPr lang="en-US" sz="1400">
                <a:solidFill>
                  <a:srgbClr val="67E8F9"/>
                </a:solidFill>
                <a:effectLst/>
                <a:latin typeface="Consolas" panose="020B0609020204030204" pitchFamily="49" charset="0"/>
              </a:rPr>
              <a:t> </a:t>
            </a:r>
            <a:endParaRPr lang="en-US"/>
          </a:p>
        </p:txBody>
      </p:sp>
      <p:sp>
        <p:nvSpPr>
          <p:cNvPr id="104862" name="Rectangle 104861">
            <a:extLst>
              <a:ext uri="{FF2B5EF4-FFF2-40B4-BE49-F238E27FC236}">
                <a16:creationId xmlns:a16="http://schemas.microsoft.com/office/drawing/2014/main" id="{0AD4C7F9-B652-A083-6917-7DF1B6669533}"/>
              </a:ext>
            </a:extLst>
          </p:cNvPr>
          <p:cNvSpPr/>
          <p:nvPr/>
        </p:nvSpPr>
        <p:spPr>
          <a:xfrm>
            <a:off x="8531352" y="1996440"/>
            <a:ext cx="1097280"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alibri" panose="020F0502020204030204" pitchFamily="34" charset="0"/>
              </a:rPr>
              <a:t>3.3 V</a:t>
            </a:r>
            <a:endParaRPr lang="en-US"/>
          </a:p>
        </p:txBody>
      </p:sp>
      <p:sp>
        <p:nvSpPr>
          <p:cNvPr id="105004" name="Rectangle 105003">
            <a:extLst>
              <a:ext uri="{FF2B5EF4-FFF2-40B4-BE49-F238E27FC236}">
                <a16:creationId xmlns:a16="http://schemas.microsoft.com/office/drawing/2014/main" id="{3795B5EA-C88F-43F8-2CE9-F43DEBFB5F4C}"/>
              </a:ext>
            </a:extLst>
          </p:cNvPr>
          <p:cNvSpPr/>
          <p:nvPr/>
        </p:nvSpPr>
        <p:spPr>
          <a:xfrm>
            <a:off x="9281160" y="3550920"/>
            <a:ext cx="4572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R</a:t>
            </a:r>
          </a:p>
          <a:p>
            <a:pPr>
              <a:buNone/>
            </a:pPr>
            <a:r>
              <a:rPr lang="en-US" sz="1400">
                <a:solidFill>
                  <a:srgbClr val="CBD5E1"/>
                </a:solidFill>
                <a:effectLst/>
                <a:latin typeface="Calibri" panose="020F0502020204030204" pitchFamily="34" charset="0"/>
              </a:rPr>
              <a:t> </a:t>
            </a:r>
            <a:endParaRPr lang="en-US"/>
          </a:p>
        </p:txBody>
      </p:sp>
      <p:sp>
        <p:nvSpPr>
          <p:cNvPr id="105147" name="Rectangle 105146">
            <a:extLst>
              <a:ext uri="{FF2B5EF4-FFF2-40B4-BE49-F238E27FC236}">
                <a16:creationId xmlns:a16="http://schemas.microsoft.com/office/drawing/2014/main" id="{4DCA2FE8-998B-1303-8703-6AFBC044AB17}"/>
              </a:ext>
            </a:extLst>
          </p:cNvPr>
          <p:cNvSpPr/>
          <p:nvPr/>
        </p:nvSpPr>
        <p:spPr>
          <a:xfrm>
            <a:off x="9994392" y="3093720"/>
            <a:ext cx="137160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GPIO</a:t>
            </a:r>
          </a:p>
          <a:p>
            <a:pPr>
              <a:buNone/>
            </a:pPr>
            <a:r>
              <a:rPr lang="en-US" sz="1600">
                <a:solidFill>
                  <a:srgbClr val="F8FAFC"/>
                </a:solidFill>
                <a:effectLst/>
                <a:latin typeface="Calibri" panose="020F0502020204030204" pitchFamily="34" charset="0"/>
              </a:rPr>
              <a:t> </a:t>
            </a:r>
            <a:endParaRPr lang="en-US"/>
          </a:p>
        </p:txBody>
      </p:sp>
      <p:sp>
        <p:nvSpPr>
          <p:cNvPr id="105291" name="Rectangle 105290">
            <a:extLst>
              <a:ext uri="{FF2B5EF4-FFF2-40B4-BE49-F238E27FC236}">
                <a16:creationId xmlns:a16="http://schemas.microsoft.com/office/drawing/2014/main" id="{B54288A8-C8D5-5118-916A-6AE2810E6DE6}"/>
              </a:ext>
            </a:extLst>
          </p:cNvPr>
          <p:cNvSpPr/>
          <p:nvPr/>
        </p:nvSpPr>
        <p:spPr>
          <a:xfrm>
            <a:off x="9994392" y="3505200"/>
            <a:ext cx="164592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idle: LOW</a:t>
            </a:r>
          </a:p>
          <a:p>
            <a:pPr>
              <a:buNone/>
            </a:pPr>
            <a:r>
              <a:rPr lang="en-US" sz="1400">
                <a:solidFill>
                  <a:srgbClr val="CBD5E1"/>
                </a:solidFill>
                <a:effectLst/>
                <a:latin typeface="Calibri" panose="020F0502020204030204" pitchFamily="34" charset="0"/>
              </a:rPr>
              <a:t>pressed: HIGH</a:t>
            </a:r>
            <a:endParaRPr lang="en-US"/>
          </a:p>
        </p:txBody>
      </p:sp>
      <p:sp>
        <p:nvSpPr>
          <p:cNvPr id="105436" name="Rectangle 105435">
            <a:extLst>
              <a:ext uri="{FF2B5EF4-FFF2-40B4-BE49-F238E27FC236}">
                <a16:creationId xmlns:a16="http://schemas.microsoft.com/office/drawing/2014/main" id="{82BE5972-FE4B-D7F4-6A0E-7FAE1AD182A4}"/>
              </a:ext>
            </a:extLst>
          </p:cNvPr>
          <p:cNvSpPr/>
          <p:nvPr/>
        </p:nvSpPr>
        <p:spPr>
          <a:xfrm>
            <a:off x="8531352" y="4191000"/>
            <a:ext cx="1097280"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alibri" panose="020F0502020204030204" pitchFamily="34" charset="0"/>
              </a:rPr>
              <a:t>GND</a:t>
            </a:r>
            <a:endParaRPr lang="en-US"/>
          </a:p>
        </p:txBody>
      </p:sp>
      <p:sp>
        <p:nvSpPr>
          <p:cNvPr id="105582" name="Rectangle 105581">
            <a:extLst>
              <a:ext uri="{FF2B5EF4-FFF2-40B4-BE49-F238E27FC236}">
                <a16:creationId xmlns:a16="http://schemas.microsoft.com/office/drawing/2014/main" id="{2EFD835E-B3BA-D25B-E483-606BDE9C558A}"/>
              </a:ext>
            </a:extLst>
          </p:cNvPr>
          <p:cNvSpPr/>
          <p:nvPr/>
        </p:nvSpPr>
        <p:spPr>
          <a:xfrm>
            <a:off x="548640" y="4693920"/>
            <a:ext cx="11091672"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Reveal: a pull resistor gives the pin a defined idle level; pressing the button overrides it.</a:t>
            </a:r>
          </a:p>
          <a:p>
            <a:pPr>
              <a:buNone/>
            </a:pPr>
            <a:r>
              <a:rPr lang="en-US" sz="1600">
                <a:solidFill>
                  <a:srgbClr val="F8FAFC"/>
                </a:solidFill>
                <a:effectLst/>
                <a:latin typeface="Calibri" panose="020F0502020204030204" pitchFamily="34" charset="0"/>
              </a:rPr>
              <a:t> </a:t>
            </a:r>
            <a:endParaRPr lang="en-US"/>
          </a:p>
        </p:txBody>
      </p:sp>
      <p:sp>
        <p:nvSpPr>
          <p:cNvPr id="105729" name="Rectangle 105728">
            <a:extLst>
              <a:ext uri="{FF2B5EF4-FFF2-40B4-BE49-F238E27FC236}">
                <a16:creationId xmlns:a16="http://schemas.microsoft.com/office/drawing/2014/main" id="{8DD957A3-172E-2B4F-CA06-567EABC928D4}"/>
              </a:ext>
            </a:extLst>
          </p:cNvPr>
          <p:cNvSpPr/>
          <p:nvPr/>
        </p:nvSpPr>
        <p:spPr>
          <a:xfrm>
            <a:off x="548640" y="5879592"/>
            <a:ext cx="1109167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Many pins offer internal pulls (INPUT_PULLUP / INPUT_PULLDOWN) — check your board's pin notes.</a:t>
            </a:r>
          </a:p>
          <a:p>
            <a:pPr>
              <a:buNone/>
            </a:pPr>
            <a:r>
              <a:rPr lang="en-US" sz="1400">
                <a:solidFill>
                  <a:srgbClr val="CBD5E1"/>
                </a:solidFill>
                <a:effectLst/>
                <a:latin typeface="Calibri" panose="020F0502020204030204" pitchFamily="34" charset="0"/>
              </a:rPr>
              <a:t> </a:t>
            </a:r>
            <a:endParaRPr lang="en-US"/>
          </a:p>
        </p:txBody>
      </p:sp>
    </p:spTree>
    <p:extLst>
      <p:ext uri="{BB962C8B-B14F-4D97-AF65-F5344CB8AC3E}">
        <p14:creationId xmlns:p14="http://schemas.microsoft.com/office/powerpoint/2010/main" val="3961531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108192" name="Rectangle 108191">
            <a:extLst>
              <a:ext uri="{FF2B5EF4-FFF2-40B4-BE49-F238E27FC236}">
                <a16:creationId xmlns:a16="http://schemas.microsoft.com/office/drawing/2014/main" id="{32365C65-AC44-2495-886F-03221A9F9E9D}"/>
              </a:ext>
            </a:extLst>
          </p:cNvPr>
          <p:cNvSpPr/>
          <p:nvPr/>
        </p:nvSpPr>
        <p:spPr>
          <a:xfrm>
            <a:off x="548640" y="621792"/>
            <a:ext cx="457200" cy="41148"/>
          </a:xfrm>
          <a:prstGeom prst="rect">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236" name="Rectangle 108235">
            <a:extLst>
              <a:ext uri="{FF2B5EF4-FFF2-40B4-BE49-F238E27FC236}">
                <a16:creationId xmlns:a16="http://schemas.microsoft.com/office/drawing/2014/main" id="{E845C65E-AFFC-428B-F4E0-0FA82B241669}"/>
              </a:ext>
            </a:extLst>
          </p:cNvPr>
          <p:cNvSpPr/>
          <p:nvPr/>
        </p:nvSpPr>
        <p:spPr>
          <a:xfrm>
            <a:off x="548640" y="2164080"/>
            <a:ext cx="2011680" cy="1508760"/>
          </a:xfrm>
          <a:prstGeom prst="rect">
            <a:avLst/>
          </a:prstGeom>
          <a:solidFill>
            <a:srgbClr val="1E293B"/>
          </a:solidFill>
          <a:ln w="12700">
            <a:solidFill>
              <a:srgbClr val="64748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281" name="Oval 108280">
            <a:extLst>
              <a:ext uri="{FF2B5EF4-FFF2-40B4-BE49-F238E27FC236}">
                <a16:creationId xmlns:a16="http://schemas.microsoft.com/office/drawing/2014/main" id="{F48EB53E-3859-1FF8-93F7-248BF62B3960}"/>
              </a:ext>
            </a:extLst>
          </p:cNvPr>
          <p:cNvSpPr/>
          <p:nvPr/>
        </p:nvSpPr>
        <p:spPr>
          <a:xfrm>
            <a:off x="557784" y="4596384"/>
            <a:ext cx="109728" cy="109728"/>
          </a:xfrm>
          <a:prstGeom prst="ellipse">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327" name="Rectangle 108326">
            <a:extLst>
              <a:ext uri="{FF2B5EF4-FFF2-40B4-BE49-F238E27FC236}">
                <a16:creationId xmlns:a16="http://schemas.microsoft.com/office/drawing/2014/main" id="{F44F7B9C-64F8-F8D9-FE4E-6408E89A5485}"/>
              </a:ext>
            </a:extLst>
          </p:cNvPr>
          <p:cNvSpPr/>
          <p:nvPr/>
        </p:nvSpPr>
        <p:spPr>
          <a:xfrm>
            <a:off x="2818638" y="2164080"/>
            <a:ext cx="2011680" cy="1508760"/>
          </a:xfrm>
          <a:prstGeom prst="rect">
            <a:avLst/>
          </a:prstGeom>
          <a:solidFill>
            <a:srgbClr val="1E293B"/>
          </a:solidFill>
          <a:ln w="12700">
            <a:solidFill>
              <a:srgbClr val="64748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374" name="Oval 108373">
            <a:extLst>
              <a:ext uri="{FF2B5EF4-FFF2-40B4-BE49-F238E27FC236}">
                <a16:creationId xmlns:a16="http://schemas.microsoft.com/office/drawing/2014/main" id="{DA2F14C3-A285-5A37-038A-1DAFD39E51F6}"/>
              </a:ext>
            </a:extLst>
          </p:cNvPr>
          <p:cNvSpPr/>
          <p:nvPr/>
        </p:nvSpPr>
        <p:spPr>
          <a:xfrm>
            <a:off x="2827782" y="4596384"/>
            <a:ext cx="109728" cy="109728"/>
          </a:xfrm>
          <a:prstGeom prst="ellipse">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422" name="Rectangle 108421">
            <a:extLst>
              <a:ext uri="{FF2B5EF4-FFF2-40B4-BE49-F238E27FC236}">
                <a16:creationId xmlns:a16="http://schemas.microsoft.com/office/drawing/2014/main" id="{78ACFDAC-81FB-F9A5-FBBF-77E6C7295A5D}"/>
              </a:ext>
            </a:extLst>
          </p:cNvPr>
          <p:cNvSpPr/>
          <p:nvPr/>
        </p:nvSpPr>
        <p:spPr>
          <a:xfrm>
            <a:off x="5088636" y="2164080"/>
            <a:ext cx="2011680" cy="1508760"/>
          </a:xfrm>
          <a:prstGeom prst="rect">
            <a:avLst/>
          </a:prstGeom>
          <a:solidFill>
            <a:srgbClr val="1E293B"/>
          </a:solidFill>
          <a:ln w="12700">
            <a:solidFill>
              <a:srgbClr val="64748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471" name="Oval 108470">
            <a:extLst>
              <a:ext uri="{FF2B5EF4-FFF2-40B4-BE49-F238E27FC236}">
                <a16:creationId xmlns:a16="http://schemas.microsoft.com/office/drawing/2014/main" id="{25690C10-14EB-B47D-AB80-2D48CC1610FF}"/>
              </a:ext>
            </a:extLst>
          </p:cNvPr>
          <p:cNvSpPr/>
          <p:nvPr/>
        </p:nvSpPr>
        <p:spPr>
          <a:xfrm>
            <a:off x="5097780" y="4596384"/>
            <a:ext cx="109728" cy="109728"/>
          </a:xfrm>
          <a:prstGeom prst="ellipse">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521" name="Rectangle 108520">
            <a:extLst>
              <a:ext uri="{FF2B5EF4-FFF2-40B4-BE49-F238E27FC236}">
                <a16:creationId xmlns:a16="http://schemas.microsoft.com/office/drawing/2014/main" id="{C2D257AF-A977-7DD1-292B-C2DC75972E3D}"/>
              </a:ext>
            </a:extLst>
          </p:cNvPr>
          <p:cNvSpPr/>
          <p:nvPr/>
        </p:nvSpPr>
        <p:spPr>
          <a:xfrm>
            <a:off x="7358634" y="2164080"/>
            <a:ext cx="2011680" cy="1508760"/>
          </a:xfrm>
          <a:prstGeom prst="rect">
            <a:avLst/>
          </a:prstGeom>
          <a:solidFill>
            <a:srgbClr val="1E293B"/>
          </a:solidFill>
          <a:ln w="12700">
            <a:solidFill>
              <a:srgbClr val="64748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572" name="Oval 108571">
            <a:extLst>
              <a:ext uri="{FF2B5EF4-FFF2-40B4-BE49-F238E27FC236}">
                <a16:creationId xmlns:a16="http://schemas.microsoft.com/office/drawing/2014/main" id="{6D91D688-BDF6-CF39-A69A-305186EF9F99}"/>
              </a:ext>
            </a:extLst>
          </p:cNvPr>
          <p:cNvSpPr/>
          <p:nvPr/>
        </p:nvSpPr>
        <p:spPr>
          <a:xfrm>
            <a:off x="7367778" y="4596384"/>
            <a:ext cx="109728" cy="109728"/>
          </a:xfrm>
          <a:prstGeom prst="ellipse">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624" name="Rectangle 108623">
            <a:extLst>
              <a:ext uri="{FF2B5EF4-FFF2-40B4-BE49-F238E27FC236}">
                <a16:creationId xmlns:a16="http://schemas.microsoft.com/office/drawing/2014/main" id="{B07B99F8-6C9A-F911-F49D-D041543E5A92}"/>
              </a:ext>
            </a:extLst>
          </p:cNvPr>
          <p:cNvSpPr/>
          <p:nvPr/>
        </p:nvSpPr>
        <p:spPr>
          <a:xfrm>
            <a:off x="9628632" y="2164080"/>
            <a:ext cx="2011680" cy="1508760"/>
          </a:xfrm>
          <a:prstGeom prst="rect">
            <a:avLst/>
          </a:prstGeom>
          <a:solidFill>
            <a:srgbClr val="1E293B"/>
          </a:solidFill>
          <a:ln w="12700">
            <a:solidFill>
              <a:srgbClr val="64748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677" name="Oval 108676">
            <a:extLst>
              <a:ext uri="{FF2B5EF4-FFF2-40B4-BE49-F238E27FC236}">
                <a16:creationId xmlns:a16="http://schemas.microsoft.com/office/drawing/2014/main" id="{38A13DE6-982E-63CF-BB71-52D24CCCC76D}"/>
              </a:ext>
            </a:extLst>
          </p:cNvPr>
          <p:cNvSpPr/>
          <p:nvPr/>
        </p:nvSpPr>
        <p:spPr>
          <a:xfrm>
            <a:off x="9637776" y="4596384"/>
            <a:ext cx="109728" cy="109728"/>
          </a:xfrm>
          <a:prstGeom prst="ellipse">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731" name="Rectangle 108730">
            <a:extLst>
              <a:ext uri="{FF2B5EF4-FFF2-40B4-BE49-F238E27FC236}">
                <a16:creationId xmlns:a16="http://schemas.microsoft.com/office/drawing/2014/main" id="{538B9994-6EB4-FE65-DAAF-D12F80195F62}"/>
              </a:ext>
            </a:extLst>
          </p:cNvPr>
          <p:cNvSpPr/>
          <p:nvPr/>
        </p:nvSpPr>
        <p:spPr>
          <a:xfrm>
            <a:off x="1143000" y="411480"/>
            <a:ext cx="8595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PART 3 · INPUT DEVICES · LDR, MICROPHONE, ULTRASONIC, DHT
 </a:t>
            </a:r>
            <a:endParaRPr lang="en-US"/>
          </a:p>
        </p:txBody>
      </p:sp>
      <p:sp>
        <p:nvSpPr>
          <p:cNvPr id="108786" name="Rectangle 108785">
            <a:extLst>
              <a:ext uri="{FF2B5EF4-FFF2-40B4-BE49-F238E27FC236}">
                <a16:creationId xmlns:a16="http://schemas.microsoft.com/office/drawing/2014/main" id="{747F80E8-D5D7-2B20-939A-1CFB6B2F4699}"/>
              </a:ext>
            </a:extLst>
          </p:cNvPr>
          <p:cNvSpPr/>
          <p:nvPr/>
        </p:nvSpPr>
        <p:spPr>
          <a:xfrm>
            <a:off x="10515600" y="411480"/>
            <a:ext cx="1124712"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onsolas" panose="020B0609020204030204" pitchFamily="49" charset="0"/>
              </a:rPr>
              <a:t>09 / 19</a:t>
            </a:r>
            <a:endParaRPr lang="en-US"/>
          </a:p>
        </p:txBody>
      </p:sp>
      <p:sp>
        <p:nvSpPr>
          <p:cNvPr id="108842" name="Rectangle 108841">
            <a:extLst>
              <a:ext uri="{FF2B5EF4-FFF2-40B4-BE49-F238E27FC236}">
                <a16:creationId xmlns:a16="http://schemas.microsoft.com/office/drawing/2014/main" id="{B2CF56B5-F5FA-CA37-8819-FD9EEBCE854C}"/>
              </a:ext>
            </a:extLst>
          </p:cNvPr>
          <p:cNvSpPr/>
          <p:nvPr/>
        </p:nvSpPr>
        <p:spPr>
          <a:xfrm>
            <a:off x="548640" y="822960"/>
            <a:ext cx="11091672"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3200">
                <a:solidFill>
                  <a:srgbClr val="F8FAFC"/>
                </a:solidFill>
                <a:effectLst/>
                <a:latin typeface="Calibri" panose="020F0502020204030204" pitchFamily="34" charset="0"/>
              </a:rPr>
              <a:t>Each sensor reports a different quantity —</a:t>
            </a:r>
          </a:p>
          <a:p>
            <a:pPr>
              <a:buNone/>
            </a:pPr>
            <a:r>
              <a:rPr lang="en-US" sz="3200">
                <a:solidFill>
                  <a:srgbClr val="F8FAFC"/>
                </a:solidFill>
                <a:effectLst/>
                <a:latin typeface="Calibri" panose="020F0502020204030204" pitchFamily="34" charset="0"/>
              </a:rPr>
              <a:t>and in a different electrical form.</a:t>
            </a:r>
            <a:endParaRPr lang="en-US"/>
          </a:p>
        </p:txBody>
      </p:sp>
      <p:sp>
        <p:nvSpPr>
          <p:cNvPr id="108899" name="Rectangle 108898">
            <a:extLst>
              <a:ext uri="{FF2B5EF4-FFF2-40B4-BE49-F238E27FC236}">
                <a16:creationId xmlns:a16="http://schemas.microsoft.com/office/drawing/2014/main" id="{7566B8A7-2DF3-ACF5-DEE6-853C60492BDA}"/>
              </a:ext>
            </a:extLst>
          </p:cNvPr>
          <p:cNvSpPr/>
          <p:nvPr/>
        </p:nvSpPr>
        <p:spPr>
          <a:xfrm>
            <a:off x="685800" y="2228088"/>
            <a:ext cx="1737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PLACEHOLDER</a:t>
            </a:r>
          </a:p>
          <a:p>
            <a:pPr>
              <a:buNone/>
            </a:pPr>
            <a:r>
              <a:rPr lang="en-US" sz="1400">
                <a:solidFill>
                  <a:srgbClr val="67E8F9"/>
                </a:solidFill>
                <a:effectLst/>
                <a:latin typeface="Consolas" panose="020B0609020204030204" pitchFamily="49" charset="0"/>
              </a:rPr>
              <a:t> </a:t>
            </a:r>
            <a:endParaRPr lang="en-US"/>
          </a:p>
        </p:txBody>
      </p:sp>
      <p:sp>
        <p:nvSpPr>
          <p:cNvPr id="108957" name="Rectangle 108956">
            <a:extLst>
              <a:ext uri="{FF2B5EF4-FFF2-40B4-BE49-F238E27FC236}">
                <a16:creationId xmlns:a16="http://schemas.microsoft.com/office/drawing/2014/main" id="{FE5F651C-E698-1166-BCFC-1DF7ED7E0D9B}"/>
              </a:ext>
            </a:extLst>
          </p:cNvPr>
          <p:cNvSpPr/>
          <p:nvPr/>
        </p:nvSpPr>
        <p:spPr>
          <a:xfrm>
            <a:off x="685800" y="2575560"/>
            <a:ext cx="1737360"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Top-down · legs visible</a:t>
            </a:r>
          </a:p>
          <a:p>
            <a:pPr>
              <a:buNone/>
            </a:pPr>
            <a:r>
              <a:rPr lang="en-US" sz="1400">
                <a:solidFill>
                  <a:srgbClr val="F8FAFC"/>
                </a:solidFill>
                <a:effectLst/>
                <a:latin typeface="Calibri" panose="020F0502020204030204" pitchFamily="34" charset="0"/>
              </a:rPr>
              <a:t> </a:t>
            </a:r>
            <a:endParaRPr lang="en-US"/>
          </a:p>
        </p:txBody>
      </p:sp>
      <p:sp>
        <p:nvSpPr>
          <p:cNvPr id="109016" name="Rectangle 109015">
            <a:extLst>
              <a:ext uri="{FF2B5EF4-FFF2-40B4-BE49-F238E27FC236}">
                <a16:creationId xmlns:a16="http://schemas.microsoft.com/office/drawing/2014/main" id="{5992F958-3F33-9D86-F2CC-230E7105DA2D}"/>
              </a:ext>
            </a:extLst>
          </p:cNvPr>
          <p:cNvSpPr/>
          <p:nvPr/>
        </p:nvSpPr>
        <p:spPr>
          <a:xfrm>
            <a:off x="548640" y="3764280"/>
            <a:ext cx="201168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Push button</a:t>
            </a:r>
          </a:p>
          <a:p>
            <a:pPr>
              <a:buNone/>
            </a:pPr>
            <a:r>
              <a:rPr lang="en-US" sz="1600">
                <a:solidFill>
                  <a:srgbClr val="F8FAFC"/>
                </a:solidFill>
                <a:effectLst/>
                <a:latin typeface="Calibri" panose="020F0502020204030204" pitchFamily="34" charset="0"/>
              </a:rPr>
              <a:t> </a:t>
            </a:r>
            <a:endParaRPr lang="en-US"/>
          </a:p>
        </p:txBody>
      </p:sp>
      <p:sp>
        <p:nvSpPr>
          <p:cNvPr id="109076" name="Rectangle 109075">
            <a:extLst>
              <a:ext uri="{FF2B5EF4-FFF2-40B4-BE49-F238E27FC236}">
                <a16:creationId xmlns:a16="http://schemas.microsoft.com/office/drawing/2014/main" id="{B4034F08-4034-4FCD-CC2D-AEB0AAEAE423}"/>
              </a:ext>
            </a:extLst>
          </p:cNvPr>
          <p:cNvSpPr/>
          <p:nvPr/>
        </p:nvSpPr>
        <p:spPr>
          <a:xfrm>
            <a:off x="548640" y="4056888"/>
            <a:ext cx="201168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Press / release</a:t>
            </a:r>
          </a:p>
          <a:p>
            <a:pPr>
              <a:buNone/>
            </a:pPr>
            <a:r>
              <a:rPr lang="en-US" sz="1400">
                <a:solidFill>
                  <a:srgbClr val="CBD5E1"/>
                </a:solidFill>
                <a:effectLst/>
                <a:latin typeface="Calibri" panose="020F0502020204030204" pitchFamily="34" charset="0"/>
              </a:rPr>
              <a:t> </a:t>
            </a:r>
            <a:endParaRPr lang="en-US"/>
          </a:p>
        </p:txBody>
      </p:sp>
      <p:sp>
        <p:nvSpPr>
          <p:cNvPr id="109137" name="Rectangle 109136">
            <a:extLst>
              <a:ext uri="{FF2B5EF4-FFF2-40B4-BE49-F238E27FC236}">
                <a16:creationId xmlns:a16="http://schemas.microsoft.com/office/drawing/2014/main" id="{3874FAFB-9672-7D0E-878F-CE005A92A7A8}"/>
              </a:ext>
            </a:extLst>
          </p:cNvPr>
          <p:cNvSpPr/>
          <p:nvPr/>
        </p:nvSpPr>
        <p:spPr>
          <a:xfrm>
            <a:off x="749808" y="4495800"/>
            <a:ext cx="181051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Digital level</a:t>
            </a:r>
          </a:p>
          <a:p>
            <a:pPr>
              <a:buNone/>
            </a:pPr>
            <a:r>
              <a:rPr lang="en-US" sz="1400">
                <a:solidFill>
                  <a:srgbClr val="F8FAFC"/>
                </a:solidFill>
                <a:effectLst/>
                <a:latin typeface="Calibri" panose="020F0502020204030204" pitchFamily="34" charset="0"/>
              </a:rPr>
              <a:t> </a:t>
            </a:r>
            <a:endParaRPr lang="en-US"/>
          </a:p>
        </p:txBody>
      </p:sp>
      <p:sp>
        <p:nvSpPr>
          <p:cNvPr id="109199" name="Rectangle 109198">
            <a:extLst>
              <a:ext uri="{FF2B5EF4-FFF2-40B4-BE49-F238E27FC236}">
                <a16:creationId xmlns:a16="http://schemas.microsoft.com/office/drawing/2014/main" id="{B70DDE0C-802C-E9F5-82EA-8FAA20A76957}"/>
              </a:ext>
            </a:extLst>
          </p:cNvPr>
          <p:cNvSpPr/>
          <p:nvPr/>
        </p:nvSpPr>
        <p:spPr>
          <a:xfrm>
            <a:off x="2955798" y="2228088"/>
            <a:ext cx="1737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PLACEHOLDER</a:t>
            </a:r>
          </a:p>
          <a:p>
            <a:pPr>
              <a:buNone/>
            </a:pPr>
            <a:r>
              <a:rPr lang="en-US" sz="1400">
                <a:solidFill>
                  <a:srgbClr val="67E8F9"/>
                </a:solidFill>
                <a:effectLst/>
                <a:latin typeface="Consolas" panose="020B0609020204030204" pitchFamily="49" charset="0"/>
              </a:rPr>
              <a:t> </a:t>
            </a:r>
            <a:endParaRPr lang="en-US"/>
          </a:p>
        </p:txBody>
      </p:sp>
      <p:sp>
        <p:nvSpPr>
          <p:cNvPr id="109262" name="Rectangle 109261">
            <a:extLst>
              <a:ext uri="{FF2B5EF4-FFF2-40B4-BE49-F238E27FC236}">
                <a16:creationId xmlns:a16="http://schemas.microsoft.com/office/drawing/2014/main" id="{A28F432C-459A-E39E-FDE0-A90D2E1BB8DD}"/>
              </a:ext>
            </a:extLst>
          </p:cNvPr>
          <p:cNvSpPr/>
          <p:nvPr/>
        </p:nvSpPr>
        <p:spPr>
          <a:xfrm>
            <a:off x="2955798" y="2575560"/>
            <a:ext cx="1737360"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Top-down · LDR visible</a:t>
            </a:r>
          </a:p>
          <a:p>
            <a:pPr>
              <a:buNone/>
            </a:pPr>
            <a:r>
              <a:rPr lang="en-US" sz="1400">
                <a:solidFill>
                  <a:srgbClr val="F8FAFC"/>
                </a:solidFill>
                <a:effectLst/>
                <a:latin typeface="Calibri" panose="020F0502020204030204" pitchFamily="34" charset="0"/>
              </a:rPr>
              <a:t> </a:t>
            </a:r>
            <a:endParaRPr lang="en-US"/>
          </a:p>
        </p:txBody>
      </p:sp>
      <p:sp>
        <p:nvSpPr>
          <p:cNvPr id="109326" name="Rectangle 109325">
            <a:extLst>
              <a:ext uri="{FF2B5EF4-FFF2-40B4-BE49-F238E27FC236}">
                <a16:creationId xmlns:a16="http://schemas.microsoft.com/office/drawing/2014/main" id="{19BDE2AF-7DB7-4191-2E13-B420AD019DC5}"/>
              </a:ext>
            </a:extLst>
          </p:cNvPr>
          <p:cNvSpPr/>
          <p:nvPr/>
        </p:nvSpPr>
        <p:spPr>
          <a:xfrm>
            <a:off x="2818638" y="3764280"/>
            <a:ext cx="201168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LDR module</a:t>
            </a:r>
          </a:p>
          <a:p>
            <a:pPr>
              <a:buNone/>
            </a:pPr>
            <a:r>
              <a:rPr lang="en-US" sz="1600">
                <a:solidFill>
                  <a:srgbClr val="F8FAFC"/>
                </a:solidFill>
                <a:effectLst/>
                <a:latin typeface="Calibri" panose="020F0502020204030204" pitchFamily="34" charset="0"/>
              </a:rPr>
              <a:t> </a:t>
            </a:r>
            <a:endParaRPr lang="en-US"/>
          </a:p>
        </p:txBody>
      </p:sp>
      <p:sp>
        <p:nvSpPr>
          <p:cNvPr id="109391" name="Rectangle 109390">
            <a:extLst>
              <a:ext uri="{FF2B5EF4-FFF2-40B4-BE49-F238E27FC236}">
                <a16:creationId xmlns:a16="http://schemas.microsoft.com/office/drawing/2014/main" id="{EE3B2D18-EB2C-0357-5391-08633906A7EC}"/>
              </a:ext>
            </a:extLst>
          </p:cNvPr>
          <p:cNvSpPr/>
          <p:nvPr/>
        </p:nvSpPr>
        <p:spPr>
          <a:xfrm>
            <a:off x="2818638" y="4056888"/>
            <a:ext cx="201168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Light level</a:t>
            </a:r>
          </a:p>
          <a:p>
            <a:pPr>
              <a:buNone/>
            </a:pPr>
            <a:r>
              <a:rPr lang="en-US" sz="1400">
                <a:solidFill>
                  <a:srgbClr val="CBD5E1"/>
                </a:solidFill>
                <a:effectLst/>
                <a:latin typeface="Calibri" panose="020F0502020204030204" pitchFamily="34" charset="0"/>
              </a:rPr>
              <a:t> </a:t>
            </a:r>
            <a:endParaRPr lang="en-US"/>
          </a:p>
        </p:txBody>
      </p:sp>
      <p:sp>
        <p:nvSpPr>
          <p:cNvPr id="109457" name="Rectangle 109456">
            <a:extLst>
              <a:ext uri="{FF2B5EF4-FFF2-40B4-BE49-F238E27FC236}">
                <a16:creationId xmlns:a16="http://schemas.microsoft.com/office/drawing/2014/main" id="{26D5E07E-841D-2E73-3269-D9C6FFAB2F31}"/>
              </a:ext>
            </a:extLst>
          </p:cNvPr>
          <p:cNvSpPr/>
          <p:nvPr/>
        </p:nvSpPr>
        <p:spPr>
          <a:xfrm>
            <a:off x="3019806" y="4495800"/>
            <a:ext cx="181051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Analog voltage*</a:t>
            </a:r>
          </a:p>
          <a:p>
            <a:pPr>
              <a:buNone/>
            </a:pPr>
            <a:r>
              <a:rPr lang="en-US" sz="1400">
                <a:solidFill>
                  <a:srgbClr val="F8FAFC"/>
                </a:solidFill>
                <a:effectLst/>
                <a:latin typeface="Calibri" panose="020F0502020204030204" pitchFamily="34" charset="0"/>
              </a:rPr>
              <a:t> </a:t>
            </a:r>
            <a:endParaRPr lang="en-US"/>
          </a:p>
        </p:txBody>
      </p:sp>
      <p:sp>
        <p:nvSpPr>
          <p:cNvPr id="109524" name="Rectangle 109523">
            <a:extLst>
              <a:ext uri="{FF2B5EF4-FFF2-40B4-BE49-F238E27FC236}">
                <a16:creationId xmlns:a16="http://schemas.microsoft.com/office/drawing/2014/main" id="{26349219-B1E8-43A6-E1A8-7C3F3150E322}"/>
              </a:ext>
            </a:extLst>
          </p:cNvPr>
          <p:cNvSpPr/>
          <p:nvPr/>
        </p:nvSpPr>
        <p:spPr>
          <a:xfrm>
            <a:off x="5225796" y="2228088"/>
            <a:ext cx="1737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PLACEHOLDER</a:t>
            </a:r>
          </a:p>
          <a:p>
            <a:pPr>
              <a:buNone/>
            </a:pPr>
            <a:r>
              <a:rPr lang="en-US" sz="1400">
                <a:solidFill>
                  <a:srgbClr val="67E8F9"/>
                </a:solidFill>
                <a:effectLst/>
                <a:latin typeface="Consolas" panose="020B0609020204030204" pitchFamily="49" charset="0"/>
              </a:rPr>
              <a:t> </a:t>
            </a:r>
            <a:endParaRPr lang="en-US"/>
          </a:p>
        </p:txBody>
      </p:sp>
      <p:sp>
        <p:nvSpPr>
          <p:cNvPr id="109592" name="Rectangle 109591">
            <a:extLst>
              <a:ext uri="{FF2B5EF4-FFF2-40B4-BE49-F238E27FC236}">
                <a16:creationId xmlns:a16="http://schemas.microsoft.com/office/drawing/2014/main" id="{5977B9A7-BF11-5827-2B4A-2F02E009DC96}"/>
              </a:ext>
            </a:extLst>
          </p:cNvPr>
          <p:cNvSpPr/>
          <p:nvPr/>
        </p:nvSpPr>
        <p:spPr>
          <a:xfrm>
            <a:off x="5225796" y="2575560"/>
            <a:ext cx="1737360"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Top-down · mic visible</a:t>
            </a:r>
          </a:p>
          <a:p>
            <a:pPr>
              <a:buNone/>
            </a:pPr>
            <a:r>
              <a:rPr lang="en-US" sz="1400">
                <a:solidFill>
                  <a:srgbClr val="F8FAFC"/>
                </a:solidFill>
                <a:effectLst/>
                <a:latin typeface="Calibri" panose="020F0502020204030204" pitchFamily="34" charset="0"/>
              </a:rPr>
              <a:t> </a:t>
            </a:r>
            <a:endParaRPr lang="en-US"/>
          </a:p>
        </p:txBody>
      </p:sp>
      <p:sp>
        <p:nvSpPr>
          <p:cNvPr id="109661" name="Rectangle 109660">
            <a:extLst>
              <a:ext uri="{FF2B5EF4-FFF2-40B4-BE49-F238E27FC236}">
                <a16:creationId xmlns:a16="http://schemas.microsoft.com/office/drawing/2014/main" id="{96D4A454-3F13-0F70-BE60-2DA03DA6BCC8}"/>
              </a:ext>
            </a:extLst>
          </p:cNvPr>
          <p:cNvSpPr/>
          <p:nvPr/>
        </p:nvSpPr>
        <p:spPr>
          <a:xfrm>
            <a:off x="5088636" y="3764280"/>
            <a:ext cx="201168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Microphone module</a:t>
            </a:r>
          </a:p>
          <a:p>
            <a:pPr>
              <a:buNone/>
            </a:pPr>
            <a:r>
              <a:rPr lang="en-US" sz="1600">
                <a:solidFill>
                  <a:srgbClr val="F8FAFC"/>
                </a:solidFill>
                <a:effectLst/>
                <a:latin typeface="Calibri" panose="020F0502020204030204" pitchFamily="34" charset="0"/>
              </a:rPr>
              <a:t> </a:t>
            </a:r>
            <a:endParaRPr lang="en-US"/>
          </a:p>
        </p:txBody>
      </p:sp>
      <p:sp>
        <p:nvSpPr>
          <p:cNvPr id="109731" name="Rectangle 109730">
            <a:extLst>
              <a:ext uri="{FF2B5EF4-FFF2-40B4-BE49-F238E27FC236}">
                <a16:creationId xmlns:a16="http://schemas.microsoft.com/office/drawing/2014/main" id="{C144441B-7AD0-CBCD-17FA-1C85AA5E8175}"/>
              </a:ext>
            </a:extLst>
          </p:cNvPr>
          <p:cNvSpPr/>
          <p:nvPr/>
        </p:nvSpPr>
        <p:spPr>
          <a:xfrm>
            <a:off x="5088636" y="4056888"/>
            <a:ext cx="201168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Sound level</a:t>
            </a:r>
          </a:p>
          <a:p>
            <a:pPr>
              <a:buNone/>
            </a:pPr>
            <a:r>
              <a:rPr lang="en-US" sz="1400">
                <a:solidFill>
                  <a:srgbClr val="CBD5E1"/>
                </a:solidFill>
                <a:effectLst/>
                <a:latin typeface="Calibri" panose="020F0502020204030204" pitchFamily="34" charset="0"/>
              </a:rPr>
              <a:t> </a:t>
            </a:r>
            <a:endParaRPr lang="en-US"/>
          </a:p>
        </p:txBody>
      </p:sp>
      <p:sp>
        <p:nvSpPr>
          <p:cNvPr id="109802" name="Rectangle 109801">
            <a:extLst>
              <a:ext uri="{FF2B5EF4-FFF2-40B4-BE49-F238E27FC236}">
                <a16:creationId xmlns:a16="http://schemas.microsoft.com/office/drawing/2014/main" id="{53B0C346-8A9E-1CD4-65E5-C3995994B2DD}"/>
              </a:ext>
            </a:extLst>
          </p:cNvPr>
          <p:cNvSpPr/>
          <p:nvPr/>
        </p:nvSpPr>
        <p:spPr>
          <a:xfrm>
            <a:off x="5289804" y="4495800"/>
            <a:ext cx="181051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Analog/digital*</a:t>
            </a:r>
          </a:p>
          <a:p>
            <a:pPr>
              <a:buNone/>
            </a:pPr>
            <a:r>
              <a:rPr lang="en-US" sz="1400">
                <a:solidFill>
                  <a:srgbClr val="F8FAFC"/>
                </a:solidFill>
                <a:effectLst/>
                <a:latin typeface="Calibri" panose="020F0502020204030204" pitchFamily="34" charset="0"/>
              </a:rPr>
              <a:t> </a:t>
            </a:r>
            <a:endParaRPr lang="en-US"/>
          </a:p>
        </p:txBody>
      </p:sp>
      <p:sp>
        <p:nvSpPr>
          <p:cNvPr id="109874" name="Rectangle 109873">
            <a:extLst>
              <a:ext uri="{FF2B5EF4-FFF2-40B4-BE49-F238E27FC236}">
                <a16:creationId xmlns:a16="http://schemas.microsoft.com/office/drawing/2014/main" id="{E9925C91-6E6B-83FB-B5C2-5DEF881CE8C1}"/>
              </a:ext>
            </a:extLst>
          </p:cNvPr>
          <p:cNvSpPr/>
          <p:nvPr/>
        </p:nvSpPr>
        <p:spPr>
          <a:xfrm>
            <a:off x="7495794" y="2228088"/>
            <a:ext cx="1737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PLACEHOLDER</a:t>
            </a:r>
          </a:p>
          <a:p>
            <a:pPr>
              <a:buNone/>
            </a:pPr>
            <a:r>
              <a:rPr lang="en-US" sz="1400">
                <a:solidFill>
                  <a:srgbClr val="67E8F9"/>
                </a:solidFill>
                <a:effectLst/>
                <a:latin typeface="Consolas" panose="020B0609020204030204" pitchFamily="49" charset="0"/>
              </a:rPr>
              <a:t> </a:t>
            </a:r>
            <a:endParaRPr lang="en-US"/>
          </a:p>
        </p:txBody>
      </p:sp>
      <p:sp>
        <p:nvSpPr>
          <p:cNvPr id="109947" name="Rectangle 109946">
            <a:extLst>
              <a:ext uri="{FF2B5EF4-FFF2-40B4-BE49-F238E27FC236}">
                <a16:creationId xmlns:a16="http://schemas.microsoft.com/office/drawing/2014/main" id="{2C282C22-2778-8A67-39FC-DFE959ACDA44}"/>
              </a:ext>
            </a:extLst>
          </p:cNvPr>
          <p:cNvSpPr/>
          <p:nvPr/>
        </p:nvSpPr>
        <p:spPr>
          <a:xfrm>
            <a:off x="7495794" y="2575560"/>
            <a:ext cx="1737360"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Front · transducers visible</a:t>
            </a:r>
          </a:p>
          <a:p>
            <a:pPr>
              <a:buNone/>
            </a:pPr>
            <a:r>
              <a:rPr lang="en-US" sz="1400">
                <a:solidFill>
                  <a:srgbClr val="F8FAFC"/>
                </a:solidFill>
                <a:effectLst/>
                <a:latin typeface="Calibri" panose="020F0502020204030204" pitchFamily="34" charset="0"/>
              </a:rPr>
              <a:t> </a:t>
            </a:r>
            <a:endParaRPr lang="en-US"/>
          </a:p>
        </p:txBody>
      </p:sp>
      <p:sp>
        <p:nvSpPr>
          <p:cNvPr id="110021" name="Rectangle 110020">
            <a:extLst>
              <a:ext uri="{FF2B5EF4-FFF2-40B4-BE49-F238E27FC236}">
                <a16:creationId xmlns:a16="http://schemas.microsoft.com/office/drawing/2014/main" id="{775FA64D-6F67-0513-A328-1B90CC7F16A7}"/>
              </a:ext>
            </a:extLst>
          </p:cNvPr>
          <p:cNvSpPr/>
          <p:nvPr/>
        </p:nvSpPr>
        <p:spPr>
          <a:xfrm>
            <a:off x="7358634" y="3764280"/>
            <a:ext cx="201168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Ultrasonic sensor</a:t>
            </a:r>
          </a:p>
          <a:p>
            <a:pPr>
              <a:buNone/>
            </a:pPr>
            <a:r>
              <a:rPr lang="en-US" sz="1600">
                <a:solidFill>
                  <a:srgbClr val="F8FAFC"/>
                </a:solidFill>
                <a:effectLst/>
                <a:latin typeface="Calibri" panose="020F0502020204030204" pitchFamily="34" charset="0"/>
              </a:rPr>
              <a:t> </a:t>
            </a:r>
            <a:endParaRPr lang="en-US"/>
          </a:p>
        </p:txBody>
      </p:sp>
      <p:sp>
        <p:nvSpPr>
          <p:cNvPr id="110096" name="Rectangle 110095">
            <a:extLst>
              <a:ext uri="{FF2B5EF4-FFF2-40B4-BE49-F238E27FC236}">
                <a16:creationId xmlns:a16="http://schemas.microsoft.com/office/drawing/2014/main" id="{3741CC1A-4B74-12DE-5472-88D8074C9ECC}"/>
              </a:ext>
            </a:extLst>
          </p:cNvPr>
          <p:cNvSpPr/>
          <p:nvPr/>
        </p:nvSpPr>
        <p:spPr>
          <a:xfrm>
            <a:off x="7358634" y="4056888"/>
            <a:ext cx="201168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Distance by echo</a:t>
            </a:r>
          </a:p>
          <a:p>
            <a:pPr>
              <a:buNone/>
            </a:pPr>
            <a:r>
              <a:rPr lang="en-US" sz="1400">
                <a:solidFill>
                  <a:srgbClr val="CBD5E1"/>
                </a:solidFill>
                <a:effectLst/>
                <a:latin typeface="Calibri" panose="020F0502020204030204" pitchFamily="34" charset="0"/>
              </a:rPr>
              <a:t> </a:t>
            </a:r>
            <a:endParaRPr lang="en-US"/>
          </a:p>
        </p:txBody>
      </p:sp>
      <p:sp>
        <p:nvSpPr>
          <p:cNvPr id="110172" name="Rectangle 110171">
            <a:extLst>
              <a:ext uri="{FF2B5EF4-FFF2-40B4-BE49-F238E27FC236}">
                <a16:creationId xmlns:a16="http://schemas.microsoft.com/office/drawing/2014/main" id="{CF9EC69A-73C1-6973-B941-89D05A9742A5}"/>
              </a:ext>
            </a:extLst>
          </p:cNvPr>
          <p:cNvSpPr/>
          <p:nvPr/>
        </p:nvSpPr>
        <p:spPr>
          <a:xfrm>
            <a:off x="7559802" y="4495800"/>
            <a:ext cx="181051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Timed pulse†</a:t>
            </a:r>
          </a:p>
          <a:p>
            <a:pPr>
              <a:buNone/>
            </a:pPr>
            <a:r>
              <a:rPr lang="en-US" sz="1400">
                <a:solidFill>
                  <a:srgbClr val="F8FAFC"/>
                </a:solidFill>
                <a:effectLst/>
                <a:latin typeface="Calibri" panose="020F0502020204030204" pitchFamily="34" charset="0"/>
              </a:rPr>
              <a:t> </a:t>
            </a:r>
            <a:endParaRPr lang="en-US"/>
          </a:p>
        </p:txBody>
      </p:sp>
      <p:sp>
        <p:nvSpPr>
          <p:cNvPr id="110249" name="Rectangle 110248">
            <a:extLst>
              <a:ext uri="{FF2B5EF4-FFF2-40B4-BE49-F238E27FC236}">
                <a16:creationId xmlns:a16="http://schemas.microsoft.com/office/drawing/2014/main" id="{22E59D26-A90C-2F7A-5700-5EAEEC164A50}"/>
              </a:ext>
            </a:extLst>
          </p:cNvPr>
          <p:cNvSpPr/>
          <p:nvPr/>
        </p:nvSpPr>
        <p:spPr>
          <a:xfrm>
            <a:off x="9765792" y="2228088"/>
            <a:ext cx="1737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PLACEHOLDER</a:t>
            </a:r>
          </a:p>
          <a:p>
            <a:pPr>
              <a:buNone/>
            </a:pPr>
            <a:r>
              <a:rPr lang="en-US" sz="1400">
                <a:solidFill>
                  <a:srgbClr val="67E8F9"/>
                </a:solidFill>
                <a:effectLst/>
                <a:latin typeface="Consolas" panose="020B0609020204030204" pitchFamily="49" charset="0"/>
              </a:rPr>
              <a:t> </a:t>
            </a:r>
            <a:endParaRPr lang="en-US"/>
          </a:p>
        </p:txBody>
      </p:sp>
      <p:sp>
        <p:nvSpPr>
          <p:cNvPr id="110327" name="Rectangle 110326">
            <a:extLst>
              <a:ext uri="{FF2B5EF4-FFF2-40B4-BE49-F238E27FC236}">
                <a16:creationId xmlns:a16="http://schemas.microsoft.com/office/drawing/2014/main" id="{28DF2760-845F-721C-5E1F-8E2B09FA1646}"/>
              </a:ext>
            </a:extLst>
          </p:cNvPr>
          <p:cNvSpPr/>
          <p:nvPr/>
        </p:nvSpPr>
        <p:spPr>
          <a:xfrm>
            <a:off x="9765792" y="2575560"/>
            <a:ext cx="1737360"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Front · connector visible</a:t>
            </a:r>
          </a:p>
          <a:p>
            <a:pPr>
              <a:buNone/>
            </a:pPr>
            <a:r>
              <a:rPr lang="en-US" sz="1400">
                <a:solidFill>
                  <a:srgbClr val="F8FAFC"/>
                </a:solidFill>
                <a:effectLst/>
                <a:latin typeface="Calibri" panose="020F0502020204030204" pitchFamily="34" charset="0"/>
              </a:rPr>
              <a:t> </a:t>
            </a:r>
            <a:endParaRPr lang="en-US"/>
          </a:p>
        </p:txBody>
      </p:sp>
      <p:sp>
        <p:nvSpPr>
          <p:cNvPr id="110406" name="Rectangle 110405">
            <a:extLst>
              <a:ext uri="{FF2B5EF4-FFF2-40B4-BE49-F238E27FC236}">
                <a16:creationId xmlns:a16="http://schemas.microsoft.com/office/drawing/2014/main" id="{902294EC-F412-C6CB-A8EF-5CE3D5800058}"/>
              </a:ext>
            </a:extLst>
          </p:cNvPr>
          <p:cNvSpPr/>
          <p:nvPr/>
        </p:nvSpPr>
        <p:spPr>
          <a:xfrm>
            <a:off x="9628632" y="3764280"/>
            <a:ext cx="201168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DHT sensor</a:t>
            </a:r>
          </a:p>
          <a:p>
            <a:pPr>
              <a:buNone/>
            </a:pPr>
            <a:r>
              <a:rPr lang="en-US" sz="1600">
                <a:solidFill>
                  <a:srgbClr val="F8FAFC"/>
                </a:solidFill>
                <a:effectLst/>
                <a:latin typeface="Calibri" panose="020F0502020204030204" pitchFamily="34" charset="0"/>
              </a:rPr>
              <a:t> </a:t>
            </a:r>
            <a:endParaRPr lang="en-US"/>
          </a:p>
        </p:txBody>
      </p:sp>
      <p:sp>
        <p:nvSpPr>
          <p:cNvPr id="110486" name="Rectangle 110485">
            <a:extLst>
              <a:ext uri="{FF2B5EF4-FFF2-40B4-BE49-F238E27FC236}">
                <a16:creationId xmlns:a16="http://schemas.microsoft.com/office/drawing/2014/main" id="{860F60FE-1E4F-DE21-7EE7-58B4F0C7006C}"/>
              </a:ext>
            </a:extLst>
          </p:cNvPr>
          <p:cNvSpPr/>
          <p:nvPr/>
        </p:nvSpPr>
        <p:spPr>
          <a:xfrm>
            <a:off x="9628632" y="4056888"/>
            <a:ext cx="201168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Temp. + humidity</a:t>
            </a:r>
          </a:p>
          <a:p>
            <a:pPr>
              <a:buNone/>
            </a:pPr>
            <a:r>
              <a:rPr lang="en-US" sz="1400">
                <a:solidFill>
                  <a:srgbClr val="CBD5E1"/>
                </a:solidFill>
                <a:effectLst/>
                <a:latin typeface="Calibri" panose="020F0502020204030204" pitchFamily="34" charset="0"/>
              </a:rPr>
              <a:t> </a:t>
            </a:r>
            <a:endParaRPr lang="en-US"/>
          </a:p>
        </p:txBody>
      </p:sp>
      <p:sp>
        <p:nvSpPr>
          <p:cNvPr id="110567" name="Rectangle 110566">
            <a:extLst>
              <a:ext uri="{FF2B5EF4-FFF2-40B4-BE49-F238E27FC236}">
                <a16:creationId xmlns:a16="http://schemas.microsoft.com/office/drawing/2014/main" id="{5AE739C4-090B-63F4-D5C3-BEB68D527316}"/>
              </a:ext>
            </a:extLst>
          </p:cNvPr>
          <p:cNvSpPr/>
          <p:nvPr/>
        </p:nvSpPr>
        <p:spPr>
          <a:xfrm>
            <a:off x="9829800" y="4495800"/>
            <a:ext cx="181051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Data protocol</a:t>
            </a:r>
          </a:p>
          <a:p>
            <a:pPr>
              <a:buNone/>
            </a:pPr>
            <a:r>
              <a:rPr lang="en-US" sz="1400">
                <a:solidFill>
                  <a:srgbClr val="F8FAFC"/>
                </a:solidFill>
                <a:effectLst/>
                <a:latin typeface="Calibri" panose="020F0502020204030204" pitchFamily="34" charset="0"/>
              </a:rPr>
              <a:t> </a:t>
            </a:r>
            <a:endParaRPr lang="en-US"/>
          </a:p>
        </p:txBody>
      </p:sp>
      <p:sp>
        <p:nvSpPr>
          <p:cNvPr id="110649" name="Rectangle 110648">
            <a:extLst>
              <a:ext uri="{FF2B5EF4-FFF2-40B4-BE49-F238E27FC236}">
                <a16:creationId xmlns:a16="http://schemas.microsoft.com/office/drawing/2014/main" id="{188CA9E4-8EDE-F3BF-3B9F-307A7607B863}"/>
              </a:ext>
            </a:extLst>
          </p:cNvPr>
          <p:cNvSpPr/>
          <p:nvPr/>
        </p:nvSpPr>
        <p:spPr>
          <a:xfrm>
            <a:off x="548640" y="5044440"/>
            <a:ext cx="54864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QUICK CHECK</a:t>
            </a:r>
          </a:p>
          <a:p>
            <a:pPr>
              <a:buNone/>
            </a:pPr>
            <a:r>
              <a:rPr lang="en-US" sz="1400">
                <a:solidFill>
                  <a:srgbClr val="67E8F9"/>
                </a:solidFill>
                <a:effectLst/>
                <a:latin typeface="Consolas" panose="020B0609020204030204" pitchFamily="49" charset="0"/>
              </a:rPr>
              <a:t> </a:t>
            </a:r>
            <a:endParaRPr lang="en-US"/>
          </a:p>
        </p:txBody>
      </p:sp>
      <p:sp>
        <p:nvSpPr>
          <p:cNvPr id="110732" name="Rectangle 110731">
            <a:extLst>
              <a:ext uri="{FF2B5EF4-FFF2-40B4-BE49-F238E27FC236}">
                <a16:creationId xmlns:a16="http://schemas.microsoft.com/office/drawing/2014/main" id="{EAB9491A-2446-C7DF-1C5B-AD91613CCBA1}"/>
              </a:ext>
            </a:extLst>
          </p:cNvPr>
          <p:cNvSpPr/>
          <p:nvPr/>
        </p:nvSpPr>
        <p:spPr>
          <a:xfrm>
            <a:off x="548640" y="5300472"/>
            <a:ext cx="11091672"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Which sensors give a smoothly changing number? Which give yes / no?</a:t>
            </a:r>
          </a:p>
          <a:p>
            <a:pPr>
              <a:buNone/>
            </a:pPr>
            <a:r>
              <a:rPr lang="en-US" sz="1600">
                <a:solidFill>
                  <a:srgbClr val="F8FAFC"/>
                </a:solidFill>
                <a:effectLst/>
                <a:latin typeface="Calibri" panose="020F0502020204030204" pitchFamily="34" charset="0"/>
              </a:rPr>
              <a:t> </a:t>
            </a:r>
            <a:endParaRPr lang="en-US"/>
          </a:p>
        </p:txBody>
      </p:sp>
      <p:sp>
        <p:nvSpPr>
          <p:cNvPr id="110816" name="Rectangle 110815">
            <a:extLst>
              <a:ext uri="{FF2B5EF4-FFF2-40B4-BE49-F238E27FC236}">
                <a16:creationId xmlns:a16="http://schemas.microsoft.com/office/drawing/2014/main" id="{4B894E85-46C7-D32C-DF1E-A1F9FFA0FB21}"/>
              </a:ext>
            </a:extLst>
          </p:cNvPr>
          <p:cNvSpPr/>
          <p:nvPr/>
        </p:nvSpPr>
        <p:spPr>
          <a:xfrm>
            <a:off x="548640" y="5879592"/>
            <a:ext cx="1109167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*Module-dependent. †HC-SR04 echo is 5 V logic — divide or level-shift before an ESP32 pin.</a:t>
            </a:r>
          </a:p>
          <a:p>
            <a:pPr>
              <a:buNone/>
            </a:pPr>
            <a:r>
              <a:rPr lang="en-US" sz="1400">
                <a:solidFill>
                  <a:srgbClr val="CBD5E1"/>
                </a:solidFill>
                <a:effectLst/>
                <a:latin typeface="Calibri" panose="020F0502020204030204" pitchFamily="34" charset="0"/>
              </a:rPr>
              <a:t> </a:t>
            </a:r>
            <a:endParaRPr lang="en-US"/>
          </a:p>
        </p:txBody>
      </p:sp>
    </p:spTree>
    <p:extLst>
      <p:ext uri="{BB962C8B-B14F-4D97-AF65-F5344CB8AC3E}">
        <p14:creationId xmlns:p14="http://schemas.microsoft.com/office/powerpoint/2010/main" val="1267224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110859" name="Rectangle 110858">
            <a:extLst>
              <a:ext uri="{FF2B5EF4-FFF2-40B4-BE49-F238E27FC236}">
                <a16:creationId xmlns:a16="http://schemas.microsoft.com/office/drawing/2014/main" id="{91540264-CE45-0533-0D76-CAB330B5612A}"/>
              </a:ext>
            </a:extLst>
          </p:cNvPr>
          <p:cNvSpPr/>
          <p:nvPr/>
        </p:nvSpPr>
        <p:spPr>
          <a:xfrm>
            <a:off x="548640" y="621792"/>
            <a:ext cx="457200" cy="41148"/>
          </a:xfrm>
          <a:prstGeom prst="rect">
            <a:avLst/>
          </a:prstGeom>
          <a:solidFill>
            <a:srgbClr val="86EFA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1509" name="Rectangle 111508">
            <a:extLst>
              <a:ext uri="{FF2B5EF4-FFF2-40B4-BE49-F238E27FC236}">
                <a16:creationId xmlns:a16="http://schemas.microsoft.com/office/drawing/2014/main" id="{F025C0AA-41C2-2FF5-87C7-9ED56087E2CD}"/>
              </a:ext>
            </a:extLst>
          </p:cNvPr>
          <p:cNvSpPr/>
          <p:nvPr/>
        </p:nvSpPr>
        <p:spPr>
          <a:xfrm>
            <a:off x="1143000" y="411480"/>
            <a:ext cx="8595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PART 4 · OUTPUT DEVICES · LED, BUZZER, OLED, SERVO
 </a:t>
            </a:r>
            <a:endParaRPr lang="en-US"/>
          </a:p>
        </p:txBody>
      </p:sp>
      <p:sp>
        <p:nvSpPr>
          <p:cNvPr id="111566" name="Rectangle 111565">
            <a:extLst>
              <a:ext uri="{FF2B5EF4-FFF2-40B4-BE49-F238E27FC236}">
                <a16:creationId xmlns:a16="http://schemas.microsoft.com/office/drawing/2014/main" id="{01E66B21-593D-BB01-E86A-DADFFFBB7690}"/>
              </a:ext>
            </a:extLst>
          </p:cNvPr>
          <p:cNvSpPr/>
          <p:nvPr/>
        </p:nvSpPr>
        <p:spPr>
          <a:xfrm>
            <a:off x="10515600" y="411480"/>
            <a:ext cx="1124712"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onsolas" panose="020B0609020204030204" pitchFamily="49" charset="0"/>
              </a:rPr>
              <a:t>10 / 19</a:t>
            </a:r>
            <a:endParaRPr lang="en-US"/>
          </a:p>
        </p:txBody>
      </p:sp>
      <p:sp>
        <p:nvSpPr>
          <p:cNvPr id="111624" name="Rectangle 111623">
            <a:extLst>
              <a:ext uri="{FF2B5EF4-FFF2-40B4-BE49-F238E27FC236}">
                <a16:creationId xmlns:a16="http://schemas.microsoft.com/office/drawing/2014/main" id="{81E7DB28-DDDA-FAE9-6934-C4665C80B6B2}"/>
              </a:ext>
            </a:extLst>
          </p:cNvPr>
          <p:cNvSpPr/>
          <p:nvPr/>
        </p:nvSpPr>
        <p:spPr>
          <a:xfrm>
            <a:off x="548640" y="822960"/>
            <a:ext cx="11091672"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3200">
                <a:solidFill>
                  <a:srgbClr val="F8FAFC"/>
                </a:solidFill>
                <a:effectLst/>
                <a:latin typeface="Calibri" panose="020F0502020204030204" pitchFamily="34" charset="0"/>
              </a:rPr>
              <a:t>Outputs turn a decision into something</a:t>
            </a:r>
          </a:p>
          <a:p>
            <a:pPr>
              <a:buNone/>
            </a:pPr>
            <a:r>
              <a:rPr lang="en-US" sz="3200">
                <a:solidFill>
                  <a:srgbClr val="F8FAFC"/>
                </a:solidFill>
                <a:effectLst/>
                <a:latin typeface="Calibri" panose="020F0502020204030204" pitchFamily="34" charset="0"/>
              </a:rPr>
              <a:t>people can see, hear or feel.</a:t>
            </a:r>
            <a:endParaRPr lang="en-US"/>
          </a:p>
        </p:txBody>
      </p:sp>
      <p:sp>
        <p:nvSpPr>
          <p:cNvPr id="125799" name="Rectangle 125798">
            <a:extLst>
              <a:ext uri="{FF2B5EF4-FFF2-40B4-BE49-F238E27FC236}">
                <a16:creationId xmlns:a16="http://schemas.microsoft.com/office/drawing/2014/main" id="{A004D71C-9B22-8332-784D-58858D4739C6}"/>
              </a:ext>
            </a:extLst>
          </p:cNvPr>
          <p:cNvSpPr/>
          <p:nvPr/>
        </p:nvSpPr>
        <p:spPr>
          <a:xfrm>
            <a:off x="548640" y="2164080"/>
            <a:ext cx="2567178" cy="1737360"/>
          </a:xfrm>
          <a:prstGeom prst="rect">
            <a:avLst/>
          </a:prstGeom>
          <a:solidFill>
            <a:srgbClr val="1E293B"/>
          </a:solidFill>
          <a:ln w="12700">
            <a:solidFill>
              <a:srgbClr val="64748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855" name="Rectangle 125854">
            <a:extLst>
              <a:ext uri="{FF2B5EF4-FFF2-40B4-BE49-F238E27FC236}">
                <a16:creationId xmlns:a16="http://schemas.microsoft.com/office/drawing/2014/main" id="{02134767-7099-7E39-63A7-BD26E9FD3404}"/>
              </a:ext>
            </a:extLst>
          </p:cNvPr>
          <p:cNvSpPr/>
          <p:nvPr/>
        </p:nvSpPr>
        <p:spPr>
          <a:xfrm>
            <a:off x="3390138" y="2164080"/>
            <a:ext cx="2567178" cy="1737360"/>
          </a:xfrm>
          <a:prstGeom prst="rect">
            <a:avLst/>
          </a:prstGeom>
          <a:solidFill>
            <a:srgbClr val="1E293B"/>
          </a:solidFill>
          <a:ln w="12700">
            <a:solidFill>
              <a:srgbClr val="64748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912" name="Rectangle 125911">
            <a:extLst>
              <a:ext uri="{FF2B5EF4-FFF2-40B4-BE49-F238E27FC236}">
                <a16:creationId xmlns:a16="http://schemas.microsoft.com/office/drawing/2014/main" id="{082FFFC8-41B1-E2B8-6412-94DBFD637D89}"/>
              </a:ext>
            </a:extLst>
          </p:cNvPr>
          <p:cNvSpPr/>
          <p:nvPr/>
        </p:nvSpPr>
        <p:spPr>
          <a:xfrm>
            <a:off x="6231636" y="2164080"/>
            <a:ext cx="2567178" cy="1737360"/>
          </a:xfrm>
          <a:prstGeom prst="rect">
            <a:avLst/>
          </a:prstGeom>
          <a:solidFill>
            <a:srgbClr val="1E293B"/>
          </a:solidFill>
          <a:ln w="12700">
            <a:solidFill>
              <a:srgbClr val="64748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970" name="Rectangle 125969">
            <a:extLst>
              <a:ext uri="{FF2B5EF4-FFF2-40B4-BE49-F238E27FC236}">
                <a16:creationId xmlns:a16="http://schemas.microsoft.com/office/drawing/2014/main" id="{A4161331-F843-6083-552F-0185F2E67380}"/>
              </a:ext>
            </a:extLst>
          </p:cNvPr>
          <p:cNvSpPr/>
          <p:nvPr/>
        </p:nvSpPr>
        <p:spPr>
          <a:xfrm>
            <a:off x="9073134" y="2164080"/>
            <a:ext cx="2567178" cy="1737360"/>
          </a:xfrm>
          <a:prstGeom prst="rect">
            <a:avLst/>
          </a:prstGeom>
          <a:solidFill>
            <a:srgbClr val="1E293B"/>
          </a:solidFill>
          <a:ln w="12700">
            <a:solidFill>
              <a:srgbClr val="64748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6029" name="Rectangle 126028">
            <a:extLst>
              <a:ext uri="{FF2B5EF4-FFF2-40B4-BE49-F238E27FC236}">
                <a16:creationId xmlns:a16="http://schemas.microsoft.com/office/drawing/2014/main" id="{5D743C35-F808-088A-B951-1026970AD735}"/>
              </a:ext>
            </a:extLst>
          </p:cNvPr>
          <p:cNvSpPr/>
          <p:nvPr/>
        </p:nvSpPr>
        <p:spPr>
          <a:xfrm>
            <a:off x="685800" y="2228088"/>
            <a:ext cx="2292858"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PLACEHOLDER</a:t>
            </a:r>
          </a:p>
          <a:p>
            <a:pPr>
              <a:buNone/>
            </a:pPr>
            <a:r>
              <a:rPr lang="en-US" sz="1400">
                <a:solidFill>
                  <a:srgbClr val="67E8F9"/>
                </a:solidFill>
                <a:effectLst/>
                <a:latin typeface="Consolas" panose="020B0609020204030204" pitchFamily="49" charset="0"/>
              </a:rPr>
              <a:t> </a:t>
            </a:r>
            <a:endParaRPr lang="en-US"/>
          </a:p>
        </p:txBody>
      </p:sp>
      <p:sp>
        <p:nvSpPr>
          <p:cNvPr id="126089" name="Rectangle 126088">
            <a:extLst>
              <a:ext uri="{FF2B5EF4-FFF2-40B4-BE49-F238E27FC236}">
                <a16:creationId xmlns:a16="http://schemas.microsoft.com/office/drawing/2014/main" id="{BA6EB80A-2456-7047-ED48-8239D315C1D3}"/>
              </a:ext>
            </a:extLst>
          </p:cNvPr>
          <p:cNvSpPr/>
          <p:nvPr/>
        </p:nvSpPr>
        <p:spPr>
          <a:xfrm>
            <a:off x="685800" y="2575560"/>
            <a:ext cx="2292858"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Macro · both leads visible · 4:3</a:t>
            </a:r>
          </a:p>
          <a:p>
            <a:pPr>
              <a:buNone/>
            </a:pPr>
            <a:r>
              <a:rPr lang="en-US" sz="1400">
                <a:solidFill>
                  <a:srgbClr val="F8FAFC"/>
                </a:solidFill>
                <a:effectLst/>
                <a:latin typeface="Calibri" panose="020F0502020204030204" pitchFamily="34" charset="0"/>
              </a:rPr>
              <a:t> </a:t>
            </a:r>
            <a:endParaRPr lang="en-US"/>
          </a:p>
        </p:txBody>
      </p:sp>
      <p:sp>
        <p:nvSpPr>
          <p:cNvPr id="126150" name="Rectangle 126149">
            <a:extLst>
              <a:ext uri="{FF2B5EF4-FFF2-40B4-BE49-F238E27FC236}">
                <a16:creationId xmlns:a16="http://schemas.microsoft.com/office/drawing/2014/main" id="{389F0023-2E93-2FFD-5CF4-5DB9D02FA70E}"/>
              </a:ext>
            </a:extLst>
          </p:cNvPr>
          <p:cNvSpPr/>
          <p:nvPr/>
        </p:nvSpPr>
        <p:spPr>
          <a:xfrm>
            <a:off x="548640" y="3992880"/>
            <a:ext cx="2567178"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800">
                <a:solidFill>
                  <a:srgbClr val="F8FAFC"/>
                </a:solidFill>
                <a:effectLst/>
                <a:latin typeface="Calibri" panose="020F0502020204030204" pitchFamily="34" charset="0"/>
              </a:rPr>
              <a:t>LED</a:t>
            </a:r>
          </a:p>
          <a:p>
            <a:pPr>
              <a:buNone/>
            </a:pPr>
            <a:r>
              <a:rPr lang="en-US" sz="1800">
                <a:solidFill>
                  <a:srgbClr val="F8FAFC"/>
                </a:solidFill>
                <a:effectLst/>
                <a:latin typeface="Calibri" panose="020F0502020204030204" pitchFamily="34" charset="0"/>
              </a:rPr>
              <a:t> </a:t>
            </a:r>
            <a:endParaRPr lang="en-US"/>
          </a:p>
        </p:txBody>
      </p:sp>
      <p:sp>
        <p:nvSpPr>
          <p:cNvPr id="126212" name="Rectangle 126211">
            <a:extLst>
              <a:ext uri="{FF2B5EF4-FFF2-40B4-BE49-F238E27FC236}">
                <a16:creationId xmlns:a16="http://schemas.microsoft.com/office/drawing/2014/main" id="{07958FC1-832F-3514-E559-C5C9152490C5}"/>
              </a:ext>
            </a:extLst>
          </p:cNvPr>
          <p:cNvSpPr/>
          <p:nvPr/>
        </p:nvSpPr>
        <p:spPr>
          <a:xfrm>
            <a:off x="548640" y="4331208"/>
            <a:ext cx="2567178"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Status light</a:t>
            </a:r>
          </a:p>
          <a:p>
            <a:pPr>
              <a:buNone/>
            </a:pPr>
            <a:r>
              <a:rPr lang="en-US" sz="1400">
                <a:solidFill>
                  <a:srgbClr val="CBD5E1"/>
                </a:solidFill>
                <a:effectLst/>
                <a:latin typeface="Calibri" panose="020F0502020204030204" pitchFamily="34" charset="0"/>
              </a:rPr>
              <a:t> </a:t>
            </a:r>
            <a:endParaRPr lang="en-US"/>
          </a:p>
        </p:txBody>
      </p:sp>
      <p:sp>
        <p:nvSpPr>
          <p:cNvPr id="126275" name="Rectangle 126274">
            <a:extLst>
              <a:ext uri="{FF2B5EF4-FFF2-40B4-BE49-F238E27FC236}">
                <a16:creationId xmlns:a16="http://schemas.microsoft.com/office/drawing/2014/main" id="{F98FD9CC-2B8B-16FE-4A69-4B410CCDE38A}"/>
              </a:ext>
            </a:extLst>
          </p:cNvPr>
          <p:cNvSpPr/>
          <p:nvPr/>
        </p:nvSpPr>
        <p:spPr>
          <a:xfrm>
            <a:off x="548640" y="4724400"/>
            <a:ext cx="2567178"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86EFAC"/>
                </a:solidFill>
                <a:effectLst/>
                <a:latin typeface="Consolas" panose="020B0609020204030204" pitchFamily="49" charset="0"/>
              </a:rPr>
              <a:t>DRIVE</a:t>
            </a:r>
          </a:p>
          <a:p>
            <a:pPr>
              <a:buNone/>
            </a:pPr>
            <a:r>
              <a:rPr lang="en-US" sz="1400">
                <a:solidFill>
                  <a:srgbClr val="86EFAC"/>
                </a:solidFill>
                <a:effectLst/>
                <a:latin typeface="Consolas" panose="020B0609020204030204" pitchFamily="49" charset="0"/>
              </a:rPr>
              <a:t> </a:t>
            </a:r>
            <a:endParaRPr lang="en-US"/>
          </a:p>
        </p:txBody>
      </p:sp>
      <p:sp>
        <p:nvSpPr>
          <p:cNvPr id="126339" name="Rectangle 126338">
            <a:extLst>
              <a:ext uri="{FF2B5EF4-FFF2-40B4-BE49-F238E27FC236}">
                <a16:creationId xmlns:a16="http://schemas.microsoft.com/office/drawing/2014/main" id="{E2B6E0A9-9244-7578-2EA7-8208C44458A6}"/>
              </a:ext>
            </a:extLst>
          </p:cNvPr>
          <p:cNvSpPr/>
          <p:nvPr/>
        </p:nvSpPr>
        <p:spPr>
          <a:xfrm>
            <a:off x="548640" y="4980432"/>
            <a:ext cx="2567178"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digitalWrite() or PWM
 </a:t>
            </a:r>
            <a:endParaRPr lang="en-US"/>
          </a:p>
        </p:txBody>
      </p:sp>
      <p:sp>
        <p:nvSpPr>
          <p:cNvPr id="126404" name="Rectangle 126403">
            <a:extLst>
              <a:ext uri="{FF2B5EF4-FFF2-40B4-BE49-F238E27FC236}">
                <a16:creationId xmlns:a16="http://schemas.microsoft.com/office/drawing/2014/main" id="{F3CD63D6-9134-23FD-0C0B-36AE744EEF1C}"/>
              </a:ext>
            </a:extLst>
          </p:cNvPr>
          <p:cNvSpPr/>
          <p:nvPr/>
        </p:nvSpPr>
        <p:spPr>
          <a:xfrm>
            <a:off x="3527298" y="2228088"/>
            <a:ext cx="2292858"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PLACEHOLDER</a:t>
            </a:r>
          </a:p>
          <a:p>
            <a:pPr>
              <a:buNone/>
            </a:pPr>
            <a:r>
              <a:rPr lang="en-US" sz="1400">
                <a:solidFill>
                  <a:srgbClr val="67E8F9"/>
                </a:solidFill>
                <a:effectLst/>
                <a:latin typeface="Consolas" panose="020B0609020204030204" pitchFamily="49" charset="0"/>
              </a:rPr>
              <a:t> </a:t>
            </a:r>
            <a:endParaRPr lang="en-US"/>
          </a:p>
        </p:txBody>
      </p:sp>
      <p:sp>
        <p:nvSpPr>
          <p:cNvPr id="126470" name="Rectangle 126469">
            <a:extLst>
              <a:ext uri="{FF2B5EF4-FFF2-40B4-BE49-F238E27FC236}">
                <a16:creationId xmlns:a16="http://schemas.microsoft.com/office/drawing/2014/main" id="{597D7E44-F5C9-DF6B-D9B8-4E88F1DB89F5}"/>
              </a:ext>
            </a:extLst>
          </p:cNvPr>
          <p:cNvSpPr/>
          <p:nvPr/>
        </p:nvSpPr>
        <p:spPr>
          <a:xfrm>
            <a:off x="3527298" y="2575560"/>
            <a:ext cx="2292858"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Top-down · connector visible · 4:3</a:t>
            </a:r>
          </a:p>
          <a:p>
            <a:pPr>
              <a:buNone/>
            </a:pPr>
            <a:r>
              <a:rPr lang="en-US" sz="1400">
                <a:solidFill>
                  <a:srgbClr val="F8FAFC"/>
                </a:solidFill>
                <a:effectLst/>
                <a:latin typeface="Calibri" panose="020F0502020204030204" pitchFamily="34" charset="0"/>
              </a:rPr>
              <a:t> </a:t>
            </a:r>
            <a:endParaRPr lang="en-US"/>
          </a:p>
        </p:txBody>
      </p:sp>
      <p:sp>
        <p:nvSpPr>
          <p:cNvPr id="126537" name="Rectangle 126536">
            <a:extLst>
              <a:ext uri="{FF2B5EF4-FFF2-40B4-BE49-F238E27FC236}">
                <a16:creationId xmlns:a16="http://schemas.microsoft.com/office/drawing/2014/main" id="{CF949FA5-53A4-06CD-2708-AA984C000BBB}"/>
              </a:ext>
            </a:extLst>
          </p:cNvPr>
          <p:cNvSpPr/>
          <p:nvPr/>
        </p:nvSpPr>
        <p:spPr>
          <a:xfrm>
            <a:off x="3390138" y="3992880"/>
            <a:ext cx="2567178"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800">
                <a:solidFill>
                  <a:srgbClr val="F8FAFC"/>
                </a:solidFill>
                <a:effectLst/>
                <a:latin typeface="Calibri" panose="020F0502020204030204" pitchFamily="34" charset="0"/>
              </a:rPr>
              <a:t>Buzzer</a:t>
            </a:r>
          </a:p>
          <a:p>
            <a:pPr>
              <a:buNone/>
            </a:pPr>
            <a:r>
              <a:rPr lang="en-US" sz="1800">
                <a:solidFill>
                  <a:srgbClr val="F8FAFC"/>
                </a:solidFill>
                <a:effectLst/>
                <a:latin typeface="Calibri" panose="020F0502020204030204" pitchFamily="34" charset="0"/>
              </a:rPr>
              <a:t> </a:t>
            </a:r>
            <a:endParaRPr lang="en-US"/>
          </a:p>
        </p:txBody>
      </p:sp>
      <p:sp>
        <p:nvSpPr>
          <p:cNvPr id="126605" name="Rectangle 126604">
            <a:extLst>
              <a:ext uri="{FF2B5EF4-FFF2-40B4-BE49-F238E27FC236}">
                <a16:creationId xmlns:a16="http://schemas.microsoft.com/office/drawing/2014/main" id="{B9A8E6B2-2234-D86C-D7E5-7417B633CFBB}"/>
              </a:ext>
            </a:extLst>
          </p:cNvPr>
          <p:cNvSpPr/>
          <p:nvPr/>
        </p:nvSpPr>
        <p:spPr>
          <a:xfrm>
            <a:off x="3390138" y="4331208"/>
            <a:ext cx="2567178"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Alarm tone</a:t>
            </a:r>
          </a:p>
          <a:p>
            <a:pPr>
              <a:buNone/>
            </a:pPr>
            <a:r>
              <a:rPr lang="en-US" sz="1400">
                <a:solidFill>
                  <a:srgbClr val="CBD5E1"/>
                </a:solidFill>
                <a:effectLst/>
                <a:latin typeface="Calibri" panose="020F0502020204030204" pitchFamily="34" charset="0"/>
              </a:rPr>
              <a:t> </a:t>
            </a:r>
            <a:endParaRPr lang="en-US"/>
          </a:p>
        </p:txBody>
      </p:sp>
      <p:sp>
        <p:nvSpPr>
          <p:cNvPr id="126674" name="Rectangle 126673">
            <a:extLst>
              <a:ext uri="{FF2B5EF4-FFF2-40B4-BE49-F238E27FC236}">
                <a16:creationId xmlns:a16="http://schemas.microsoft.com/office/drawing/2014/main" id="{5CE21941-EAA9-650D-17E6-002B4DA4845A}"/>
              </a:ext>
            </a:extLst>
          </p:cNvPr>
          <p:cNvSpPr/>
          <p:nvPr/>
        </p:nvSpPr>
        <p:spPr>
          <a:xfrm>
            <a:off x="3390138" y="4724400"/>
            <a:ext cx="2567178"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86EFAC"/>
                </a:solidFill>
                <a:effectLst/>
                <a:latin typeface="Consolas" panose="020B0609020204030204" pitchFamily="49" charset="0"/>
              </a:rPr>
              <a:t>DRIVE</a:t>
            </a:r>
          </a:p>
          <a:p>
            <a:pPr>
              <a:buNone/>
            </a:pPr>
            <a:r>
              <a:rPr lang="en-US" sz="1400">
                <a:solidFill>
                  <a:srgbClr val="86EFAC"/>
                </a:solidFill>
                <a:effectLst/>
                <a:latin typeface="Consolas" panose="020B0609020204030204" pitchFamily="49" charset="0"/>
              </a:rPr>
              <a:t> </a:t>
            </a:r>
            <a:endParaRPr lang="en-US"/>
          </a:p>
        </p:txBody>
      </p:sp>
      <p:sp>
        <p:nvSpPr>
          <p:cNvPr id="126744" name="Rectangle 126743">
            <a:extLst>
              <a:ext uri="{FF2B5EF4-FFF2-40B4-BE49-F238E27FC236}">
                <a16:creationId xmlns:a16="http://schemas.microsoft.com/office/drawing/2014/main" id="{5A3B3727-50BE-45A6-6CE3-68A13134ECBD}"/>
              </a:ext>
            </a:extLst>
          </p:cNvPr>
          <p:cNvSpPr/>
          <p:nvPr/>
        </p:nvSpPr>
        <p:spPr>
          <a:xfrm>
            <a:off x="3390138" y="4980432"/>
            <a:ext cx="2567178"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tone() or PWM pulses</a:t>
            </a:r>
          </a:p>
          <a:p>
            <a:pPr>
              <a:buNone/>
            </a:pPr>
            <a:r>
              <a:rPr lang="en-US" sz="1400">
                <a:solidFill>
                  <a:srgbClr val="F8FAFC"/>
                </a:solidFill>
                <a:effectLst/>
                <a:latin typeface="Calibri" panose="020F0502020204030204" pitchFamily="34" charset="0"/>
              </a:rPr>
              <a:t> </a:t>
            </a:r>
            <a:endParaRPr lang="en-US"/>
          </a:p>
        </p:txBody>
      </p:sp>
      <p:sp>
        <p:nvSpPr>
          <p:cNvPr id="126815" name="Rectangle 126814">
            <a:extLst>
              <a:ext uri="{FF2B5EF4-FFF2-40B4-BE49-F238E27FC236}">
                <a16:creationId xmlns:a16="http://schemas.microsoft.com/office/drawing/2014/main" id="{7DD657C6-CF0A-A7A3-0BD2-FD1F76CCF4C5}"/>
              </a:ext>
            </a:extLst>
          </p:cNvPr>
          <p:cNvSpPr/>
          <p:nvPr/>
        </p:nvSpPr>
        <p:spPr>
          <a:xfrm>
            <a:off x="6368796" y="2228088"/>
            <a:ext cx="2292858"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PLACEHOLDER</a:t>
            </a:r>
          </a:p>
          <a:p>
            <a:pPr>
              <a:buNone/>
            </a:pPr>
            <a:r>
              <a:rPr lang="en-US" sz="1400">
                <a:solidFill>
                  <a:srgbClr val="67E8F9"/>
                </a:solidFill>
                <a:effectLst/>
                <a:latin typeface="Consolas" panose="020B0609020204030204" pitchFamily="49" charset="0"/>
              </a:rPr>
              <a:t> </a:t>
            </a:r>
            <a:endParaRPr lang="en-US"/>
          </a:p>
        </p:txBody>
      </p:sp>
      <p:sp>
        <p:nvSpPr>
          <p:cNvPr id="126887" name="Rectangle 126886">
            <a:extLst>
              <a:ext uri="{FF2B5EF4-FFF2-40B4-BE49-F238E27FC236}">
                <a16:creationId xmlns:a16="http://schemas.microsoft.com/office/drawing/2014/main" id="{5CFD43FD-439F-255B-2A82-67763A6BA693}"/>
              </a:ext>
            </a:extLst>
          </p:cNvPr>
          <p:cNvSpPr/>
          <p:nvPr/>
        </p:nvSpPr>
        <p:spPr>
          <a:xfrm>
            <a:off x="6368796" y="2575560"/>
            <a:ext cx="2292858"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Front · whole module visible · 4:3</a:t>
            </a:r>
          </a:p>
          <a:p>
            <a:pPr>
              <a:buNone/>
            </a:pPr>
            <a:r>
              <a:rPr lang="en-US" sz="1400">
                <a:solidFill>
                  <a:srgbClr val="F8FAFC"/>
                </a:solidFill>
                <a:effectLst/>
                <a:latin typeface="Calibri" panose="020F0502020204030204" pitchFamily="34" charset="0"/>
              </a:rPr>
              <a:t> </a:t>
            </a:r>
            <a:endParaRPr lang="en-US"/>
          </a:p>
        </p:txBody>
      </p:sp>
      <p:sp>
        <p:nvSpPr>
          <p:cNvPr id="126960" name="Rectangle 126959">
            <a:extLst>
              <a:ext uri="{FF2B5EF4-FFF2-40B4-BE49-F238E27FC236}">
                <a16:creationId xmlns:a16="http://schemas.microsoft.com/office/drawing/2014/main" id="{F1A6BCE8-922A-6B51-93EC-4B7D7AB6C7C3}"/>
              </a:ext>
            </a:extLst>
          </p:cNvPr>
          <p:cNvSpPr/>
          <p:nvPr/>
        </p:nvSpPr>
        <p:spPr>
          <a:xfrm>
            <a:off x="6231636" y="3992880"/>
            <a:ext cx="2567178"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800">
                <a:solidFill>
                  <a:srgbClr val="F8FAFC"/>
                </a:solidFill>
                <a:effectLst/>
                <a:latin typeface="Calibri" panose="020F0502020204030204" pitchFamily="34" charset="0"/>
              </a:rPr>
              <a:t>OLED display</a:t>
            </a:r>
          </a:p>
          <a:p>
            <a:pPr>
              <a:buNone/>
            </a:pPr>
            <a:r>
              <a:rPr lang="en-US" sz="1800">
                <a:solidFill>
                  <a:srgbClr val="F8FAFC"/>
                </a:solidFill>
                <a:effectLst/>
                <a:latin typeface="Calibri" panose="020F0502020204030204" pitchFamily="34" charset="0"/>
              </a:rPr>
              <a:t> </a:t>
            </a:r>
            <a:endParaRPr lang="en-US"/>
          </a:p>
        </p:txBody>
      </p:sp>
      <p:sp>
        <p:nvSpPr>
          <p:cNvPr id="127034" name="Rectangle 127033">
            <a:extLst>
              <a:ext uri="{FF2B5EF4-FFF2-40B4-BE49-F238E27FC236}">
                <a16:creationId xmlns:a16="http://schemas.microsoft.com/office/drawing/2014/main" id="{3FF88FB6-412B-4D43-035D-2A8E8EF045D0}"/>
              </a:ext>
            </a:extLst>
          </p:cNvPr>
          <p:cNvSpPr/>
          <p:nvPr/>
        </p:nvSpPr>
        <p:spPr>
          <a:xfrm>
            <a:off x="6231636" y="4331208"/>
            <a:ext cx="2567178"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Live readings and text</a:t>
            </a:r>
          </a:p>
          <a:p>
            <a:pPr>
              <a:buNone/>
            </a:pPr>
            <a:r>
              <a:rPr lang="en-US" sz="1400">
                <a:solidFill>
                  <a:srgbClr val="CBD5E1"/>
                </a:solidFill>
                <a:effectLst/>
                <a:latin typeface="Calibri" panose="020F0502020204030204" pitchFamily="34" charset="0"/>
              </a:rPr>
              <a:t> </a:t>
            </a:r>
            <a:endParaRPr lang="en-US"/>
          </a:p>
        </p:txBody>
      </p:sp>
      <p:sp>
        <p:nvSpPr>
          <p:cNvPr id="127109" name="Rectangle 127108">
            <a:extLst>
              <a:ext uri="{FF2B5EF4-FFF2-40B4-BE49-F238E27FC236}">
                <a16:creationId xmlns:a16="http://schemas.microsoft.com/office/drawing/2014/main" id="{4FD85E96-70D5-5337-79FF-F32C408D9B12}"/>
              </a:ext>
            </a:extLst>
          </p:cNvPr>
          <p:cNvSpPr/>
          <p:nvPr/>
        </p:nvSpPr>
        <p:spPr>
          <a:xfrm>
            <a:off x="6231636" y="4724400"/>
            <a:ext cx="2567178"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86EFAC"/>
                </a:solidFill>
                <a:effectLst/>
                <a:latin typeface="Consolas" panose="020B0609020204030204" pitchFamily="49" charset="0"/>
              </a:rPr>
              <a:t>DRIVE</a:t>
            </a:r>
          </a:p>
          <a:p>
            <a:pPr>
              <a:buNone/>
            </a:pPr>
            <a:r>
              <a:rPr lang="en-US" sz="1400">
                <a:solidFill>
                  <a:srgbClr val="86EFAC"/>
                </a:solidFill>
                <a:effectLst/>
                <a:latin typeface="Consolas" panose="020B0609020204030204" pitchFamily="49" charset="0"/>
              </a:rPr>
              <a:t> </a:t>
            </a:r>
            <a:endParaRPr lang="en-US"/>
          </a:p>
        </p:txBody>
      </p:sp>
      <p:sp>
        <p:nvSpPr>
          <p:cNvPr id="127185" name="Rectangle 127184">
            <a:extLst>
              <a:ext uri="{FF2B5EF4-FFF2-40B4-BE49-F238E27FC236}">
                <a16:creationId xmlns:a16="http://schemas.microsoft.com/office/drawing/2014/main" id="{94F43E51-D791-9506-FF62-8F5BBF80F073}"/>
              </a:ext>
            </a:extLst>
          </p:cNvPr>
          <p:cNvSpPr/>
          <p:nvPr/>
        </p:nvSpPr>
        <p:spPr>
          <a:xfrm>
            <a:off x="6231636" y="4980432"/>
            <a:ext cx="2567178"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I2C library (e.g. SSD1306)</a:t>
            </a:r>
          </a:p>
          <a:p>
            <a:pPr>
              <a:buNone/>
            </a:pPr>
            <a:r>
              <a:rPr lang="en-US" sz="1400">
                <a:solidFill>
                  <a:srgbClr val="F8FAFC"/>
                </a:solidFill>
                <a:effectLst/>
                <a:latin typeface="Calibri" panose="020F0502020204030204" pitchFamily="34" charset="0"/>
              </a:rPr>
              <a:t> </a:t>
            </a:r>
            <a:endParaRPr lang="en-US"/>
          </a:p>
        </p:txBody>
      </p:sp>
      <p:sp>
        <p:nvSpPr>
          <p:cNvPr id="127262" name="Rectangle 127261">
            <a:extLst>
              <a:ext uri="{FF2B5EF4-FFF2-40B4-BE49-F238E27FC236}">
                <a16:creationId xmlns:a16="http://schemas.microsoft.com/office/drawing/2014/main" id="{78B1A910-5653-9DB0-78A2-C461291795C5}"/>
              </a:ext>
            </a:extLst>
          </p:cNvPr>
          <p:cNvSpPr/>
          <p:nvPr/>
        </p:nvSpPr>
        <p:spPr>
          <a:xfrm>
            <a:off x="9210294" y="2228088"/>
            <a:ext cx="2292858"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PLACEHOLDER</a:t>
            </a:r>
          </a:p>
          <a:p>
            <a:pPr>
              <a:buNone/>
            </a:pPr>
            <a:r>
              <a:rPr lang="en-US" sz="1400">
                <a:solidFill>
                  <a:srgbClr val="67E8F9"/>
                </a:solidFill>
                <a:effectLst/>
                <a:latin typeface="Consolas" panose="020B0609020204030204" pitchFamily="49" charset="0"/>
              </a:rPr>
              <a:t> </a:t>
            </a:r>
            <a:endParaRPr lang="en-US"/>
          </a:p>
        </p:txBody>
      </p:sp>
      <p:sp>
        <p:nvSpPr>
          <p:cNvPr id="127340" name="Rectangle 127339">
            <a:extLst>
              <a:ext uri="{FF2B5EF4-FFF2-40B4-BE49-F238E27FC236}">
                <a16:creationId xmlns:a16="http://schemas.microsoft.com/office/drawing/2014/main" id="{91618654-E125-EC64-EA99-18917D76F23A}"/>
              </a:ext>
            </a:extLst>
          </p:cNvPr>
          <p:cNvSpPr/>
          <p:nvPr/>
        </p:nvSpPr>
        <p:spPr>
          <a:xfrm>
            <a:off x="9210294" y="2575560"/>
            <a:ext cx="2292858"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Side · horn and cable visible · 4:3</a:t>
            </a:r>
          </a:p>
          <a:p>
            <a:pPr>
              <a:buNone/>
            </a:pPr>
            <a:r>
              <a:rPr lang="en-US" sz="1400">
                <a:solidFill>
                  <a:srgbClr val="F8FAFC"/>
                </a:solidFill>
                <a:effectLst/>
                <a:latin typeface="Calibri" panose="020F0502020204030204" pitchFamily="34" charset="0"/>
              </a:rPr>
              <a:t> </a:t>
            </a:r>
            <a:endParaRPr lang="en-US"/>
          </a:p>
        </p:txBody>
      </p:sp>
      <p:sp>
        <p:nvSpPr>
          <p:cNvPr id="127419" name="Rectangle 127418">
            <a:extLst>
              <a:ext uri="{FF2B5EF4-FFF2-40B4-BE49-F238E27FC236}">
                <a16:creationId xmlns:a16="http://schemas.microsoft.com/office/drawing/2014/main" id="{CD13E679-8FAB-EF86-A41C-4BBA6813504D}"/>
              </a:ext>
            </a:extLst>
          </p:cNvPr>
          <p:cNvSpPr/>
          <p:nvPr/>
        </p:nvSpPr>
        <p:spPr>
          <a:xfrm>
            <a:off x="9073134" y="3992880"/>
            <a:ext cx="2567178"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800">
                <a:solidFill>
                  <a:srgbClr val="F8FAFC"/>
                </a:solidFill>
                <a:effectLst/>
                <a:latin typeface="Calibri" panose="020F0502020204030204" pitchFamily="34" charset="0"/>
              </a:rPr>
              <a:t>Micro servo</a:t>
            </a:r>
          </a:p>
          <a:p>
            <a:pPr>
              <a:buNone/>
            </a:pPr>
            <a:r>
              <a:rPr lang="en-US" sz="1800">
                <a:solidFill>
                  <a:srgbClr val="F8FAFC"/>
                </a:solidFill>
                <a:effectLst/>
                <a:latin typeface="Calibri" panose="020F0502020204030204" pitchFamily="34" charset="0"/>
              </a:rPr>
              <a:t> </a:t>
            </a:r>
            <a:endParaRPr lang="en-US"/>
          </a:p>
        </p:txBody>
      </p:sp>
      <p:sp>
        <p:nvSpPr>
          <p:cNvPr id="127499" name="Rectangle 127498">
            <a:extLst>
              <a:ext uri="{FF2B5EF4-FFF2-40B4-BE49-F238E27FC236}">
                <a16:creationId xmlns:a16="http://schemas.microsoft.com/office/drawing/2014/main" id="{5D6AA80C-3080-D2FE-A59F-A1760964CDFD}"/>
              </a:ext>
            </a:extLst>
          </p:cNvPr>
          <p:cNvSpPr/>
          <p:nvPr/>
        </p:nvSpPr>
        <p:spPr>
          <a:xfrm>
            <a:off x="9073134" y="4331208"/>
            <a:ext cx="2567178"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Moves a gate or pointer</a:t>
            </a:r>
          </a:p>
          <a:p>
            <a:pPr>
              <a:buNone/>
            </a:pPr>
            <a:r>
              <a:rPr lang="en-US" sz="1400">
                <a:solidFill>
                  <a:srgbClr val="CBD5E1"/>
                </a:solidFill>
                <a:effectLst/>
                <a:latin typeface="Calibri" panose="020F0502020204030204" pitchFamily="34" charset="0"/>
              </a:rPr>
              <a:t> </a:t>
            </a:r>
            <a:endParaRPr lang="en-US"/>
          </a:p>
        </p:txBody>
      </p:sp>
      <p:sp>
        <p:nvSpPr>
          <p:cNvPr id="127580" name="Rectangle 127579">
            <a:extLst>
              <a:ext uri="{FF2B5EF4-FFF2-40B4-BE49-F238E27FC236}">
                <a16:creationId xmlns:a16="http://schemas.microsoft.com/office/drawing/2014/main" id="{BB8890C1-6535-20A6-11FC-5FD187EAD75C}"/>
              </a:ext>
            </a:extLst>
          </p:cNvPr>
          <p:cNvSpPr/>
          <p:nvPr/>
        </p:nvSpPr>
        <p:spPr>
          <a:xfrm>
            <a:off x="9073134" y="4724400"/>
            <a:ext cx="2567178"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86EFAC"/>
                </a:solidFill>
                <a:effectLst/>
                <a:latin typeface="Consolas" panose="020B0609020204030204" pitchFamily="49" charset="0"/>
              </a:rPr>
              <a:t>DRIVE</a:t>
            </a:r>
          </a:p>
          <a:p>
            <a:pPr>
              <a:buNone/>
            </a:pPr>
            <a:r>
              <a:rPr lang="en-US" sz="1400">
                <a:solidFill>
                  <a:srgbClr val="86EFAC"/>
                </a:solidFill>
                <a:effectLst/>
                <a:latin typeface="Consolas" panose="020B0609020204030204" pitchFamily="49" charset="0"/>
              </a:rPr>
              <a:t> </a:t>
            </a:r>
            <a:endParaRPr lang="en-US"/>
          </a:p>
        </p:txBody>
      </p:sp>
      <p:sp>
        <p:nvSpPr>
          <p:cNvPr id="127662" name="Rectangle 127661">
            <a:extLst>
              <a:ext uri="{FF2B5EF4-FFF2-40B4-BE49-F238E27FC236}">
                <a16:creationId xmlns:a16="http://schemas.microsoft.com/office/drawing/2014/main" id="{E6C53895-EA87-D09A-6CA5-4717F40E80B9}"/>
              </a:ext>
            </a:extLst>
          </p:cNvPr>
          <p:cNvSpPr/>
          <p:nvPr/>
        </p:nvSpPr>
        <p:spPr>
          <a:xfrm>
            <a:off x="9073134" y="4980432"/>
            <a:ext cx="2567178"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PWM servo library · 5 V*
 </a:t>
            </a:r>
            <a:endParaRPr lang="en-US"/>
          </a:p>
        </p:txBody>
      </p:sp>
      <p:sp>
        <p:nvSpPr>
          <p:cNvPr id="127745" name="Rectangle 127744">
            <a:extLst>
              <a:ext uri="{FF2B5EF4-FFF2-40B4-BE49-F238E27FC236}">
                <a16:creationId xmlns:a16="http://schemas.microsoft.com/office/drawing/2014/main" id="{C6C255E4-5C92-67CC-4037-8E65276577CA}"/>
              </a:ext>
            </a:extLst>
          </p:cNvPr>
          <p:cNvSpPr/>
          <p:nvPr/>
        </p:nvSpPr>
        <p:spPr>
          <a:xfrm>
            <a:off x="548640" y="5422392"/>
            <a:ext cx="11091672"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Match the output to the problem: what should a person notice, and how quickly?</a:t>
            </a:r>
          </a:p>
          <a:p>
            <a:pPr>
              <a:buNone/>
            </a:pPr>
            <a:r>
              <a:rPr lang="en-US" sz="1600">
                <a:solidFill>
                  <a:srgbClr val="F8FAFC"/>
                </a:solidFill>
                <a:effectLst/>
                <a:latin typeface="Calibri" panose="020F0502020204030204" pitchFamily="34" charset="0"/>
              </a:rPr>
              <a:t> </a:t>
            </a:r>
            <a:endParaRPr lang="en-US"/>
          </a:p>
        </p:txBody>
      </p:sp>
      <p:sp>
        <p:nvSpPr>
          <p:cNvPr id="127829" name="Rectangle 127828">
            <a:extLst>
              <a:ext uri="{FF2B5EF4-FFF2-40B4-BE49-F238E27FC236}">
                <a16:creationId xmlns:a16="http://schemas.microsoft.com/office/drawing/2014/main" id="{A9BB06DD-4581-68E5-6172-70410267CDD7}"/>
              </a:ext>
            </a:extLst>
          </p:cNvPr>
          <p:cNvSpPr/>
          <p:nvPr/>
        </p:nvSpPr>
        <p:spPr>
          <a:xfrm>
            <a:off x="548640" y="5879592"/>
            <a:ext cx="1109167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*Servos need their own power; a GPIO pin carries the decision, not the current. Kits may also include a 16×2 LCD or relay module — same rule.</a:t>
            </a:r>
          </a:p>
          <a:p>
            <a:pPr>
              <a:buNone/>
            </a:pPr>
            <a:r>
              <a:rPr lang="en-US" sz="1400">
                <a:solidFill>
                  <a:srgbClr val="CBD5E1"/>
                </a:solidFill>
                <a:effectLst/>
                <a:latin typeface="Calibri" panose="020F0502020204030204" pitchFamily="34" charset="0"/>
              </a:rPr>
              <a:t> </a:t>
            </a:r>
            <a:endParaRPr lang="en-US"/>
          </a:p>
        </p:txBody>
      </p:sp>
    </p:spTree>
    <p:extLst>
      <p:ext uri="{BB962C8B-B14F-4D97-AF65-F5344CB8AC3E}">
        <p14:creationId xmlns:p14="http://schemas.microsoft.com/office/powerpoint/2010/main" val="1611565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113504" name="Rectangle 113503">
            <a:extLst>
              <a:ext uri="{FF2B5EF4-FFF2-40B4-BE49-F238E27FC236}">
                <a16:creationId xmlns:a16="http://schemas.microsoft.com/office/drawing/2014/main" id="{9082E051-6DE8-66C5-3CA8-0E8BAC451C6E}"/>
              </a:ext>
            </a:extLst>
          </p:cNvPr>
          <p:cNvSpPr/>
          <p:nvPr/>
        </p:nvSpPr>
        <p:spPr>
          <a:xfrm>
            <a:off x="548640" y="621792"/>
            <a:ext cx="457200" cy="41148"/>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526" name="Rectangle 113525">
            <a:extLst>
              <a:ext uri="{FF2B5EF4-FFF2-40B4-BE49-F238E27FC236}">
                <a16:creationId xmlns:a16="http://schemas.microsoft.com/office/drawing/2014/main" id="{41EAD278-DCAA-0A75-5798-6A3A986C98DA}"/>
              </a:ext>
            </a:extLst>
          </p:cNvPr>
          <p:cNvSpPr/>
          <p:nvPr/>
        </p:nvSpPr>
        <p:spPr>
          <a:xfrm>
            <a:off x="548640" y="1676400"/>
            <a:ext cx="6400800" cy="333756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549" name="Rectangle 113548">
            <a:extLst>
              <a:ext uri="{FF2B5EF4-FFF2-40B4-BE49-F238E27FC236}">
                <a16:creationId xmlns:a16="http://schemas.microsoft.com/office/drawing/2014/main" id="{76CC837A-6248-6169-E1C0-903576A07FF0}"/>
              </a:ext>
            </a:extLst>
          </p:cNvPr>
          <p:cNvSpPr/>
          <p:nvPr/>
        </p:nvSpPr>
        <p:spPr>
          <a:xfrm>
            <a:off x="7223760" y="1676400"/>
            <a:ext cx="4416552" cy="91440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573" name="Rectangle 113572">
            <a:extLst>
              <a:ext uri="{FF2B5EF4-FFF2-40B4-BE49-F238E27FC236}">
                <a16:creationId xmlns:a16="http://schemas.microsoft.com/office/drawing/2014/main" id="{1CCC4DB8-4DC3-E31D-8C69-0C7919EE7233}"/>
              </a:ext>
            </a:extLst>
          </p:cNvPr>
          <p:cNvSpPr/>
          <p:nvPr/>
        </p:nvSpPr>
        <p:spPr>
          <a:xfrm>
            <a:off x="7223760" y="1676400"/>
            <a:ext cx="64008" cy="914400"/>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598" name="Arrow: Down 113597">
            <a:extLst>
              <a:ext uri="{FF2B5EF4-FFF2-40B4-BE49-F238E27FC236}">
                <a16:creationId xmlns:a16="http://schemas.microsoft.com/office/drawing/2014/main" id="{3653399D-EB8B-851D-DC6C-61D8C6B2B541}"/>
              </a:ext>
            </a:extLst>
          </p:cNvPr>
          <p:cNvSpPr/>
          <p:nvPr/>
        </p:nvSpPr>
        <p:spPr>
          <a:xfrm>
            <a:off x="9299448" y="2663952"/>
            <a:ext cx="274320" cy="411480"/>
          </a:xfrm>
          <a:prstGeom prst="downArrow">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624" name="Rectangle 113623">
            <a:extLst>
              <a:ext uri="{FF2B5EF4-FFF2-40B4-BE49-F238E27FC236}">
                <a16:creationId xmlns:a16="http://schemas.microsoft.com/office/drawing/2014/main" id="{BA76A91F-6A7B-3782-979A-22653898824F}"/>
              </a:ext>
            </a:extLst>
          </p:cNvPr>
          <p:cNvSpPr/>
          <p:nvPr/>
        </p:nvSpPr>
        <p:spPr>
          <a:xfrm>
            <a:off x="7223760" y="3139440"/>
            <a:ext cx="4416552" cy="91440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651" name="Rectangle 113650">
            <a:extLst>
              <a:ext uri="{FF2B5EF4-FFF2-40B4-BE49-F238E27FC236}">
                <a16:creationId xmlns:a16="http://schemas.microsoft.com/office/drawing/2014/main" id="{5EE6B4E4-79B6-4824-EA3B-7ADFAB2BBD70}"/>
              </a:ext>
            </a:extLst>
          </p:cNvPr>
          <p:cNvSpPr/>
          <p:nvPr/>
        </p:nvSpPr>
        <p:spPr>
          <a:xfrm>
            <a:off x="7223760" y="3139440"/>
            <a:ext cx="64008" cy="914400"/>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679" name="Rectangle 113678">
            <a:extLst>
              <a:ext uri="{FF2B5EF4-FFF2-40B4-BE49-F238E27FC236}">
                <a16:creationId xmlns:a16="http://schemas.microsoft.com/office/drawing/2014/main" id="{E8BF32AD-DB88-2061-0AFB-07C4DDB04CFE}"/>
              </a:ext>
            </a:extLst>
          </p:cNvPr>
          <p:cNvSpPr/>
          <p:nvPr/>
        </p:nvSpPr>
        <p:spPr>
          <a:xfrm>
            <a:off x="1143000" y="411480"/>
            <a:ext cx="8595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PART 5 · ARDUINO STRUCTURE · void setup() AND void loop()
 </a:t>
            </a:r>
            <a:endParaRPr lang="en-US"/>
          </a:p>
        </p:txBody>
      </p:sp>
      <p:sp>
        <p:nvSpPr>
          <p:cNvPr id="113708" name="Rectangle 113707">
            <a:extLst>
              <a:ext uri="{FF2B5EF4-FFF2-40B4-BE49-F238E27FC236}">
                <a16:creationId xmlns:a16="http://schemas.microsoft.com/office/drawing/2014/main" id="{75916798-AEE1-87E9-9229-E968E3AF978E}"/>
              </a:ext>
            </a:extLst>
          </p:cNvPr>
          <p:cNvSpPr/>
          <p:nvPr/>
        </p:nvSpPr>
        <p:spPr>
          <a:xfrm>
            <a:off x="10515600" y="411480"/>
            <a:ext cx="1124712"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onsolas" panose="020B0609020204030204" pitchFamily="49" charset="0"/>
              </a:rPr>
              <a:t>11 / 19</a:t>
            </a:r>
            <a:endParaRPr lang="en-US"/>
          </a:p>
        </p:txBody>
      </p:sp>
      <p:sp>
        <p:nvSpPr>
          <p:cNvPr id="113738" name="Rectangle 113737">
            <a:extLst>
              <a:ext uri="{FF2B5EF4-FFF2-40B4-BE49-F238E27FC236}">
                <a16:creationId xmlns:a16="http://schemas.microsoft.com/office/drawing/2014/main" id="{D7D6463C-D79E-23A0-A5D4-B03D16BF99FC}"/>
              </a:ext>
            </a:extLst>
          </p:cNvPr>
          <p:cNvSpPr/>
          <p:nvPr/>
        </p:nvSpPr>
        <p:spPr>
          <a:xfrm>
            <a:off x="548640" y="822960"/>
            <a:ext cx="11091672" cy="853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3200">
                <a:solidFill>
                  <a:srgbClr val="F8FAFC"/>
                </a:solidFill>
                <a:effectLst/>
                <a:latin typeface="Calibri" panose="020F0502020204030204" pitchFamily="34" charset="0"/>
              </a:rPr>
              <a:t>setup() prepares the stage once; loop() repeats the performance.</a:t>
            </a:r>
          </a:p>
          <a:p>
            <a:pPr>
              <a:buNone/>
            </a:pPr>
            <a:r>
              <a:rPr lang="en-US" sz="3200">
                <a:solidFill>
                  <a:srgbClr val="F8FAFC"/>
                </a:solidFill>
                <a:effectLst/>
                <a:latin typeface="Calibri" panose="020F0502020204030204" pitchFamily="34" charset="0"/>
              </a:rPr>
              <a:t> </a:t>
            </a:r>
            <a:endParaRPr lang="en-US"/>
          </a:p>
        </p:txBody>
      </p:sp>
      <p:sp>
        <p:nvSpPr>
          <p:cNvPr id="113769" name="Rectangle 113768">
            <a:extLst>
              <a:ext uri="{FF2B5EF4-FFF2-40B4-BE49-F238E27FC236}">
                <a16:creationId xmlns:a16="http://schemas.microsoft.com/office/drawing/2014/main" id="{F1853BDA-EF97-9BD4-EF06-462BC5100E25}"/>
              </a:ext>
            </a:extLst>
          </p:cNvPr>
          <p:cNvSpPr/>
          <p:nvPr/>
        </p:nvSpPr>
        <p:spPr>
          <a:xfrm>
            <a:off x="685800" y="1703832"/>
            <a:ext cx="27432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blink.ino</a:t>
            </a:r>
          </a:p>
          <a:p>
            <a:pPr>
              <a:buNone/>
            </a:pPr>
            <a:r>
              <a:rPr lang="en-US" sz="1400">
                <a:solidFill>
                  <a:srgbClr val="CBD5E1"/>
                </a:solidFill>
                <a:effectLst/>
                <a:latin typeface="Consolas" panose="020B0609020204030204" pitchFamily="49" charset="0"/>
              </a:rPr>
              <a:t> </a:t>
            </a:r>
            <a:endParaRPr lang="en-US"/>
          </a:p>
        </p:txBody>
      </p:sp>
      <p:sp>
        <p:nvSpPr>
          <p:cNvPr id="113801" name="Rectangle 113800">
            <a:extLst>
              <a:ext uri="{FF2B5EF4-FFF2-40B4-BE49-F238E27FC236}">
                <a16:creationId xmlns:a16="http://schemas.microsoft.com/office/drawing/2014/main" id="{1812240D-CF2C-5C4E-DB2A-A1BF5294A36F}"/>
              </a:ext>
            </a:extLst>
          </p:cNvPr>
          <p:cNvSpPr/>
          <p:nvPr/>
        </p:nvSpPr>
        <p:spPr>
          <a:xfrm>
            <a:off x="731520" y="2042160"/>
            <a:ext cx="6080760" cy="2834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800">
                <a:solidFill>
                  <a:srgbClr val="F8FAFC"/>
                </a:solidFill>
                <a:effectLst/>
                <a:latin typeface="Consolas" panose="020B0609020204030204" pitchFamily="49" charset="0"/>
              </a:rPr>
              <a:t>void setup() {</a:t>
            </a:r>
          </a:p>
          <a:p>
            <a:pPr>
              <a:buNone/>
            </a:pPr>
            <a:r>
              <a:rPr lang="en-US" sz="1800">
                <a:solidFill>
                  <a:srgbClr val="F8FAFC"/>
                </a:solidFill>
                <a:effectLst/>
                <a:latin typeface="Consolas" panose="020B0609020204030204" pitchFamily="49" charset="0"/>
              </a:rPr>
              <a:t>  pinMode(LED_PIN, OUTPUT);    // once</a:t>
            </a:r>
          </a:p>
          <a:p>
            <a:pPr>
              <a:buNone/>
            </a:pPr>
            <a:r>
              <a:rPr lang="en-US" sz="1800">
                <a:solidFill>
                  <a:srgbClr val="F8FAFC"/>
                </a:solidFill>
                <a:effectLst/>
                <a:latin typeface="Consolas" panose="020B0609020204030204" pitchFamily="49" charset="0"/>
              </a:rPr>
              <a:t>}</a:t>
            </a:r>
          </a:p>
          <a:p>
            <a:pPr>
              <a:buNone/>
            </a:pPr>
            <a:r>
              <a:rPr lang="en-US" sz="1800">
                <a:solidFill>
                  <a:srgbClr val="F8FAFC"/>
                </a:solidFill>
                <a:effectLst/>
                <a:latin typeface="Consolas" panose="020B0609020204030204" pitchFamily="49" charset="0"/>
              </a:rPr>
              <a:t> </a:t>
            </a:r>
          </a:p>
          <a:p>
            <a:pPr>
              <a:buNone/>
            </a:pPr>
            <a:r>
              <a:rPr lang="en-US" sz="1800">
                <a:solidFill>
                  <a:srgbClr val="F8FAFC"/>
                </a:solidFill>
                <a:effectLst/>
                <a:latin typeface="Consolas" panose="020B0609020204030204" pitchFamily="49" charset="0"/>
              </a:rPr>
              <a:t>void loop() {</a:t>
            </a:r>
          </a:p>
          <a:p>
            <a:pPr>
              <a:buNone/>
            </a:pPr>
            <a:r>
              <a:rPr lang="en-US" sz="1800">
                <a:solidFill>
                  <a:srgbClr val="F8FAFC"/>
                </a:solidFill>
                <a:effectLst/>
                <a:latin typeface="Consolas" panose="020B0609020204030204" pitchFamily="49" charset="0"/>
              </a:rPr>
              <a:t>  digitalWrite(LED_PIN, HIGH); // on</a:t>
            </a:r>
          </a:p>
          <a:p>
            <a:pPr>
              <a:buNone/>
            </a:pPr>
            <a:r>
              <a:rPr lang="en-US" sz="1800">
                <a:solidFill>
                  <a:srgbClr val="F8FAFC"/>
                </a:solidFill>
                <a:effectLst/>
                <a:latin typeface="Consolas" panose="020B0609020204030204" pitchFamily="49" charset="0"/>
              </a:rPr>
              <a:t>  delay(500);</a:t>
            </a:r>
          </a:p>
          <a:p>
            <a:pPr>
              <a:buNone/>
            </a:pPr>
            <a:r>
              <a:rPr lang="en-US" sz="1800">
                <a:solidFill>
                  <a:srgbClr val="F8FAFC"/>
                </a:solidFill>
                <a:effectLst/>
                <a:latin typeface="Consolas" panose="020B0609020204030204" pitchFamily="49" charset="0"/>
              </a:rPr>
              <a:t>  digitalWrite(LED_PIN, LOW);  // off</a:t>
            </a:r>
          </a:p>
          <a:p>
            <a:pPr>
              <a:buNone/>
            </a:pPr>
            <a:r>
              <a:rPr lang="en-US" sz="1800">
                <a:solidFill>
                  <a:srgbClr val="F8FAFC"/>
                </a:solidFill>
                <a:effectLst/>
                <a:latin typeface="Consolas" panose="020B0609020204030204" pitchFamily="49" charset="0"/>
              </a:rPr>
              <a:t>  delay(500);</a:t>
            </a:r>
          </a:p>
          <a:p>
            <a:pPr>
              <a:buNone/>
            </a:pPr>
            <a:r>
              <a:rPr lang="en-US" sz="1800">
                <a:solidFill>
                  <a:srgbClr val="F8FAFC"/>
                </a:solidFill>
                <a:effectLst/>
                <a:latin typeface="Consolas" panose="020B0609020204030204" pitchFamily="49" charset="0"/>
              </a:rPr>
              <a:t>}</a:t>
            </a:r>
            <a:endParaRPr lang="en-US"/>
          </a:p>
        </p:txBody>
      </p:sp>
      <p:sp>
        <p:nvSpPr>
          <p:cNvPr id="113834" name="Rectangle 113833">
            <a:extLst>
              <a:ext uri="{FF2B5EF4-FFF2-40B4-BE49-F238E27FC236}">
                <a16:creationId xmlns:a16="http://schemas.microsoft.com/office/drawing/2014/main" id="{5CE78FD1-E962-7021-D19B-3A46001433F3}"/>
              </a:ext>
            </a:extLst>
          </p:cNvPr>
          <p:cNvSpPr/>
          <p:nvPr/>
        </p:nvSpPr>
        <p:spPr>
          <a:xfrm>
            <a:off x="7452360" y="1722120"/>
            <a:ext cx="405079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DBA74"/>
                </a:solidFill>
                <a:effectLst/>
                <a:latin typeface="Consolas" panose="020B0609020204030204" pitchFamily="49" charset="0"/>
              </a:rPr>
              <a:t>setup() · RUNS ONCE</a:t>
            </a:r>
          </a:p>
          <a:p>
            <a:pPr>
              <a:buNone/>
            </a:pPr>
            <a:r>
              <a:rPr lang="en-US" sz="1400">
                <a:solidFill>
                  <a:srgbClr val="FDBA74"/>
                </a:solidFill>
                <a:effectLst/>
                <a:latin typeface="Consolas" panose="020B0609020204030204" pitchFamily="49" charset="0"/>
              </a:rPr>
              <a:t> </a:t>
            </a:r>
            <a:endParaRPr lang="en-US"/>
          </a:p>
        </p:txBody>
      </p:sp>
      <p:sp>
        <p:nvSpPr>
          <p:cNvPr id="113868" name="Rectangle 113867">
            <a:extLst>
              <a:ext uri="{FF2B5EF4-FFF2-40B4-BE49-F238E27FC236}">
                <a16:creationId xmlns:a16="http://schemas.microsoft.com/office/drawing/2014/main" id="{9303C844-CE17-E7C5-4F91-080371F1F923}"/>
              </a:ext>
            </a:extLst>
          </p:cNvPr>
          <p:cNvSpPr/>
          <p:nvPr/>
        </p:nvSpPr>
        <p:spPr>
          <a:xfrm>
            <a:off x="7452360" y="2042160"/>
            <a:ext cx="4050792"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Prepare the stage: pin modes, serial, sensors</a:t>
            </a:r>
          </a:p>
          <a:p>
            <a:pPr>
              <a:buNone/>
            </a:pPr>
            <a:r>
              <a:rPr lang="en-US" sz="1400">
                <a:solidFill>
                  <a:srgbClr val="F8FAFC"/>
                </a:solidFill>
                <a:effectLst/>
                <a:latin typeface="Calibri" panose="020F0502020204030204" pitchFamily="34" charset="0"/>
              </a:rPr>
              <a:t> </a:t>
            </a:r>
            <a:endParaRPr lang="en-US"/>
          </a:p>
        </p:txBody>
      </p:sp>
      <p:sp>
        <p:nvSpPr>
          <p:cNvPr id="113903" name="Rectangle 113902">
            <a:extLst>
              <a:ext uri="{FF2B5EF4-FFF2-40B4-BE49-F238E27FC236}">
                <a16:creationId xmlns:a16="http://schemas.microsoft.com/office/drawing/2014/main" id="{408119B8-E1B1-492E-CFD1-DB9A1CACA53E}"/>
              </a:ext>
            </a:extLst>
          </p:cNvPr>
          <p:cNvSpPr/>
          <p:nvPr/>
        </p:nvSpPr>
        <p:spPr>
          <a:xfrm>
            <a:off x="7452360" y="3185160"/>
            <a:ext cx="405079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DBA74"/>
                </a:solidFill>
                <a:effectLst/>
                <a:latin typeface="Consolas" panose="020B0609020204030204" pitchFamily="49" charset="0"/>
              </a:rPr>
              <a:t>loop() · REPEATS FOREVER</a:t>
            </a:r>
          </a:p>
          <a:p>
            <a:pPr>
              <a:buNone/>
            </a:pPr>
            <a:r>
              <a:rPr lang="en-US" sz="1400">
                <a:solidFill>
                  <a:srgbClr val="FDBA74"/>
                </a:solidFill>
                <a:effectLst/>
                <a:latin typeface="Consolas" panose="020B0609020204030204" pitchFamily="49" charset="0"/>
              </a:rPr>
              <a:t> </a:t>
            </a:r>
            <a:endParaRPr lang="en-US"/>
          </a:p>
        </p:txBody>
      </p:sp>
      <p:sp>
        <p:nvSpPr>
          <p:cNvPr id="113939" name="Rectangle 113938">
            <a:extLst>
              <a:ext uri="{FF2B5EF4-FFF2-40B4-BE49-F238E27FC236}">
                <a16:creationId xmlns:a16="http://schemas.microsoft.com/office/drawing/2014/main" id="{2064305B-633C-B98B-D676-78CB9DCE3B5B}"/>
              </a:ext>
            </a:extLst>
          </p:cNvPr>
          <p:cNvSpPr/>
          <p:nvPr/>
        </p:nvSpPr>
        <p:spPr>
          <a:xfrm>
            <a:off x="7452360" y="3505200"/>
            <a:ext cx="4050792"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The performance: read → decide → act, again and again</a:t>
            </a:r>
          </a:p>
          <a:p>
            <a:pPr>
              <a:buNone/>
            </a:pPr>
            <a:r>
              <a:rPr lang="en-US" sz="1400">
                <a:solidFill>
                  <a:srgbClr val="F8FAFC"/>
                </a:solidFill>
                <a:effectLst/>
                <a:latin typeface="Calibri" panose="020F0502020204030204" pitchFamily="34" charset="0"/>
              </a:rPr>
              <a:t> </a:t>
            </a:r>
            <a:endParaRPr lang="en-US"/>
          </a:p>
        </p:txBody>
      </p:sp>
      <p:sp>
        <p:nvSpPr>
          <p:cNvPr id="113976" name="Rectangle 113975">
            <a:extLst>
              <a:ext uri="{FF2B5EF4-FFF2-40B4-BE49-F238E27FC236}">
                <a16:creationId xmlns:a16="http://schemas.microsoft.com/office/drawing/2014/main" id="{E858FB4E-1530-BCEC-3DA4-1704BF79676D}"/>
              </a:ext>
            </a:extLst>
          </p:cNvPr>
          <p:cNvSpPr/>
          <p:nvPr/>
        </p:nvSpPr>
        <p:spPr>
          <a:xfrm>
            <a:off x="7223760" y="4099560"/>
            <a:ext cx="441655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 returns to the top of loop()</a:t>
            </a:r>
          </a:p>
          <a:p>
            <a:pPr>
              <a:buNone/>
            </a:pPr>
            <a:r>
              <a:rPr lang="en-US" sz="1400">
                <a:solidFill>
                  <a:srgbClr val="CBD5E1"/>
                </a:solidFill>
                <a:effectLst/>
                <a:latin typeface="Calibri" panose="020F0502020204030204" pitchFamily="34" charset="0"/>
              </a:rPr>
              <a:t> </a:t>
            </a:r>
            <a:endParaRPr lang="en-US"/>
          </a:p>
        </p:txBody>
      </p:sp>
      <p:sp>
        <p:nvSpPr>
          <p:cNvPr id="114014" name="Rectangle 114013">
            <a:extLst>
              <a:ext uri="{FF2B5EF4-FFF2-40B4-BE49-F238E27FC236}">
                <a16:creationId xmlns:a16="http://schemas.microsoft.com/office/drawing/2014/main" id="{20A61013-86AE-7B46-EE0C-4C23C7AF6DD9}"/>
              </a:ext>
            </a:extLst>
          </p:cNvPr>
          <p:cNvSpPr/>
          <p:nvPr/>
        </p:nvSpPr>
        <p:spPr>
          <a:xfrm>
            <a:off x="7223760" y="4465320"/>
            <a:ext cx="441655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PREDICT</a:t>
            </a:r>
          </a:p>
          <a:p>
            <a:pPr>
              <a:buNone/>
            </a:pPr>
            <a:r>
              <a:rPr lang="en-US" sz="1400">
                <a:solidFill>
                  <a:srgbClr val="67E8F9"/>
                </a:solidFill>
                <a:effectLst/>
                <a:latin typeface="Consolas" panose="020B0609020204030204" pitchFamily="49" charset="0"/>
              </a:rPr>
              <a:t> </a:t>
            </a:r>
            <a:endParaRPr lang="en-US"/>
          </a:p>
        </p:txBody>
      </p:sp>
      <p:sp>
        <p:nvSpPr>
          <p:cNvPr id="114053" name="Rectangle 114052">
            <a:extLst>
              <a:ext uri="{FF2B5EF4-FFF2-40B4-BE49-F238E27FC236}">
                <a16:creationId xmlns:a16="http://schemas.microsoft.com/office/drawing/2014/main" id="{EEEEAB8D-D5EF-137B-7B1E-831726F94433}"/>
              </a:ext>
            </a:extLst>
          </p:cNvPr>
          <p:cNvSpPr/>
          <p:nvPr/>
        </p:nvSpPr>
        <p:spPr>
          <a:xfrm>
            <a:off x="7223760" y="4721352"/>
            <a:ext cx="441655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What does the LED do?</a:t>
            </a:r>
          </a:p>
          <a:p>
            <a:pPr>
              <a:buNone/>
            </a:pPr>
            <a:r>
              <a:rPr lang="en-US" sz="1600">
                <a:solidFill>
                  <a:srgbClr val="F8FAFC"/>
                </a:solidFill>
                <a:effectLst/>
                <a:latin typeface="Calibri" panose="020F0502020204030204" pitchFamily="34" charset="0"/>
              </a:rPr>
              <a:t>What changes with delay(100)?</a:t>
            </a:r>
            <a:endParaRPr lang="en-US"/>
          </a:p>
        </p:txBody>
      </p:sp>
      <p:sp>
        <p:nvSpPr>
          <p:cNvPr id="114093" name="Rectangle 114092">
            <a:extLst>
              <a:ext uri="{FF2B5EF4-FFF2-40B4-BE49-F238E27FC236}">
                <a16:creationId xmlns:a16="http://schemas.microsoft.com/office/drawing/2014/main" id="{436CD223-A08A-C363-80BB-4C635F69D0E2}"/>
              </a:ext>
            </a:extLst>
          </p:cNvPr>
          <p:cNvSpPr/>
          <p:nvPr/>
        </p:nvSpPr>
        <p:spPr>
          <a:xfrm>
            <a:off x="548640" y="5879592"/>
            <a:ext cx="1109167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LED_PIN is defined for your verified board and external LED circuit — no pin numbers are assumed here.</a:t>
            </a:r>
          </a:p>
          <a:p>
            <a:pPr>
              <a:buNone/>
            </a:pPr>
            <a:r>
              <a:rPr lang="en-US" sz="1400">
                <a:solidFill>
                  <a:srgbClr val="CBD5E1"/>
                </a:solidFill>
                <a:effectLst/>
                <a:latin typeface="Calibri" panose="020F0502020204030204" pitchFamily="34" charset="0"/>
              </a:rPr>
              <a:t> </a:t>
            </a:r>
            <a:endParaRPr lang="en-US"/>
          </a:p>
        </p:txBody>
      </p:sp>
    </p:spTree>
    <p:extLst>
      <p:ext uri="{BB962C8B-B14F-4D97-AF65-F5344CB8AC3E}">
        <p14:creationId xmlns:p14="http://schemas.microsoft.com/office/powerpoint/2010/main" val="2468427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98923" name="Rectangle 98922">
            <a:extLst>
              <a:ext uri="{FF2B5EF4-FFF2-40B4-BE49-F238E27FC236}">
                <a16:creationId xmlns:a16="http://schemas.microsoft.com/office/drawing/2014/main" id="{4E6E3C17-543F-FB65-95F8-57749007292F}"/>
              </a:ext>
            </a:extLst>
          </p:cNvPr>
          <p:cNvSpPr/>
          <p:nvPr/>
        </p:nvSpPr>
        <p:spPr>
          <a:xfrm>
            <a:off x="548640" y="621792"/>
            <a:ext cx="457200" cy="41148"/>
          </a:xfrm>
          <a:prstGeom prst="rect">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952" name="Rectangle 98951">
            <a:extLst>
              <a:ext uri="{FF2B5EF4-FFF2-40B4-BE49-F238E27FC236}">
                <a16:creationId xmlns:a16="http://schemas.microsoft.com/office/drawing/2014/main" id="{3C6C109E-DABF-FE72-99CA-EABCCEAE2DA4}"/>
              </a:ext>
            </a:extLst>
          </p:cNvPr>
          <p:cNvSpPr/>
          <p:nvPr/>
        </p:nvSpPr>
        <p:spPr>
          <a:xfrm>
            <a:off x="548640" y="1676400"/>
            <a:ext cx="2651760" cy="1988820"/>
          </a:xfrm>
          <a:prstGeom prst="rect">
            <a:avLst/>
          </a:prstGeom>
          <a:solidFill>
            <a:srgbClr val="1E293B"/>
          </a:solidFill>
          <a:ln w="12700">
            <a:solidFill>
              <a:srgbClr val="64748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982" name="Rectangle 98981">
            <a:extLst>
              <a:ext uri="{FF2B5EF4-FFF2-40B4-BE49-F238E27FC236}">
                <a16:creationId xmlns:a16="http://schemas.microsoft.com/office/drawing/2014/main" id="{86B96742-7B5C-DC4D-6F01-B9C1D64E5374}"/>
              </a:ext>
            </a:extLst>
          </p:cNvPr>
          <p:cNvSpPr/>
          <p:nvPr/>
        </p:nvSpPr>
        <p:spPr>
          <a:xfrm>
            <a:off x="8988552" y="1676400"/>
            <a:ext cx="2651760" cy="1988820"/>
          </a:xfrm>
          <a:prstGeom prst="rect">
            <a:avLst/>
          </a:prstGeom>
          <a:solidFill>
            <a:srgbClr val="1E293B"/>
          </a:solidFill>
          <a:ln w="12700">
            <a:solidFill>
              <a:srgbClr val="64748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013" name="Rectangle 99012">
            <a:extLst>
              <a:ext uri="{FF2B5EF4-FFF2-40B4-BE49-F238E27FC236}">
                <a16:creationId xmlns:a16="http://schemas.microsoft.com/office/drawing/2014/main" id="{220D256F-F889-D889-C39A-989FCFC8F69C}"/>
              </a:ext>
            </a:extLst>
          </p:cNvPr>
          <p:cNvSpPr/>
          <p:nvPr/>
        </p:nvSpPr>
        <p:spPr>
          <a:xfrm>
            <a:off x="4892040" y="2042160"/>
            <a:ext cx="2423160" cy="118872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045" name="Rectangle 99044">
            <a:extLst>
              <a:ext uri="{FF2B5EF4-FFF2-40B4-BE49-F238E27FC236}">
                <a16:creationId xmlns:a16="http://schemas.microsoft.com/office/drawing/2014/main" id="{29C0A1F5-E203-3184-1C05-646B366475C6}"/>
              </a:ext>
            </a:extLst>
          </p:cNvPr>
          <p:cNvSpPr/>
          <p:nvPr/>
        </p:nvSpPr>
        <p:spPr>
          <a:xfrm>
            <a:off x="4892040" y="2042160"/>
            <a:ext cx="64008" cy="1188720"/>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078" name="Arrow: Right 99077">
            <a:extLst>
              <a:ext uri="{FF2B5EF4-FFF2-40B4-BE49-F238E27FC236}">
                <a16:creationId xmlns:a16="http://schemas.microsoft.com/office/drawing/2014/main" id="{071B8D21-A7C1-EF33-4446-3FF89323C53C}"/>
              </a:ext>
            </a:extLst>
          </p:cNvPr>
          <p:cNvSpPr/>
          <p:nvPr/>
        </p:nvSpPr>
        <p:spPr>
          <a:xfrm>
            <a:off x="3383280" y="2545080"/>
            <a:ext cx="1371600" cy="201168"/>
          </a:xfrm>
          <a:prstGeom prst="rightArrow">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112" name="Arrow: Right 99111">
            <a:extLst>
              <a:ext uri="{FF2B5EF4-FFF2-40B4-BE49-F238E27FC236}">
                <a16:creationId xmlns:a16="http://schemas.microsoft.com/office/drawing/2014/main" id="{8264BD7F-89D4-8278-F7FA-C97AAB5345BC}"/>
              </a:ext>
            </a:extLst>
          </p:cNvPr>
          <p:cNvSpPr/>
          <p:nvPr/>
        </p:nvSpPr>
        <p:spPr>
          <a:xfrm>
            <a:off x="7452360" y="2545080"/>
            <a:ext cx="1371600" cy="201168"/>
          </a:xfrm>
          <a:prstGeom prst="rightArrow">
            <a:avLst/>
          </a:prstGeom>
          <a:solidFill>
            <a:srgbClr val="86EFA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337" name="Rectangle 99336">
            <a:extLst>
              <a:ext uri="{FF2B5EF4-FFF2-40B4-BE49-F238E27FC236}">
                <a16:creationId xmlns:a16="http://schemas.microsoft.com/office/drawing/2014/main" id="{139A2EAC-E74F-30F7-3B5D-9D02074AB855}"/>
              </a:ext>
            </a:extLst>
          </p:cNvPr>
          <p:cNvSpPr/>
          <p:nvPr/>
        </p:nvSpPr>
        <p:spPr>
          <a:xfrm>
            <a:off x="1143000" y="411480"/>
            <a:ext cx="8595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PART 6 · GPIO · ENABLING A PIN, READING AND WRITING
 </a:t>
            </a:r>
            <a:endParaRPr lang="en-US"/>
          </a:p>
        </p:txBody>
      </p:sp>
      <p:sp>
        <p:nvSpPr>
          <p:cNvPr id="99378" name="Rectangle 99377">
            <a:extLst>
              <a:ext uri="{FF2B5EF4-FFF2-40B4-BE49-F238E27FC236}">
                <a16:creationId xmlns:a16="http://schemas.microsoft.com/office/drawing/2014/main" id="{B38D3A90-9B04-36EE-D6C8-4AF70340C1A7}"/>
              </a:ext>
            </a:extLst>
          </p:cNvPr>
          <p:cNvSpPr/>
          <p:nvPr/>
        </p:nvSpPr>
        <p:spPr>
          <a:xfrm>
            <a:off x="10515600" y="411480"/>
            <a:ext cx="1124712"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onsolas" panose="020B0609020204030204" pitchFamily="49" charset="0"/>
              </a:rPr>
              <a:t>12 / 19</a:t>
            </a:r>
            <a:endParaRPr lang="en-US"/>
          </a:p>
        </p:txBody>
      </p:sp>
      <p:sp>
        <p:nvSpPr>
          <p:cNvPr id="99420" name="Rectangle 99419">
            <a:extLst>
              <a:ext uri="{FF2B5EF4-FFF2-40B4-BE49-F238E27FC236}">
                <a16:creationId xmlns:a16="http://schemas.microsoft.com/office/drawing/2014/main" id="{1C5CFD24-7378-A519-D259-2EB9B05BCA1F}"/>
              </a:ext>
            </a:extLst>
          </p:cNvPr>
          <p:cNvSpPr/>
          <p:nvPr/>
        </p:nvSpPr>
        <p:spPr>
          <a:xfrm>
            <a:off x="548640" y="822960"/>
            <a:ext cx="11091672" cy="853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3200">
                <a:solidFill>
                  <a:srgbClr val="F8FAFC"/>
                </a:solidFill>
                <a:effectLst/>
                <a:latin typeface="Calibri" panose="020F0502020204030204" pitchFamily="34" charset="0"/>
              </a:rPr>
              <a:t>Digital input reads a button; digital output drives an LED.</a:t>
            </a:r>
          </a:p>
          <a:p>
            <a:pPr>
              <a:buNone/>
            </a:pPr>
            <a:r>
              <a:rPr lang="en-US" sz="3200">
                <a:solidFill>
                  <a:srgbClr val="F8FAFC"/>
                </a:solidFill>
                <a:effectLst/>
                <a:latin typeface="Calibri" panose="020F0502020204030204" pitchFamily="34" charset="0"/>
              </a:rPr>
              <a:t> </a:t>
            </a:r>
            <a:endParaRPr lang="en-US"/>
          </a:p>
        </p:txBody>
      </p:sp>
      <p:sp>
        <p:nvSpPr>
          <p:cNvPr id="99463" name="Rectangle 99462">
            <a:extLst>
              <a:ext uri="{FF2B5EF4-FFF2-40B4-BE49-F238E27FC236}">
                <a16:creationId xmlns:a16="http://schemas.microsoft.com/office/drawing/2014/main" id="{694CCDCE-B7DE-25EF-E672-90FA0139EE89}"/>
              </a:ext>
            </a:extLst>
          </p:cNvPr>
          <p:cNvSpPr/>
          <p:nvPr/>
        </p:nvSpPr>
        <p:spPr>
          <a:xfrm>
            <a:off x="685800" y="1740408"/>
            <a:ext cx="237744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PLACEHOLDER</a:t>
            </a:r>
          </a:p>
          <a:p>
            <a:pPr>
              <a:buNone/>
            </a:pPr>
            <a:r>
              <a:rPr lang="en-US" sz="1400">
                <a:solidFill>
                  <a:srgbClr val="67E8F9"/>
                </a:solidFill>
                <a:effectLst/>
                <a:latin typeface="Consolas" panose="020B0609020204030204" pitchFamily="49" charset="0"/>
              </a:rPr>
              <a:t> </a:t>
            </a:r>
            <a:endParaRPr lang="en-US"/>
          </a:p>
        </p:txBody>
      </p:sp>
      <p:sp>
        <p:nvSpPr>
          <p:cNvPr id="99507" name="Rectangle 99506">
            <a:extLst>
              <a:ext uri="{FF2B5EF4-FFF2-40B4-BE49-F238E27FC236}">
                <a16:creationId xmlns:a16="http://schemas.microsoft.com/office/drawing/2014/main" id="{5C2D5B5E-4FB1-052A-2862-A0DD8B688218}"/>
              </a:ext>
            </a:extLst>
          </p:cNvPr>
          <p:cNvSpPr/>
          <p:nvPr/>
        </p:nvSpPr>
        <p:spPr>
          <a:xfrm>
            <a:off x="685800" y="2087880"/>
            <a:ext cx="237744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Push button</a:t>
            </a:r>
          </a:p>
          <a:p>
            <a:pPr>
              <a:buNone/>
            </a:pPr>
            <a:r>
              <a:rPr lang="en-US" sz="1400">
                <a:solidFill>
                  <a:srgbClr val="F8FAFC"/>
                </a:solidFill>
                <a:effectLst/>
                <a:latin typeface="Calibri" panose="020F0502020204030204" pitchFamily="34" charset="0"/>
              </a:rPr>
              <a:t> </a:t>
            </a:r>
            <a:endParaRPr lang="en-US"/>
          </a:p>
        </p:txBody>
      </p:sp>
      <p:sp>
        <p:nvSpPr>
          <p:cNvPr id="99552" name="Rectangle 99551">
            <a:extLst>
              <a:ext uri="{FF2B5EF4-FFF2-40B4-BE49-F238E27FC236}">
                <a16:creationId xmlns:a16="http://schemas.microsoft.com/office/drawing/2014/main" id="{329B0858-9A63-76C1-7BE7-806B14D40C3F}"/>
              </a:ext>
            </a:extLst>
          </p:cNvPr>
          <p:cNvSpPr/>
          <p:nvPr/>
        </p:nvSpPr>
        <p:spPr>
          <a:xfrm>
            <a:off x="9125712" y="1740408"/>
            <a:ext cx="237744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PLACEHOLDER</a:t>
            </a:r>
          </a:p>
          <a:p>
            <a:pPr>
              <a:buNone/>
            </a:pPr>
            <a:r>
              <a:rPr lang="en-US" sz="1400">
                <a:solidFill>
                  <a:srgbClr val="67E8F9"/>
                </a:solidFill>
                <a:effectLst/>
                <a:latin typeface="Consolas" panose="020B0609020204030204" pitchFamily="49" charset="0"/>
              </a:rPr>
              <a:t> </a:t>
            </a:r>
            <a:endParaRPr lang="en-US"/>
          </a:p>
        </p:txBody>
      </p:sp>
      <p:sp>
        <p:nvSpPr>
          <p:cNvPr id="99598" name="Rectangle 99597">
            <a:extLst>
              <a:ext uri="{FF2B5EF4-FFF2-40B4-BE49-F238E27FC236}">
                <a16:creationId xmlns:a16="http://schemas.microsoft.com/office/drawing/2014/main" id="{62C170AF-549B-E085-AF6C-91363DB972A3}"/>
              </a:ext>
            </a:extLst>
          </p:cNvPr>
          <p:cNvSpPr/>
          <p:nvPr/>
        </p:nvSpPr>
        <p:spPr>
          <a:xfrm>
            <a:off x="9125712" y="2087880"/>
            <a:ext cx="237744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LED</a:t>
            </a:r>
          </a:p>
          <a:p>
            <a:pPr>
              <a:buNone/>
            </a:pPr>
            <a:r>
              <a:rPr lang="en-US" sz="1400">
                <a:solidFill>
                  <a:srgbClr val="F8FAFC"/>
                </a:solidFill>
                <a:effectLst/>
                <a:latin typeface="Calibri" panose="020F0502020204030204" pitchFamily="34" charset="0"/>
              </a:rPr>
              <a:t> </a:t>
            </a:r>
            <a:endParaRPr lang="en-US"/>
          </a:p>
        </p:txBody>
      </p:sp>
      <p:sp>
        <p:nvSpPr>
          <p:cNvPr id="99645" name="Rectangle 99644">
            <a:extLst>
              <a:ext uri="{FF2B5EF4-FFF2-40B4-BE49-F238E27FC236}">
                <a16:creationId xmlns:a16="http://schemas.microsoft.com/office/drawing/2014/main" id="{12F1DB65-8A12-A013-8163-FD1A910A5624}"/>
              </a:ext>
            </a:extLst>
          </p:cNvPr>
          <p:cNvSpPr/>
          <p:nvPr/>
        </p:nvSpPr>
        <p:spPr>
          <a:xfrm>
            <a:off x="548640" y="3733800"/>
            <a:ext cx="329184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Digital input — pressed or released</a:t>
            </a:r>
          </a:p>
          <a:p>
            <a:pPr>
              <a:buNone/>
            </a:pPr>
            <a:r>
              <a:rPr lang="en-US" sz="1400">
                <a:solidFill>
                  <a:srgbClr val="CBD5E1"/>
                </a:solidFill>
                <a:effectLst/>
                <a:latin typeface="Calibri" panose="020F0502020204030204" pitchFamily="34" charset="0"/>
              </a:rPr>
              <a:t> </a:t>
            </a:r>
            <a:endParaRPr lang="en-US"/>
          </a:p>
        </p:txBody>
      </p:sp>
      <p:sp>
        <p:nvSpPr>
          <p:cNvPr id="99693" name="Rectangle 99692">
            <a:extLst>
              <a:ext uri="{FF2B5EF4-FFF2-40B4-BE49-F238E27FC236}">
                <a16:creationId xmlns:a16="http://schemas.microsoft.com/office/drawing/2014/main" id="{853B615B-C027-7638-44CA-87375064E9AD}"/>
              </a:ext>
            </a:extLst>
          </p:cNvPr>
          <p:cNvSpPr/>
          <p:nvPr/>
        </p:nvSpPr>
        <p:spPr>
          <a:xfrm>
            <a:off x="8348472" y="3733800"/>
            <a:ext cx="329184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Digital output — on or off</a:t>
            </a:r>
          </a:p>
          <a:p>
            <a:pPr>
              <a:buNone/>
            </a:pPr>
            <a:r>
              <a:rPr lang="en-US" sz="1400">
                <a:solidFill>
                  <a:srgbClr val="CBD5E1"/>
                </a:solidFill>
                <a:effectLst/>
                <a:latin typeface="Calibri" panose="020F0502020204030204" pitchFamily="34" charset="0"/>
              </a:rPr>
              <a:t> </a:t>
            </a:r>
            <a:endParaRPr lang="en-US"/>
          </a:p>
        </p:txBody>
      </p:sp>
      <p:sp>
        <p:nvSpPr>
          <p:cNvPr id="99742" name="Rectangle 99741">
            <a:extLst>
              <a:ext uri="{FF2B5EF4-FFF2-40B4-BE49-F238E27FC236}">
                <a16:creationId xmlns:a16="http://schemas.microsoft.com/office/drawing/2014/main" id="{0B81BF78-1C3D-86B8-92C8-4050D9ACC6CC}"/>
              </a:ext>
            </a:extLst>
          </p:cNvPr>
          <p:cNvSpPr/>
          <p:nvPr/>
        </p:nvSpPr>
        <p:spPr>
          <a:xfrm>
            <a:off x="5120640" y="2087880"/>
            <a:ext cx="20574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DBA74"/>
                </a:solidFill>
                <a:effectLst/>
                <a:latin typeface="Consolas" panose="020B0609020204030204" pitchFamily="49" charset="0"/>
              </a:rPr>
              <a:t>ESP32</a:t>
            </a:r>
          </a:p>
          <a:p>
            <a:pPr>
              <a:buNone/>
            </a:pPr>
            <a:r>
              <a:rPr lang="en-US" sz="1400">
                <a:solidFill>
                  <a:srgbClr val="FDBA74"/>
                </a:solidFill>
                <a:effectLst/>
                <a:latin typeface="Consolas" panose="020B0609020204030204" pitchFamily="49" charset="0"/>
              </a:rPr>
              <a:t> </a:t>
            </a:r>
            <a:endParaRPr lang="en-US"/>
          </a:p>
        </p:txBody>
      </p:sp>
      <p:sp>
        <p:nvSpPr>
          <p:cNvPr id="99792" name="Rectangle 99791">
            <a:extLst>
              <a:ext uri="{FF2B5EF4-FFF2-40B4-BE49-F238E27FC236}">
                <a16:creationId xmlns:a16="http://schemas.microsoft.com/office/drawing/2014/main" id="{C188EBAA-36F8-BE6E-0F7E-2F3D509C8BE3}"/>
              </a:ext>
            </a:extLst>
          </p:cNvPr>
          <p:cNvSpPr/>
          <p:nvPr/>
        </p:nvSpPr>
        <p:spPr>
          <a:xfrm>
            <a:off x="5120640" y="2407920"/>
            <a:ext cx="2057400" cy="853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read → decide → drive</a:t>
            </a:r>
          </a:p>
          <a:p>
            <a:pPr>
              <a:buNone/>
            </a:pPr>
            <a:r>
              <a:rPr lang="en-US" sz="1600">
                <a:solidFill>
                  <a:srgbClr val="F8FAFC"/>
                </a:solidFill>
                <a:effectLst/>
                <a:latin typeface="Calibri" panose="020F0502020204030204" pitchFamily="34" charset="0"/>
              </a:rPr>
              <a:t> </a:t>
            </a:r>
            <a:endParaRPr lang="en-US"/>
          </a:p>
        </p:txBody>
      </p:sp>
      <p:sp>
        <p:nvSpPr>
          <p:cNvPr id="99843" name="Rectangle 99842">
            <a:extLst>
              <a:ext uri="{FF2B5EF4-FFF2-40B4-BE49-F238E27FC236}">
                <a16:creationId xmlns:a16="http://schemas.microsoft.com/office/drawing/2014/main" id="{EB06F2BD-44C7-8E8F-583B-7E33808CA1F4}"/>
              </a:ext>
            </a:extLst>
          </p:cNvPr>
          <p:cNvSpPr/>
          <p:nvPr/>
        </p:nvSpPr>
        <p:spPr>
          <a:xfrm>
            <a:off x="3383280" y="2197608"/>
            <a:ext cx="1371600"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67E8F9"/>
                </a:solidFill>
                <a:effectLst/>
                <a:latin typeface="Calibri" panose="020F0502020204030204" pitchFamily="34" charset="0"/>
              </a:rPr>
              <a:t>HIGH / LOW in</a:t>
            </a:r>
            <a:endParaRPr lang="en-US"/>
          </a:p>
        </p:txBody>
      </p:sp>
      <p:sp>
        <p:nvSpPr>
          <p:cNvPr id="99895" name="Rectangle 99894">
            <a:extLst>
              <a:ext uri="{FF2B5EF4-FFF2-40B4-BE49-F238E27FC236}">
                <a16:creationId xmlns:a16="http://schemas.microsoft.com/office/drawing/2014/main" id="{50C5E2B9-58A0-469A-2C9E-10455551484F}"/>
              </a:ext>
            </a:extLst>
          </p:cNvPr>
          <p:cNvSpPr/>
          <p:nvPr/>
        </p:nvSpPr>
        <p:spPr>
          <a:xfrm>
            <a:off x="7452360" y="2197608"/>
            <a:ext cx="137160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86EFAC"/>
                </a:solidFill>
                <a:effectLst/>
                <a:latin typeface="Calibri" panose="020F0502020204030204" pitchFamily="34" charset="0"/>
              </a:rPr>
              <a:t>HIGH / LOW out</a:t>
            </a:r>
            <a:endParaRPr lang="en-US"/>
          </a:p>
        </p:txBody>
      </p:sp>
      <p:sp>
        <p:nvSpPr>
          <p:cNvPr id="100002" name="Rectangle 100001">
            <a:extLst>
              <a:ext uri="{FF2B5EF4-FFF2-40B4-BE49-F238E27FC236}">
                <a16:creationId xmlns:a16="http://schemas.microsoft.com/office/drawing/2014/main" id="{945090FF-CEBC-8C29-BB61-697E57903C89}"/>
              </a:ext>
            </a:extLst>
          </p:cNvPr>
          <p:cNvSpPr/>
          <p:nvPr/>
        </p:nvSpPr>
        <p:spPr>
          <a:xfrm>
            <a:off x="548640" y="5879592"/>
            <a:ext cx="1109167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Before power: check LED polarity, the resistor, 3.3 V logic levels and a shared ground.</a:t>
            </a:r>
          </a:p>
          <a:p>
            <a:pPr>
              <a:buNone/>
            </a:pPr>
            <a:r>
              <a:rPr lang="en-US" sz="1400">
                <a:solidFill>
                  <a:srgbClr val="CBD5E1"/>
                </a:solidFill>
                <a:effectLst/>
                <a:latin typeface="Calibri" panose="020F0502020204030204" pitchFamily="34" charset="0"/>
              </a:rPr>
              <a:t> </a:t>
            </a:r>
            <a:endParaRPr lang="en-US"/>
          </a:p>
        </p:txBody>
      </p:sp>
      <p:sp>
        <p:nvSpPr>
          <p:cNvPr id="125294" name="Rectangle 125293">
            <a:extLst>
              <a:ext uri="{FF2B5EF4-FFF2-40B4-BE49-F238E27FC236}">
                <a16:creationId xmlns:a16="http://schemas.microsoft.com/office/drawing/2014/main" id="{3E1A5D93-7DD0-8119-C8A5-6DBC8E9D915A}"/>
              </a:ext>
            </a:extLst>
          </p:cNvPr>
          <p:cNvSpPr/>
          <p:nvPr/>
        </p:nvSpPr>
        <p:spPr>
          <a:xfrm>
            <a:off x="548640" y="4498848"/>
            <a:ext cx="5394960" cy="1216152"/>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340" name="Rectangle 125339">
            <a:extLst>
              <a:ext uri="{FF2B5EF4-FFF2-40B4-BE49-F238E27FC236}">
                <a16:creationId xmlns:a16="http://schemas.microsoft.com/office/drawing/2014/main" id="{A81F78F3-C480-1D32-EEBE-FF3855547C00}"/>
              </a:ext>
            </a:extLst>
          </p:cNvPr>
          <p:cNvSpPr/>
          <p:nvPr/>
        </p:nvSpPr>
        <p:spPr>
          <a:xfrm>
            <a:off x="6382512" y="5020056"/>
            <a:ext cx="5120640" cy="18288"/>
          </a:xfrm>
          <a:prstGeom prst="rect">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387" name="Rectangle 125386">
            <a:extLst>
              <a:ext uri="{FF2B5EF4-FFF2-40B4-BE49-F238E27FC236}">
                <a16:creationId xmlns:a16="http://schemas.microsoft.com/office/drawing/2014/main" id="{C0653C0C-05BE-85AF-5FB3-7EA9FD014058}"/>
              </a:ext>
            </a:extLst>
          </p:cNvPr>
          <p:cNvSpPr/>
          <p:nvPr/>
        </p:nvSpPr>
        <p:spPr>
          <a:xfrm>
            <a:off x="6382512" y="4800600"/>
            <a:ext cx="1188720" cy="45720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F8FAFC"/>
                </a:solidFill>
                <a:effectLst/>
                <a:latin typeface="Calibri" panose="020F0502020204030204" pitchFamily="34" charset="0"/>
              </a:rPr>
              <a:t>GPIO pin</a:t>
            </a:r>
            <a:endParaRPr lang="en-US"/>
          </a:p>
        </p:txBody>
      </p:sp>
      <p:sp>
        <p:nvSpPr>
          <p:cNvPr id="125435" name="Rectangle 125434">
            <a:extLst>
              <a:ext uri="{FF2B5EF4-FFF2-40B4-BE49-F238E27FC236}">
                <a16:creationId xmlns:a16="http://schemas.microsoft.com/office/drawing/2014/main" id="{461F6CF6-B8C0-1AFB-EFA3-7E86BD1B352D}"/>
              </a:ext>
            </a:extLst>
          </p:cNvPr>
          <p:cNvSpPr/>
          <p:nvPr/>
        </p:nvSpPr>
        <p:spPr>
          <a:xfrm>
            <a:off x="7708392" y="4800600"/>
            <a:ext cx="1188720" cy="45720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F8FAFC"/>
                </a:solidFill>
                <a:effectLst/>
                <a:latin typeface="Calibri" panose="020F0502020204030204" pitchFamily="34" charset="0"/>
              </a:rPr>
              <a:t>Resistor</a:t>
            </a:r>
            <a:endParaRPr lang="en-US"/>
          </a:p>
        </p:txBody>
      </p:sp>
      <p:sp>
        <p:nvSpPr>
          <p:cNvPr id="125484" name="Rectangle 125483">
            <a:extLst>
              <a:ext uri="{FF2B5EF4-FFF2-40B4-BE49-F238E27FC236}">
                <a16:creationId xmlns:a16="http://schemas.microsoft.com/office/drawing/2014/main" id="{DBF3A915-750B-E578-E386-B68D93FB1E93}"/>
              </a:ext>
            </a:extLst>
          </p:cNvPr>
          <p:cNvSpPr/>
          <p:nvPr/>
        </p:nvSpPr>
        <p:spPr>
          <a:xfrm>
            <a:off x="9034272" y="4800600"/>
            <a:ext cx="1188720" cy="45720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F8FAFC"/>
                </a:solidFill>
                <a:effectLst/>
                <a:latin typeface="Calibri" panose="020F0502020204030204" pitchFamily="34" charset="0"/>
              </a:rPr>
              <a:t>LED (+ → −)</a:t>
            </a:r>
            <a:endParaRPr lang="en-US"/>
          </a:p>
        </p:txBody>
      </p:sp>
      <p:sp>
        <p:nvSpPr>
          <p:cNvPr id="125534" name="Rectangle 125533">
            <a:extLst>
              <a:ext uri="{FF2B5EF4-FFF2-40B4-BE49-F238E27FC236}">
                <a16:creationId xmlns:a16="http://schemas.microsoft.com/office/drawing/2014/main" id="{E9742022-AA5F-39AB-002F-D3CB91469FBF}"/>
              </a:ext>
            </a:extLst>
          </p:cNvPr>
          <p:cNvSpPr/>
          <p:nvPr/>
        </p:nvSpPr>
        <p:spPr>
          <a:xfrm>
            <a:off x="10360152" y="4800600"/>
            <a:ext cx="1188720" cy="45720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F8FAFC"/>
                </a:solidFill>
                <a:effectLst/>
                <a:latin typeface="Calibri" panose="020F0502020204030204" pitchFamily="34" charset="0"/>
              </a:rPr>
              <a:t>GND</a:t>
            </a:r>
            <a:endParaRPr lang="en-US"/>
          </a:p>
        </p:txBody>
      </p:sp>
      <p:sp>
        <p:nvSpPr>
          <p:cNvPr id="125585" name="Rectangle 125584">
            <a:extLst>
              <a:ext uri="{FF2B5EF4-FFF2-40B4-BE49-F238E27FC236}">
                <a16:creationId xmlns:a16="http://schemas.microsoft.com/office/drawing/2014/main" id="{B818531A-A24A-76BC-266D-2EBE0E048F24}"/>
              </a:ext>
            </a:extLst>
          </p:cNvPr>
          <p:cNvSpPr/>
          <p:nvPr/>
        </p:nvSpPr>
        <p:spPr>
          <a:xfrm>
            <a:off x="548640" y="4160520"/>
            <a:ext cx="53949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ENABLE · READ · WRITE</a:t>
            </a:r>
          </a:p>
          <a:p>
            <a:pPr>
              <a:buNone/>
            </a:pPr>
            <a:r>
              <a:rPr lang="en-US" sz="1400">
                <a:solidFill>
                  <a:srgbClr val="67E8F9"/>
                </a:solidFill>
                <a:effectLst/>
                <a:latin typeface="Consolas" panose="020B0609020204030204" pitchFamily="49" charset="0"/>
              </a:rPr>
              <a:t> </a:t>
            </a:r>
            <a:endParaRPr lang="en-US"/>
          </a:p>
        </p:txBody>
      </p:sp>
      <p:sp>
        <p:nvSpPr>
          <p:cNvPr id="125637" name="Rectangle 125636">
            <a:extLst>
              <a:ext uri="{FF2B5EF4-FFF2-40B4-BE49-F238E27FC236}">
                <a16:creationId xmlns:a16="http://schemas.microsoft.com/office/drawing/2014/main" id="{8D5CCF14-1A9B-93B0-C566-E0F06795E86C}"/>
              </a:ext>
            </a:extLst>
          </p:cNvPr>
          <p:cNvSpPr/>
          <p:nvPr/>
        </p:nvSpPr>
        <p:spPr>
          <a:xfrm>
            <a:off x="713232" y="4572000"/>
            <a:ext cx="5120640" cy="944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onsolas" panose="020B0609020204030204" pitchFamily="49" charset="0"/>
              </a:rPr>
              <a:t>pinMode(BUTTON_PIN, INPUT_PULLUP);</a:t>
            </a:r>
          </a:p>
          <a:p>
            <a:pPr>
              <a:buNone/>
            </a:pPr>
            <a:r>
              <a:rPr lang="en-US" sz="1400">
                <a:solidFill>
                  <a:srgbClr val="F8FAFC"/>
                </a:solidFill>
                <a:effectLst/>
                <a:latin typeface="Consolas" panose="020B0609020204030204" pitchFamily="49" charset="0"/>
              </a:rPr>
              <a:t>pinMode(LED_PIN, OUTPUT);</a:t>
            </a:r>
          </a:p>
          <a:p>
            <a:pPr>
              <a:buNone/>
            </a:pPr>
            <a:r>
              <a:rPr lang="en-US" sz="1400">
                <a:solidFill>
                  <a:srgbClr val="F8FAFC"/>
                </a:solidFill>
                <a:effectLst/>
                <a:latin typeface="Consolas" panose="020B0609020204030204" pitchFamily="49" charset="0"/>
              </a:rPr>
              <a:t>bool on = digitalRead(BUTTON_PIN) == LOW;</a:t>
            </a:r>
          </a:p>
          <a:p>
            <a:pPr>
              <a:buNone/>
            </a:pPr>
            <a:r>
              <a:rPr lang="en-US" sz="1400">
                <a:solidFill>
                  <a:srgbClr val="F8FAFC"/>
                </a:solidFill>
                <a:effectLst/>
                <a:latin typeface="Consolas" panose="020B0609020204030204" pitchFamily="49" charset="0"/>
              </a:rPr>
              <a:t>digitalWrite(LED_PIN, on ? HIGH : LOW);</a:t>
            </a:r>
            <a:endParaRPr lang="en-US"/>
          </a:p>
        </p:txBody>
      </p:sp>
      <p:sp>
        <p:nvSpPr>
          <p:cNvPr id="125690" name="Rectangle 125689">
            <a:extLst>
              <a:ext uri="{FF2B5EF4-FFF2-40B4-BE49-F238E27FC236}">
                <a16:creationId xmlns:a16="http://schemas.microsoft.com/office/drawing/2014/main" id="{F87FB8E7-C8A8-9605-05C7-9857FA56BD5E}"/>
              </a:ext>
            </a:extLst>
          </p:cNvPr>
          <p:cNvSpPr/>
          <p:nvPr/>
        </p:nvSpPr>
        <p:spPr>
          <a:xfrm>
            <a:off x="6245352" y="4160520"/>
            <a:ext cx="53949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86EFAC"/>
                </a:solidFill>
                <a:effectLst/>
                <a:latin typeface="Consolas" panose="020B0609020204030204" pitchFamily="49" charset="0"/>
              </a:rPr>
              <a:t>OUTPUT CIRCUIT · CONCEPT, NOT A WIRING MAP</a:t>
            </a:r>
          </a:p>
          <a:p>
            <a:pPr>
              <a:buNone/>
            </a:pPr>
            <a:r>
              <a:rPr lang="en-US" sz="1400">
                <a:solidFill>
                  <a:srgbClr val="86EFAC"/>
                </a:solidFill>
                <a:effectLst/>
                <a:latin typeface="Consolas" panose="020B0609020204030204" pitchFamily="49" charset="0"/>
              </a:rPr>
              <a:t> </a:t>
            </a:r>
            <a:endParaRPr lang="en-US"/>
          </a:p>
        </p:txBody>
      </p:sp>
      <p:sp>
        <p:nvSpPr>
          <p:cNvPr id="125744" name="Rectangle 125743">
            <a:extLst>
              <a:ext uri="{FF2B5EF4-FFF2-40B4-BE49-F238E27FC236}">
                <a16:creationId xmlns:a16="http://schemas.microsoft.com/office/drawing/2014/main" id="{3924ED73-2EEB-8E7A-8FDA-5FC99F8499C3}"/>
              </a:ext>
            </a:extLst>
          </p:cNvPr>
          <p:cNvSpPr/>
          <p:nvPr/>
        </p:nvSpPr>
        <p:spPr>
          <a:xfrm>
            <a:off x="6245352" y="5349240"/>
            <a:ext cx="5394960"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pinMode enables · digitalRead samples · digitalWrite drives
 </a:t>
            </a:r>
            <a:endParaRPr lang="en-US"/>
          </a:p>
        </p:txBody>
      </p:sp>
    </p:spTree>
    <p:extLst>
      <p:ext uri="{BB962C8B-B14F-4D97-AF65-F5344CB8AC3E}">
        <p14:creationId xmlns:p14="http://schemas.microsoft.com/office/powerpoint/2010/main" val="2369253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105770" name="Rectangle 105769">
            <a:extLst>
              <a:ext uri="{FF2B5EF4-FFF2-40B4-BE49-F238E27FC236}">
                <a16:creationId xmlns:a16="http://schemas.microsoft.com/office/drawing/2014/main" id="{65BDE00B-25C0-C958-E9CA-181A9EBF690F}"/>
              </a:ext>
            </a:extLst>
          </p:cNvPr>
          <p:cNvSpPr/>
          <p:nvPr/>
        </p:nvSpPr>
        <p:spPr>
          <a:xfrm>
            <a:off x="548640" y="621792"/>
            <a:ext cx="457200" cy="41148"/>
          </a:xfrm>
          <a:prstGeom prst="rect">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5812" name="Rectangle 105811">
            <a:extLst>
              <a:ext uri="{FF2B5EF4-FFF2-40B4-BE49-F238E27FC236}">
                <a16:creationId xmlns:a16="http://schemas.microsoft.com/office/drawing/2014/main" id="{08021CD2-9D8C-FC26-BA97-F07EECCB26BE}"/>
              </a:ext>
            </a:extLst>
          </p:cNvPr>
          <p:cNvSpPr/>
          <p:nvPr/>
        </p:nvSpPr>
        <p:spPr>
          <a:xfrm>
            <a:off x="548640" y="1676400"/>
            <a:ext cx="2377440" cy="1783080"/>
          </a:xfrm>
          <a:prstGeom prst="rect">
            <a:avLst/>
          </a:prstGeom>
          <a:solidFill>
            <a:srgbClr val="1E293B"/>
          </a:solidFill>
          <a:ln w="12700">
            <a:solidFill>
              <a:srgbClr val="64748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5855" name="Rectangle 105854">
            <a:extLst>
              <a:ext uri="{FF2B5EF4-FFF2-40B4-BE49-F238E27FC236}">
                <a16:creationId xmlns:a16="http://schemas.microsoft.com/office/drawing/2014/main" id="{9A856F4D-1E6A-37A9-73F6-512AAB07F5C1}"/>
              </a:ext>
            </a:extLst>
          </p:cNvPr>
          <p:cNvSpPr/>
          <p:nvPr/>
        </p:nvSpPr>
        <p:spPr>
          <a:xfrm>
            <a:off x="548640" y="3596640"/>
            <a:ext cx="2377440" cy="1783080"/>
          </a:xfrm>
          <a:prstGeom prst="rect">
            <a:avLst/>
          </a:prstGeom>
          <a:solidFill>
            <a:srgbClr val="1E293B"/>
          </a:solidFill>
          <a:ln w="12700">
            <a:solidFill>
              <a:srgbClr val="64748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5899" name="Rectangle 105898">
            <a:extLst>
              <a:ext uri="{FF2B5EF4-FFF2-40B4-BE49-F238E27FC236}">
                <a16:creationId xmlns:a16="http://schemas.microsoft.com/office/drawing/2014/main" id="{86F777AF-0C14-74D2-D394-88116FC4046E}"/>
              </a:ext>
            </a:extLst>
          </p:cNvPr>
          <p:cNvSpPr/>
          <p:nvPr/>
        </p:nvSpPr>
        <p:spPr>
          <a:xfrm>
            <a:off x="3200400" y="1676400"/>
            <a:ext cx="5120640" cy="274320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5944" name="Rectangle 105943">
            <a:extLst>
              <a:ext uri="{FF2B5EF4-FFF2-40B4-BE49-F238E27FC236}">
                <a16:creationId xmlns:a16="http://schemas.microsoft.com/office/drawing/2014/main" id="{193B5C06-5D60-BBC9-A5CF-4C66120D303E}"/>
              </a:ext>
            </a:extLst>
          </p:cNvPr>
          <p:cNvSpPr/>
          <p:nvPr/>
        </p:nvSpPr>
        <p:spPr>
          <a:xfrm>
            <a:off x="3511296" y="1950720"/>
            <a:ext cx="18288" cy="2194560"/>
          </a:xfrm>
          <a:prstGeom prst="rect">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5990" name="Rectangle 105989">
            <a:extLst>
              <a:ext uri="{FF2B5EF4-FFF2-40B4-BE49-F238E27FC236}">
                <a16:creationId xmlns:a16="http://schemas.microsoft.com/office/drawing/2014/main" id="{07ED1854-B4AD-C9A3-E6D7-E6E3CFF0D77E}"/>
              </a:ext>
            </a:extLst>
          </p:cNvPr>
          <p:cNvSpPr/>
          <p:nvPr/>
        </p:nvSpPr>
        <p:spPr>
          <a:xfrm>
            <a:off x="3520440" y="4136136"/>
            <a:ext cx="4572000" cy="18288"/>
          </a:xfrm>
          <a:prstGeom prst="rect">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037" name="Rectangle 106036">
            <a:extLst>
              <a:ext uri="{FF2B5EF4-FFF2-40B4-BE49-F238E27FC236}">
                <a16:creationId xmlns:a16="http://schemas.microsoft.com/office/drawing/2014/main" id="{FD27A03D-37BD-89CA-C9DA-6D76E6CE2C51}"/>
              </a:ext>
            </a:extLst>
          </p:cNvPr>
          <p:cNvSpPr/>
          <p:nvPr/>
        </p:nvSpPr>
        <p:spPr>
          <a:xfrm rot="19883372">
            <a:off x="3576905" y="3715512"/>
            <a:ext cx="572870" cy="36576"/>
          </a:xfrm>
          <a:prstGeom prst="rect">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085" name="Rectangle 106084">
            <a:extLst>
              <a:ext uri="{FF2B5EF4-FFF2-40B4-BE49-F238E27FC236}">
                <a16:creationId xmlns:a16="http://schemas.microsoft.com/office/drawing/2014/main" id="{4C0380AE-B7CE-6D3B-556E-1DD337D22FD3}"/>
              </a:ext>
            </a:extLst>
          </p:cNvPr>
          <p:cNvSpPr/>
          <p:nvPr/>
        </p:nvSpPr>
        <p:spPr>
          <a:xfrm rot="20684693">
            <a:off x="4105616" y="3509772"/>
            <a:ext cx="521288" cy="36576"/>
          </a:xfrm>
          <a:prstGeom prst="rect">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134" name="Rectangle 106133">
            <a:extLst>
              <a:ext uri="{FF2B5EF4-FFF2-40B4-BE49-F238E27FC236}">
                <a16:creationId xmlns:a16="http://schemas.microsoft.com/office/drawing/2014/main" id="{E134219A-201E-8584-05D5-75531A4763EF}"/>
              </a:ext>
            </a:extLst>
          </p:cNvPr>
          <p:cNvSpPr/>
          <p:nvPr/>
        </p:nvSpPr>
        <p:spPr>
          <a:xfrm rot="1198986">
            <a:off x="4601611" y="3532632"/>
            <a:ext cx="535139" cy="36576"/>
          </a:xfrm>
          <a:prstGeom prst="rect">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184" name="Rectangle 106183">
            <a:extLst>
              <a:ext uri="{FF2B5EF4-FFF2-40B4-BE49-F238E27FC236}">
                <a16:creationId xmlns:a16="http://schemas.microsoft.com/office/drawing/2014/main" id="{6C83B4EC-A4B3-6C6B-66F6-DCF0D24F1A3B}"/>
              </a:ext>
            </a:extLst>
          </p:cNvPr>
          <p:cNvSpPr/>
          <p:nvPr/>
        </p:nvSpPr>
        <p:spPr>
          <a:xfrm rot="18750627">
            <a:off x="4999966" y="3349752"/>
            <a:ext cx="744268" cy="36576"/>
          </a:xfrm>
          <a:prstGeom prst="rect">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235" name="Rectangle 106234">
            <a:extLst>
              <a:ext uri="{FF2B5EF4-FFF2-40B4-BE49-F238E27FC236}">
                <a16:creationId xmlns:a16="http://schemas.microsoft.com/office/drawing/2014/main" id="{D8E6CDBA-6AE1-1FC9-4310-714C586B9D36}"/>
              </a:ext>
            </a:extLst>
          </p:cNvPr>
          <p:cNvSpPr/>
          <p:nvPr/>
        </p:nvSpPr>
        <p:spPr>
          <a:xfrm rot="19242636">
            <a:off x="5550118" y="2869692"/>
            <a:ext cx="649803" cy="36576"/>
          </a:xfrm>
          <a:prstGeom prst="rect">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287" name="Rectangle 106286">
            <a:extLst>
              <a:ext uri="{FF2B5EF4-FFF2-40B4-BE49-F238E27FC236}">
                <a16:creationId xmlns:a16="http://schemas.microsoft.com/office/drawing/2014/main" id="{9AE7A711-F175-AD52-FFEA-FDCCAC60BC07}"/>
              </a:ext>
            </a:extLst>
          </p:cNvPr>
          <p:cNvSpPr/>
          <p:nvPr/>
        </p:nvSpPr>
        <p:spPr>
          <a:xfrm rot="915307">
            <a:off x="6117296" y="2732532"/>
            <a:ext cx="521288" cy="36576"/>
          </a:xfrm>
          <a:prstGeom prst="rect">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340" name="Rectangle 106339">
            <a:extLst>
              <a:ext uri="{FF2B5EF4-FFF2-40B4-BE49-F238E27FC236}">
                <a16:creationId xmlns:a16="http://schemas.microsoft.com/office/drawing/2014/main" id="{5DF0B205-058F-B59C-C661-FE5CA7D4A6EA}"/>
              </a:ext>
            </a:extLst>
          </p:cNvPr>
          <p:cNvSpPr/>
          <p:nvPr/>
        </p:nvSpPr>
        <p:spPr>
          <a:xfrm rot="19063579">
            <a:off x="6541022" y="2572512"/>
            <a:ext cx="679677" cy="36576"/>
          </a:xfrm>
          <a:prstGeom prst="rect">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394" name="Rectangle 106393">
            <a:extLst>
              <a:ext uri="{FF2B5EF4-FFF2-40B4-BE49-F238E27FC236}">
                <a16:creationId xmlns:a16="http://schemas.microsoft.com/office/drawing/2014/main" id="{B5058DC7-2011-1CD7-E22D-4D01E2CD4951}"/>
              </a:ext>
            </a:extLst>
          </p:cNvPr>
          <p:cNvSpPr/>
          <p:nvPr/>
        </p:nvSpPr>
        <p:spPr>
          <a:xfrm rot="20684693">
            <a:off x="7123136" y="2275332"/>
            <a:ext cx="521288" cy="36576"/>
          </a:xfrm>
          <a:prstGeom prst="rect">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449" name="Rectangle 106448">
            <a:extLst>
              <a:ext uri="{FF2B5EF4-FFF2-40B4-BE49-F238E27FC236}">
                <a16:creationId xmlns:a16="http://schemas.microsoft.com/office/drawing/2014/main" id="{2681EC7A-E84C-4177-55B3-91E77631D360}"/>
              </a:ext>
            </a:extLst>
          </p:cNvPr>
          <p:cNvSpPr/>
          <p:nvPr/>
        </p:nvSpPr>
        <p:spPr>
          <a:xfrm rot="842175">
            <a:off x="7629612" y="2252472"/>
            <a:ext cx="377017" cy="36576"/>
          </a:xfrm>
          <a:prstGeom prst="rect">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505" name="Oval 106504">
            <a:extLst>
              <a:ext uri="{FF2B5EF4-FFF2-40B4-BE49-F238E27FC236}">
                <a16:creationId xmlns:a16="http://schemas.microsoft.com/office/drawing/2014/main" id="{8206245C-ABE8-02A5-733C-05AC7B6DD0E2}"/>
              </a:ext>
            </a:extLst>
          </p:cNvPr>
          <p:cNvSpPr/>
          <p:nvPr/>
        </p:nvSpPr>
        <p:spPr>
          <a:xfrm>
            <a:off x="4050792" y="3532632"/>
            <a:ext cx="128016" cy="128016"/>
          </a:xfrm>
          <a:prstGeom prst="ellipse">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562" name="Rectangle 106561">
            <a:extLst>
              <a:ext uri="{FF2B5EF4-FFF2-40B4-BE49-F238E27FC236}">
                <a16:creationId xmlns:a16="http://schemas.microsoft.com/office/drawing/2014/main" id="{ADF042C1-9436-3C12-EC4A-36BCBD97A596}"/>
              </a:ext>
            </a:extLst>
          </p:cNvPr>
          <p:cNvSpPr/>
          <p:nvPr/>
        </p:nvSpPr>
        <p:spPr>
          <a:xfrm>
            <a:off x="4107942" y="3688080"/>
            <a:ext cx="13716" cy="457200"/>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620" name="Oval 106619">
            <a:extLst>
              <a:ext uri="{FF2B5EF4-FFF2-40B4-BE49-F238E27FC236}">
                <a16:creationId xmlns:a16="http://schemas.microsoft.com/office/drawing/2014/main" id="{ADB67212-4E87-34CD-23E8-44EE8BA3ABBE}"/>
              </a:ext>
            </a:extLst>
          </p:cNvPr>
          <p:cNvSpPr/>
          <p:nvPr/>
        </p:nvSpPr>
        <p:spPr>
          <a:xfrm>
            <a:off x="5056632" y="3578352"/>
            <a:ext cx="128016" cy="128016"/>
          </a:xfrm>
          <a:prstGeom prst="ellipse">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679" name="Rectangle 106678">
            <a:extLst>
              <a:ext uri="{FF2B5EF4-FFF2-40B4-BE49-F238E27FC236}">
                <a16:creationId xmlns:a16="http://schemas.microsoft.com/office/drawing/2014/main" id="{F14E2728-5782-B97F-E483-ED5686E6A18B}"/>
              </a:ext>
            </a:extLst>
          </p:cNvPr>
          <p:cNvSpPr/>
          <p:nvPr/>
        </p:nvSpPr>
        <p:spPr>
          <a:xfrm>
            <a:off x="5113782" y="3733800"/>
            <a:ext cx="13716" cy="411480"/>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739" name="Oval 106738">
            <a:extLst>
              <a:ext uri="{FF2B5EF4-FFF2-40B4-BE49-F238E27FC236}">
                <a16:creationId xmlns:a16="http://schemas.microsoft.com/office/drawing/2014/main" id="{2EFED8E4-5B9C-D549-C908-75AD6E173C10}"/>
              </a:ext>
            </a:extLst>
          </p:cNvPr>
          <p:cNvSpPr/>
          <p:nvPr/>
        </p:nvSpPr>
        <p:spPr>
          <a:xfrm>
            <a:off x="6062472" y="2618232"/>
            <a:ext cx="128016" cy="128016"/>
          </a:xfrm>
          <a:prstGeom prst="ellipse">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800" name="Rectangle 106799">
            <a:extLst>
              <a:ext uri="{FF2B5EF4-FFF2-40B4-BE49-F238E27FC236}">
                <a16:creationId xmlns:a16="http://schemas.microsoft.com/office/drawing/2014/main" id="{B259077E-DCE3-5572-F5A0-83B62CFE19DB}"/>
              </a:ext>
            </a:extLst>
          </p:cNvPr>
          <p:cNvSpPr/>
          <p:nvPr/>
        </p:nvSpPr>
        <p:spPr>
          <a:xfrm>
            <a:off x="6119622" y="2773680"/>
            <a:ext cx="13716" cy="1371600"/>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862" name="Oval 106861">
            <a:extLst>
              <a:ext uri="{FF2B5EF4-FFF2-40B4-BE49-F238E27FC236}">
                <a16:creationId xmlns:a16="http://schemas.microsoft.com/office/drawing/2014/main" id="{5B13DBAC-65E0-7AF5-7E95-7E059AF82500}"/>
              </a:ext>
            </a:extLst>
          </p:cNvPr>
          <p:cNvSpPr/>
          <p:nvPr/>
        </p:nvSpPr>
        <p:spPr>
          <a:xfrm>
            <a:off x="7068312" y="2298192"/>
            <a:ext cx="128016" cy="128016"/>
          </a:xfrm>
          <a:prstGeom prst="ellipse">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925" name="Rectangle 106924">
            <a:extLst>
              <a:ext uri="{FF2B5EF4-FFF2-40B4-BE49-F238E27FC236}">
                <a16:creationId xmlns:a16="http://schemas.microsoft.com/office/drawing/2014/main" id="{27BE76D6-35CB-B8AD-18A2-87139E4F1988}"/>
              </a:ext>
            </a:extLst>
          </p:cNvPr>
          <p:cNvSpPr/>
          <p:nvPr/>
        </p:nvSpPr>
        <p:spPr>
          <a:xfrm>
            <a:off x="7125462" y="2453640"/>
            <a:ext cx="13716" cy="1691640"/>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989" name="Rectangle 106988">
            <a:extLst>
              <a:ext uri="{FF2B5EF4-FFF2-40B4-BE49-F238E27FC236}">
                <a16:creationId xmlns:a16="http://schemas.microsoft.com/office/drawing/2014/main" id="{37565B89-F9D3-8784-9B61-AF4E537C7855}"/>
              </a:ext>
            </a:extLst>
          </p:cNvPr>
          <p:cNvSpPr/>
          <p:nvPr/>
        </p:nvSpPr>
        <p:spPr>
          <a:xfrm>
            <a:off x="8503920" y="1676400"/>
            <a:ext cx="3136392" cy="274320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7054" name="Rectangle 107053">
            <a:extLst>
              <a:ext uri="{FF2B5EF4-FFF2-40B4-BE49-F238E27FC236}">
                <a16:creationId xmlns:a16="http://schemas.microsoft.com/office/drawing/2014/main" id="{506D8A27-8AB1-EDC6-16EF-D62BCC919B4C}"/>
              </a:ext>
            </a:extLst>
          </p:cNvPr>
          <p:cNvSpPr/>
          <p:nvPr/>
        </p:nvSpPr>
        <p:spPr>
          <a:xfrm>
            <a:off x="1143000" y="411480"/>
            <a:ext cx="8595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PART 6 · ANALOG PIN · READING VALUES WITH THE ADC
 </a:t>
            </a:r>
            <a:endParaRPr lang="en-US"/>
          </a:p>
        </p:txBody>
      </p:sp>
      <p:sp>
        <p:nvSpPr>
          <p:cNvPr id="107120" name="Rectangle 107119">
            <a:extLst>
              <a:ext uri="{FF2B5EF4-FFF2-40B4-BE49-F238E27FC236}">
                <a16:creationId xmlns:a16="http://schemas.microsoft.com/office/drawing/2014/main" id="{E30639F3-8E6E-AFAF-1A28-98FE0E61277F}"/>
              </a:ext>
            </a:extLst>
          </p:cNvPr>
          <p:cNvSpPr/>
          <p:nvPr/>
        </p:nvSpPr>
        <p:spPr>
          <a:xfrm>
            <a:off x="10515600" y="411480"/>
            <a:ext cx="1124712"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onsolas" panose="020B0609020204030204" pitchFamily="49" charset="0"/>
              </a:rPr>
              <a:t>13 / 19</a:t>
            </a:r>
            <a:endParaRPr lang="en-US"/>
          </a:p>
        </p:txBody>
      </p:sp>
      <p:sp>
        <p:nvSpPr>
          <p:cNvPr id="107187" name="Rectangle 107186">
            <a:extLst>
              <a:ext uri="{FF2B5EF4-FFF2-40B4-BE49-F238E27FC236}">
                <a16:creationId xmlns:a16="http://schemas.microsoft.com/office/drawing/2014/main" id="{E411D564-2E92-2D11-751D-C337D1B75B32}"/>
              </a:ext>
            </a:extLst>
          </p:cNvPr>
          <p:cNvSpPr/>
          <p:nvPr/>
        </p:nvSpPr>
        <p:spPr>
          <a:xfrm>
            <a:off x="548640" y="822960"/>
            <a:ext cx="11091672" cy="853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3200">
                <a:solidFill>
                  <a:srgbClr val="F8FAFC"/>
                </a:solidFill>
                <a:effectLst/>
                <a:latin typeface="Calibri" panose="020F0502020204030204" pitchFamily="34" charset="0"/>
              </a:rPr>
              <a:t>The ADC turns a changing voltage into a number.</a:t>
            </a:r>
          </a:p>
          <a:p>
            <a:pPr>
              <a:buNone/>
            </a:pPr>
            <a:r>
              <a:rPr lang="en-US" sz="3200">
                <a:solidFill>
                  <a:srgbClr val="F8FAFC"/>
                </a:solidFill>
                <a:effectLst/>
                <a:latin typeface="Calibri" panose="020F0502020204030204" pitchFamily="34" charset="0"/>
              </a:rPr>
              <a:t> </a:t>
            </a:r>
            <a:endParaRPr lang="en-US"/>
          </a:p>
        </p:txBody>
      </p:sp>
      <p:sp>
        <p:nvSpPr>
          <p:cNvPr id="107255" name="Rectangle 107254">
            <a:extLst>
              <a:ext uri="{FF2B5EF4-FFF2-40B4-BE49-F238E27FC236}">
                <a16:creationId xmlns:a16="http://schemas.microsoft.com/office/drawing/2014/main" id="{5A7A4AB8-06DF-904A-5706-9AD3E3D2DC1A}"/>
              </a:ext>
            </a:extLst>
          </p:cNvPr>
          <p:cNvSpPr/>
          <p:nvPr/>
        </p:nvSpPr>
        <p:spPr>
          <a:xfrm>
            <a:off x="685800" y="1740408"/>
            <a:ext cx="21031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PLACEHOLDER</a:t>
            </a:r>
          </a:p>
          <a:p>
            <a:pPr>
              <a:buNone/>
            </a:pPr>
            <a:r>
              <a:rPr lang="en-US" sz="1400">
                <a:solidFill>
                  <a:srgbClr val="67E8F9"/>
                </a:solidFill>
                <a:effectLst/>
                <a:latin typeface="Consolas" panose="020B0609020204030204" pitchFamily="49" charset="0"/>
              </a:rPr>
              <a:t> </a:t>
            </a:r>
            <a:endParaRPr lang="en-US"/>
          </a:p>
        </p:txBody>
      </p:sp>
      <p:sp>
        <p:nvSpPr>
          <p:cNvPr id="107324" name="Rectangle 107323">
            <a:extLst>
              <a:ext uri="{FF2B5EF4-FFF2-40B4-BE49-F238E27FC236}">
                <a16:creationId xmlns:a16="http://schemas.microsoft.com/office/drawing/2014/main" id="{5ED11ED2-DCF6-0C9D-C9E4-B42CD799B33D}"/>
              </a:ext>
            </a:extLst>
          </p:cNvPr>
          <p:cNvSpPr/>
          <p:nvPr/>
        </p:nvSpPr>
        <p:spPr>
          <a:xfrm>
            <a:off x="685800" y="2087880"/>
            <a:ext cx="21031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Potentiometer</a:t>
            </a:r>
          </a:p>
          <a:p>
            <a:pPr>
              <a:buNone/>
            </a:pPr>
            <a:r>
              <a:rPr lang="en-US" sz="1400">
                <a:solidFill>
                  <a:srgbClr val="F8FAFC"/>
                </a:solidFill>
                <a:effectLst/>
                <a:latin typeface="Calibri" panose="020F0502020204030204" pitchFamily="34" charset="0"/>
              </a:rPr>
              <a:t> </a:t>
            </a:r>
            <a:endParaRPr lang="en-US"/>
          </a:p>
        </p:txBody>
      </p:sp>
      <p:sp>
        <p:nvSpPr>
          <p:cNvPr id="107394" name="Rectangle 107393">
            <a:extLst>
              <a:ext uri="{FF2B5EF4-FFF2-40B4-BE49-F238E27FC236}">
                <a16:creationId xmlns:a16="http://schemas.microsoft.com/office/drawing/2014/main" id="{2AF4504F-B307-D73B-13EF-21E7A02D556C}"/>
              </a:ext>
            </a:extLst>
          </p:cNvPr>
          <p:cNvSpPr/>
          <p:nvPr/>
        </p:nvSpPr>
        <p:spPr>
          <a:xfrm>
            <a:off x="685800" y="3660648"/>
            <a:ext cx="21031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PLACEHOLDER</a:t>
            </a:r>
          </a:p>
          <a:p>
            <a:pPr>
              <a:buNone/>
            </a:pPr>
            <a:r>
              <a:rPr lang="en-US" sz="1400">
                <a:solidFill>
                  <a:srgbClr val="67E8F9"/>
                </a:solidFill>
                <a:effectLst/>
                <a:latin typeface="Consolas" panose="020B0609020204030204" pitchFamily="49" charset="0"/>
              </a:rPr>
              <a:t> </a:t>
            </a:r>
            <a:endParaRPr lang="en-US"/>
          </a:p>
        </p:txBody>
      </p:sp>
      <p:sp>
        <p:nvSpPr>
          <p:cNvPr id="107465" name="Rectangle 107464">
            <a:extLst>
              <a:ext uri="{FF2B5EF4-FFF2-40B4-BE49-F238E27FC236}">
                <a16:creationId xmlns:a16="http://schemas.microsoft.com/office/drawing/2014/main" id="{64019A4A-48BB-0DE2-E0F5-89F10C3467A0}"/>
              </a:ext>
            </a:extLst>
          </p:cNvPr>
          <p:cNvSpPr/>
          <p:nvPr/>
        </p:nvSpPr>
        <p:spPr>
          <a:xfrm>
            <a:off x="685800" y="4008120"/>
            <a:ext cx="21031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LDR module</a:t>
            </a:r>
          </a:p>
          <a:p>
            <a:pPr>
              <a:buNone/>
            </a:pPr>
            <a:r>
              <a:rPr lang="en-US" sz="1400">
                <a:solidFill>
                  <a:srgbClr val="F8FAFC"/>
                </a:solidFill>
                <a:effectLst/>
                <a:latin typeface="Calibri" panose="020F0502020204030204" pitchFamily="34" charset="0"/>
              </a:rPr>
              <a:t> </a:t>
            </a:r>
            <a:endParaRPr lang="en-US"/>
          </a:p>
        </p:txBody>
      </p:sp>
      <p:sp>
        <p:nvSpPr>
          <p:cNvPr id="107537" name="Rectangle 107536">
            <a:extLst>
              <a:ext uri="{FF2B5EF4-FFF2-40B4-BE49-F238E27FC236}">
                <a16:creationId xmlns:a16="http://schemas.microsoft.com/office/drawing/2014/main" id="{36EFBC18-9DA0-9BF7-F1D8-4B5D74354C6A}"/>
              </a:ext>
            </a:extLst>
          </p:cNvPr>
          <p:cNvSpPr/>
          <p:nvPr/>
        </p:nvSpPr>
        <p:spPr>
          <a:xfrm>
            <a:off x="3611880" y="1722120"/>
            <a:ext cx="13716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voltage</a:t>
            </a:r>
          </a:p>
          <a:p>
            <a:pPr>
              <a:buNone/>
            </a:pPr>
            <a:r>
              <a:rPr lang="en-US" sz="1400">
                <a:solidFill>
                  <a:srgbClr val="CBD5E1"/>
                </a:solidFill>
                <a:effectLst/>
                <a:latin typeface="Calibri" panose="020F0502020204030204" pitchFamily="34" charset="0"/>
              </a:rPr>
              <a:t> </a:t>
            </a:r>
            <a:endParaRPr lang="en-US"/>
          </a:p>
        </p:txBody>
      </p:sp>
      <p:sp>
        <p:nvSpPr>
          <p:cNvPr id="107610" name="Rectangle 107609">
            <a:extLst>
              <a:ext uri="{FF2B5EF4-FFF2-40B4-BE49-F238E27FC236}">
                <a16:creationId xmlns:a16="http://schemas.microsoft.com/office/drawing/2014/main" id="{8D7B4E73-FEA7-DF53-96CA-6210CAC2BB01}"/>
              </a:ext>
            </a:extLst>
          </p:cNvPr>
          <p:cNvSpPr/>
          <p:nvPr/>
        </p:nvSpPr>
        <p:spPr>
          <a:xfrm>
            <a:off x="7635240" y="4126992"/>
            <a:ext cx="54864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time</a:t>
            </a:r>
          </a:p>
          <a:p>
            <a:pPr>
              <a:buNone/>
            </a:pPr>
            <a:r>
              <a:rPr lang="en-US" sz="1400">
                <a:solidFill>
                  <a:srgbClr val="CBD5E1"/>
                </a:solidFill>
                <a:effectLst/>
                <a:latin typeface="Calibri" panose="020F0502020204030204" pitchFamily="34" charset="0"/>
              </a:rPr>
              <a:t> </a:t>
            </a:r>
            <a:endParaRPr lang="en-US"/>
          </a:p>
        </p:txBody>
      </p:sp>
      <p:sp>
        <p:nvSpPr>
          <p:cNvPr id="107684" name="Rectangle 107683">
            <a:extLst>
              <a:ext uri="{FF2B5EF4-FFF2-40B4-BE49-F238E27FC236}">
                <a16:creationId xmlns:a16="http://schemas.microsoft.com/office/drawing/2014/main" id="{70F47969-7634-5E0D-7273-516A517D7976}"/>
              </a:ext>
            </a:extLst>
          </p:cNvPr>
          <p:cNvSpPr/>
          <p:nvPr/>
        </p:nvSpPr>
        <p:spPr>
          <a:xfrm>
            <a:off x="8641080" y="1722120"/>
            <a:ext cx="286207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DBA74"/>
                </a:solidFill>
                <a:effectLst/>
                <a:latin typeface="Consolas" panose="020B0609020204030204" pitchFamily="49" charset="0"/>
              </a:rPr>
              <a:t>ADC READING · EXAMPLE</a:t>
            </a:r>
          </a:p>
          <a:p>
            <a:pPr>
              <a:buNone/>
            </a:pPr>
            <a:r>
              <a:rPr lang="en-US" sz="1400">
                <a:solidFill>
                  <a:srgbClr val="FDBA74"/>
                </a:solidFill>
                <a:effectLst/>
                <a:latin typeface="Consolas" panose="020B0609020204030204" pitchFamily="49" charset="0"/>
              </a:rPr>
              <a:t> </a:t>
            </a:r>
            <a:endParaRPr lang="en-US"/>
          </a:p>
        </p:txBody>
      </p:sp>
      <p:sp>
        <p:nvSpPr>
          <p:cNvPr id="107759" name="Rectangle 107758">
            <a:extLst>
              <a:ext uri="{FF2B5EF4-FFF2-40B4-BE49-F238E27FC236}">
                <a16:creationId xmlns:a16="http://schemas.microsoft.com/office/drawing/2014/main" id="{DEC02D57-1C3E-547B-6812-B34507BE3495}"/>
              </a:ext>
            </a:extLst>
          </p:cNvPr>
          <p:cNvSpPr/>
          <p:nvPr/>
        </p:nvSpPr>
        <p:spPr>
          <a:xfrm>
            <a:off x="8641080" y="2087880"/>
            <a:ext cx="2862072" cy="975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4000">
                <a:solidFill>
                  <a:srgbClr val="F8FAFC"/>
                </a:solidFill>
                <a:effectLst/>
                <a:latin typeface="Consolas" panose="020B0609020204030204" pitchFamily="49" charset="0"/>
              </a:rPr>
              <a:t>2048</a:t>
            </a:r>
          </a:p>
          <a:p>
            <a:pPr>
              <a:buNone/>
            </a:pPr>
            <a:r>
              <a:rPr lang="en-US" sz="4000">
                <a:solidFill>
                  <a:srgbClr val="F8FAFC"/>
                </a:solidFill>
                <a:effectLst/>
                <a:latin typeface="Consolas" panose="020B0609020204030204" pitchFamily="49" charset="0"/>
              </a:rPr>
              <a:t> </a:t>
            </a:r>
            <a:endParaRPr lang="en-US"/>
          </a:p>
        </p:txBody>
      </p:sp>
      <p:sp>
        <p:nvSpPr>
          <p:cNvPr id="107835" name="Rectangle 107834">
            <a:extLst>
              <a:ext uri="{FF2B5EF4-FFF2-40B4-BE49-F238E27FC236}">
                <a16:creationId xmlns:a16="http://schemas.microsoft.com/office/drawing/2014/main" id="{948D048C-0CD3-5C10-8985-261070EEDE4F}"/>
              </a:ext>
            </a:extLst>
          </p:cNvPr>
          <p:cNvSpPr/>
          <p:nvPr/>
        </p:nvSpPr>
        <p:spPr>
          <a:xfrm>
            <a:off x="8641080" y="2865120"/>
            <a:ext cx="286207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analogRead() → 0…4095 (12-bit)</a:t>
            </a:r>
            <a:endParaRPr lang="en-US"/>
          </a:p>
        </p:txBody>
      </p:sp>
      <p:sp>
        <p:nvSpPr>
          <p:cNvPr id="107912" name="Rectangle 107911">
            <a:extLst>
              <a:ext uri="{FF2B5EF4-FFF2-40B4-BE49-F238E27FC236}">
                <a16:creationId xmlns:a16="http://schemas.microsoft.com/office/drawing/2014/main" id="{204FEE93-9BFE-7D6F-29F4-D1DC7436B9A7}"/>
              </a:ext>
            </a:extLst>
          </p:cNvPr>
          <p:cNvSpPr/>
          <p:nvPr/>
        </p:nvSpPr>
        <p:spPr>
          <a:xfrm>
            <a:off x="8641080" y="3230880"/>
            <a:ext cx="2862072"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low voltage → small number</a:t>
            </a:r>
          </a:p>
          <a:p>
            <a:pPr>
              <a:buNone/>
            </a:pPr>
            <a:r>
              <a:rPr lang="en-US" sz="1400">
                <a:solidFill>
                  <a:srgbClr val="F8FAFC"/>
                </a:solidFill>
                <a:effectLst/>
                <a:latin typeface="Calibri" panose="020F0502020204030204" pitchFamily="34" charset="0"/>
              </a:rPr>
              <a:t>high voltage → large number</a:t>
            </a:r>
            <a:endParaRPr lang="en-US"/>
          </a:p>
        </p:txBody>
      </p:sp>
      <p:sp>
        <p:nvSpPr>
          <p:cNvPr id="107990" name="Rectangle 107989">
            <a:extLst>
              <a:ext uri="{FF2B5EF4-FFF2-40B4-BE49-F238E27FC236}">
                <a16:creationId xmlns:a16="http://schemas.microsoft.com/office/drawing/2014/main" id="{C72C3EAB-3913-AAC6-6EF1-8A6E9EC09A24}"/>
              </a:ext>
            </a:extLst>
          </p:cNvPr>
          <p:cNvSpPr/>
          <p:nvPr/>
        </p:nvSpPr>
        <p:spPr>
          <a:xfrm>
            <a:off x="3200400" y="4556760"/>
            <a:ext cx="54864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GUESS THE READING</a:t>
            </a:r>
          </a:p>
          <a:p>
            <a:pPr>
              <a:buNone/>
            </a:pPr>
            <a:r>
              <a:rPr lang="en-US" sz="1400">
                <a:solidFill>
                  <a:srgbClr val="67E8F9"/>
                </a:solidFill>
                <a:effectLst/>
                <a:latin typeface="Consolas" panose="020B0609020204030204" pitchFamily="49" charset="0"/>
              </a:rPr>
              <a:t> </a:t>
            </a:r>
            <a:endParaRPr lang="en-US"/>
          </a:p>
        </p:txBody>
      </p:sp>
      <p:sp>
        <p:nvSpPr>
          <p:cNvPr id="108069" name="Rectangle 108068">
            <a:extLst>
              <a:ext uri="{FF2B5EF4-FFF2-40B4-BE49-F238E27FC236}">
                <a16:creationId xmlns:a16="http://schemas.microsoft.com/office/drawing/2014/main" id="{A9737F09-8940-F136-F252-04E6C9361DA8}"/>
              </a:ext>
            </a:extLst>
          </p:cNvPr>
          <p:cNvSpPr/>
          <p:nvPr/>
        </p:nvSpPr>
        <p:spPr>
          <a:xfrm>
            <a:off x="3200400" y="4812792"/>
            <a:ext cx="8439912"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Knob at the middle — guess the number. Turn it to the end — now?</a:t>
            </a:r>
          </a:p>
          <a:p>
            <a:pPr>
              <a:buNone/>
            </a:pPr>
            <a:r>
              <a:rPr lang="en-US" sz="1600">
                <a:solidFill>
                  <a:srgbClr val="F8FAFC"/>
                </a:solidFill>
                <a:effectLst/>
                <a:latin typeface="Calibri" panose="020F0502020204030204" pitchFamily="34" charset="0"/>
              </a:rPr>
              <a:t> </a:t>
            </a:r>
            <a:endParaRPr lang="en-US"/>
          </a:p>
        </p:txBody>
      </p:sp>
      <p:sp>
        <p:nvSpPr>
          <p:cNvPr id="108149" name="Rectangle 108148">
            <a:extLst>
              <a:ext uri="{FF2B5EF4-FFF2-40B4-BE49-F238E27FC236}">
                <a16:creationId xmlns:a16="http://schemas.microsoft.com/office/drawing/2014/main" id="{52058161-C18F-6B62-0D46-50DAA262F726}"/>
              </a:ext>
            </a:extLst>
          </p:cNvPr>
          <p:cNvSpPr/>
          <p:nvPr/>
        </p:nvSpPr>
        <p:spPr>
          <a:xfrm>
            <a:off x="548640" y="5879592"/>
            <a:ext cx="1109167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Readings are steps and can be noisy; analogReadMilliVolts() returns calibrated millivolts.</a:t>
            </a:r>
          </a:p>
          <a:p>
            <a:pPr>
              <a:buNone/>
            </a:pPr>
            <a:r>
              <a:rPr lang="en-US" sz="1400">
                <a:solidFill>
                  <a:srgbClr val="CBD5E1"/>
                </a:solidFill>
                <a:effectLst/>
                <a:latin typeface="Calibri" panose="020F0502020204030204" pitchFamily="34" charset="0"/>
              </a:rPr>
              <a:t> </a:t>
            </a:r>
            <a:endParaRPr lang="en-US"/>
          </a:p>
        </p:txBody>
      </p:sp>
      <p:sp>
        <p:nvSpPr>
          <p:cNvPr id="128001" name="Rectangle 128000">
            <a:extLst>
              <a:ext uri="{FF2B5EF4-FFF2-40B4-BE49-F238E27FC236}">
                <a16:creationId xmlns:a16="http://schemas.microsoft.com/office/drawing/2014/main" id="{44E0D62D-CD7E-1B12-0C62-97E8C8D9883B}"/>
              </a:ext>
            </a:extLst>
          </p:cNvPr>
          <p:cNvSpPr/>
          <p:nvPr/>
        </p:nvSpPr>
        <p:spPr>
          <a:xfrm>
            <a:off x="8641080" y="3840480"/>
            <a:ext cx="286207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v = analogRead(POT_PIN);
 </a:t>
            </a:r>
            <a:endParaRPr lang="en-US"/>
          </a:p>
        </p:txBody>
      </p:sp>
    </p:spTree>
    <p:extLst>
      <p:ext uri="{BB962C8B-B14F-4D97-AF65-F5344CB8AC3E}">
        <p14:creationId xmlns:p14="http://schemas.microsoft.com/office/powerpoint/2010/main" val="3901143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114176" name="Rectangle 114175">
            <a:extLst>
              <a:ext uri="{FF2B5EF4-FFF2-40B4-BE49-F238E27FC236}">
                <a16:creationId xmlns:a16="http://schemas.microsoft.com/office/drawing/2014/main" id="{289BBEA8-41DC-DB2D-0DB6-20FBF8FEB989}"/>
              </a:ext>
            </a:extLst>
          </p:cNvPr>
          <p:cNvSpPr/>
          <p:nvPr/>
        </p:nvSpPr>
        <p:spPr>
          <a:xfrm>
            <a:off x="548640" y="621792"/>
            <a:ext cx="457200" cy="41148"/>
          </a:xfrm>
          <a:prstGeom prst="rect">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4260" name="Arrow: Right 114259">
            <a:extLst>
              <a:ext uri="{FF2B5EF4-FFF2-40B4-BE49-F238E27FC236}">
                <a16:creationId xmlns:a16="http://schemas.microsoft.com/office/drawing/2014/main" id="{2702CF45-F539-530D-0427-1168FFA089A5}"/>
              </a:ext>
            </a:extLst>
          </p:cNvPr>
          <p:cNvSpPr/>
          <p:nvPr/>
        </p:nvSpPr>
        <p:spPr>
          <a:xfrm>
            <a:off x="731520" y="2621280"/>
            <a:ext cx="2194560" cy="128016"/>
          </a:xfrm>
          <a:prstGeom prst="rightArrow">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4345" name="Arrow: Left 114344">
            <a:extLst>
              <a:ext uri="{FF2B5EF4-FFF2-40B4-BE49-F238E27FC236}">
                <a16:creationId xmlns:a16="http://schemas.microsoft.com/office/drawing/2014/main" id="{F0625F84-A3A9-F402-ACA9-83986C90A5EA}"/>
              </a:ext>
            </a:extLst>
          </p:cNvPr>
          <p:cNvSpPr/>
          <p:nvPr/>
        </p:nvSpPr>
        <p:spPr>
          <a:xfrm>
            <a:off x="731520" y="2987040"/>
            <a:ext cx="2194560" cy="128016"/>
          </a:xfrm>
          <a:prstGeom prst="leftArrow">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4431" name="Rectangle 114430">
            <a:extLst>
              <a:ext uri="{FF2B5EF4-FFF2-40B4-BE49-F238E27FC236}">
                <a16:creationId xmlns:a16="http://schemas.microsoft.com/office/drawing/2014/main" id="{0F94BF4E-8B13-7807-D7C3-AF6674B552D6}"/>
              </a:ext>
            </a:extLst>
          </p:cNvPr>
          <p:cNvSpPr/>
          <p:nvPr/>
        </p:nvSpPr>
        <p:spPr>
          <a:xfrm>
            <a:off x="4539996" y="2671572"/>
            <a:ext cx="2194560" cy="27432"/>
          </a:xfrm>
          <a:prstGeom prst="rect">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4518" name="Rectangle 114517">
            <a:extLst>
              <a:ext uri="{FF2B5EF4-FFF2-40B4-BE49-F238E27FC236}">
                <a16:creationId xmlns:a16="http://schemas.microsoft.com/office/drawing/2014/main" id="{BEB4F8CA-C85A-6A43-D46E-39D154316EAC}"/>
              </a:ext>
            </a:extLst>
          </p:cNvPr>
          <p:cNvSpPr/>
          <p:nvPr/>
        </p:nvSpPr>
        <p:spPr>
          <a:xfrm>
            <a:off x="4539996" y="3037332"/>
            <a:ext cx="2194560" cy="27432"/>
          </a:xfrm>
          <a:prstGeom prst="rect">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4606" name="Oval 114605">
            <a:extLst>
              <a:ext uri="{FF2B5EF4-FFF2-40B4-BE49-F238E27FC236}">
                <a16:creationId xmlns:a16="http://schemas.microsoft.com/office/drawing/2014/main" id="{7B86AE95-DC12-7CF2-4862-5A53E3F6E3C4}"/>
              </a:ext>
            </a:extLst>
          </p:cNvPr>
          <p:cNvSpPr/>
          <p:nvPr/>
        </p:nvSpPr>
        <p:spPr>
          <a:xfrm>
            <a:off x="4864608" y="2644140"/>
            <a:ext cx="82296" cy="82296"/>
          </a:xfrm>
          <a:prstGeom prst="ellipse">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4695" name="Oval 114694">
            <a:extLst>
              <a:ext uri="{FF2B5EF4-FFF2-40B4-BE49-F238E27FC236}">
                <a16:creationId xmlns:a16="http://schemas.microsoft.com/office/drawing/2014/main" id="{AC16A99D-9E3C-EA7B-F777-6A232618BFFE}"/>
              </a:ext>
            </a:extLst>
          </p:cNvPr>
          <p:cNvSpPr/>
          <p:nvPr/>
        </p:nvSpPr>
        <p:spPr>
          <a:xfrm>
            <a:off x="4864608" y="3009900"/>
            <a:ext cx="82296" cy="82296"/>
          </a:xfrm>
          <a:prstGeom prst="ellipse">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4785" name="Rectangle 114784">
            <a:extLst>
              <a:ext uri="{FF2B5EF4-FFF2-40B4-BE49-F238E27FC236}">
                <a16:creationId xmlns:a16="http://schemas.microsoft.com/office/drawing/2014/main" id="{28C69D3E-0A26-84A8-3314-A0D6853DE656}"/>
              </a:ext>
            </a:extLst>
          </p:cNvPr>
          <p:cNvSpPr/>
          <p:nvPr/>
        </p:nvSpPr>
        <p:spPr>
          <a:xfrm>
            <a:off x="4896612" y="3078480"/>
            <a:ext cx="18288" cy="228600"/>
          </a:xfrm>
          <a:prstGeom prst="rect">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4876" name="Oval 114875">
            <a:extLst>
              <a:ext uri="{FF2B5EF4-FFF2-40B4-BE49-F238E27FC236}">
                <a16:creationId xmlns:a16="http://schemas.microsoft.com/office/drawing/2014/main" id="{6C291BA4-A106-2BBE-2071-8FC067BFA779}"/>
              </a:ext>
            </a:extLst>
          </p:cNvPr>
          <p:cNvSpPr/>
          <p:nvPr/>
        </p:nvSpPr>
        <p:spPr>
          <a:xfrm>
            <a:off x="5596128" y="2644140"/>
            <a:ext cx="82296" cy="82296"/>
          </a:xfrm>
          <a:prstGeom prst="ellipse">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4968" name="Oval 114967">
            <a:extLst>
              <a:ext uri="{FF2B5EF4-FFF2-40B4-BE49-F238E27FC236}">
                <a16:creationId xmlns:a16="http://schemas.microsoft.com/office/drawing/2014/main" id="{FEE1400E-225D-770A-BC8D-22DE2558D36D}"/>
              </a:ext>
            </a:extLst>
          </p:cNvPr>
          <p:cNvSpPr/>
          <p:nvPr/>
        </p:nvSpPr>
        <p:spPr>
          <a:xfrm>
            <a:off x="5596128" y="3009900"/>
            <a:ext cx="82296" cy="82296"/>
          </a:xfrm>
          <a:prstGeom prst="ellipse">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5061" name="Rectangle 115060">
            <a:extLst>
              <a:ext uri="{FF2B5EF4-FFF2-40B4-BE49-F238E27FC236}">
                <a16:creationId xmlns:a16="http://schemas.microsoft.com/office/drawing/2014/main" id="{98E7B21B-DCF4-EC74-72A0-8DE5678A9445}"/>
              </a:ext>
            </a:extLst>
          </p:cNvPr>
          <p:cNvSpPr/>
          <p:nvPr/>
        </p:nvSpPr>
        <p:spPr>
          <a:xfrm>
            <a:off x="5628132" y="3078480"/>
            <a:ext cx="18288" cy="228600"/>
          </a:xfrm>
          <a:prstGeom prst="rect">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5155" name="Oval 115154">
            <a:extLst>
              <a:ext uri="{FF2B5EF4-FFF2-40B4-BE49-F238E27FC236}">
                <a16:creationId xmlns:a16="http://schemas.microsoft.com/office/drawing/2014/main" id="{7B34DE91-D728-8F99-94E1-AB7348CCF727}"/>
              </a:ext>
            </a:extLst>
          </p:cNvPr>
          <p:cNvSpPr/>
          <p:nvPr/>
        </p:nvSpPr>
        <p:spPr>
          <a:xfrm>
            <a:off x="6327648" y="2644140"/>
            <a:ext cx="82296" cy="82296"/>
          </a:xfrm>
          <a:prstGeom prst="ellipse">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5250" name="Oval 115249">
            <a:extLst>
              <a:ext uri="{FF2B5EF4-FFF2-40B4-BE49-F238E27FC236}">
                <a16:creationId xmlns:a16="http://schemas.microsoft.com/office/drawing/2014/main" id="{0C8918FA-FE24-9B06-56A8-66BAA43DE4F5}"/>
              </a:ext>
            </a:extLst>
          </p:cNvPr>
          <p:cNvSpPr/>
          <p:nvPr/>
        </p:nvSpPr>
        <p:spPr>
          <a:xfrm>
            <a:off x="6327648" y="3009900"/>
            <a:ext cx="82296" cy="82296"/>
          </a:xfrm>
          <a:prstGeom prst="ellipse">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5346" name="Rectangle 115345">
            <a:extLst>
              <a:ext uri="{FF2B5EF4-FFF2-40B4-BE49-F238E27FC236}">
                <a16:creationId xmlns:a16="http://schemas.microsoft.com/office/drawing/2014/main" id="{16EE0D84-CD65-4BFF-FDC3-3E91DFC6ECFE}"/>
              </a:ext>
            </a:extLst>
          </p:cNvPr>
          <p:cNvSpPr/>
          <p:nvPr/>
        </p:nvSpPr>
        <p:spPr>
          <a:xfrm>
            <a:off x="6359652" y="3078480"/>
            <a:ext cx="18288" cy="228600"/>
          </a:xfrm>
          <a:prstGeom prst="rect">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5443" name="Arrow: Right 115442">
            <a:extLst>
              <a:ext uri="{FF2B5EF4-FFF2-40B4-BE49-F238E27FC236}">
                <a16:creationId xmlns:a16="http://schemas.microsoft.com/office/drawing/2014/main" id="{EBDC720C-66D6-645B-2AC2-118B406941E9}"/>
              </a:ext>
            </a:extLst>
          </p:cNvPr>
          <p:cNvSpPr/>
          <p:nvPr/>
        </p:nvSpPr>
        <p:spPr>
          <a:xfrm>
            <a:off x="8348472" y="2575560"/>
            <a:ext cx="2194560" cy="109728"/>
          </a:xfrm>
          <a:prstGeom prst="rightArrow">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5541" name="Arrow: Right 115540">
            <a:extLst>
              <a:ext uri="{FF2B5EF4-FFF2-40B4-BE49-F238E27FC236}">
                <a16:creationId xmlns:a16="http://schemas.microsoft.com/office/drawing/2014/main" id="{C526507C-4484-91A5-EE25-A0229FF02654}"/>
              </a:ext>
            </a:extLst>
          </p:cNvPr>
          <p:cNvSpPr/>
          <p:nvPr/>
        </p:nvSpPr>
        <p:spPr>
          <a:xfrm>
            <a:off x="8348472" y="2758440"/>
            <a:ext cx="2194560" cy="109728"/>
          </a:xfrm>
          <a:prstGeom prst="rightArrow">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5640" name="Arrow: Left 115639">
            <a:extLst>
              <a:ext uri="{FF2B5EF4-FFF2-40B4-BE49-F238E27FC236}">
                <a16:creationId xmlns:a16="http://schemas.microsoft.com/office/drawing/2014/main" id="{5698582A-1292-0767-E574-B6E8168A011B}"/>
              </a:ext>
            </a:extLst>
          </p:cNvPr>
          <p:cNvSpPr/>
          <p:nvPr/>
        </p:nvSpPr>
        <p:spPr>
          <a:xfrm>
            <a:off x="8348472" y="2941320"/>
            <a:ext cx="2194560" cy="109728"/>
          </a:xfrm>
          <a:prstGeom prst="leftArrow">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5740" name="Arrow: Right 115739">
            <a:extLst>
              <a:ext uri="{FF2B5EF4-FFF2-40B4-BE49-F238E27FC236}">
                <a16:creationId xmlns:a16="http://schemas.microsoft.com/office/drawing/2014/main" id="{BE65DDE5-178F-8F30-8AD5-3495C03DA288}"/>
              </a:ext>
            </a:extLst>
          </p:cNvPr>
          <p:cNvSpPr/>
          <p:nvPr/>
        </p:nvSpPr>
        <p:spPr>
          <a:xfrm>
            <a:off x="8348472" y="3124200"/>
            <a:ext cx="2194560" cy="109728"/>
          </a:xfrm>
          <a:prstGeom prst="rightArrow">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5841" name="Rectangle 115840">
            <a:extLst>
              <a:ext uri="{FF2B5EF4-FFF2-40B4-BE49-F238E27FC236}">
                <a16:creationId xmlns:a16="http://schemas.microsoft.com/office/drawing/2014/main" id="{F3085701-484F-24A5-1331-D5A97E039533}"/>
              </a:ext>
            </a:extLst>
          </p:cNvPr>
          <p:cNvSpPr/>
          <p:nvPr/>
        </p:nvSpPr>
        <p:spPr>
          <a:xfrm>
            <a:off x="548640" y="4669536"/>
            <a:ext cx="11091672" cy="18288"/>
          </a:xfrm>
          <a:prstGeom prst="rect">
            <a:avLst/>
          </a:prstGeom>
          <a:solidFill>
            <a:srgbClr val="33415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5943" name="Rectangle 115942">
            <a:extLst>
              <a:ext uri="{FF2B5EF4-FFF2-40B4-BE49-F238E27FC236}">
                <a16:creationId xmlns:a16="http://schemas.microsoft.com/office/drawing/2014/main" id="{D5BA0E05-231F-89EC-B56A-3AC5FD051A43}"/>
              </a:ext>
            </a:extLst>
          </p:cNvPr>
          <p:cNvSpPr/>
          <p:nvPr/>
        </p:nvSpPr>
        <p:spPr>
          <a:xfrm>
            <a:off x="1143000" y="411480"/>
            <a:ext cx="8595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PART 7 · COMMUNICATION PROTOCOLS
 </a:t>
            </a:r>
            <a:endParaRPr lang="en-US"/>
          </a:p>
        </p:txBody>
      </p:sp>
      <p:sp>
        <p:nvSpPr>
          <p:cNvPr id="116046" name="Rectangle 116045">
            <a:extLst>
              <a:ext uri="{FF2B5EF4-FFF2-40B4-BE49-F238E27FC236}">
                <a16:creationId xmlns:a16="http://schemas.microsoft.com/office/drawing/2014/main" id="{A9EDF178-632A-6F9E-F638-3697806CA3FC}"/>
              </a:ext>
            </a:extLst>
          </p:cNvPr>
          <p:cNvSpPr/>
          <p:nvPr/>
        </p:nvSpPr>
        <p:spPr>
          <a:xfrm>
            <a:off x="10515600" y="411480"/>
            <a:ext cx="1124712"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onsolas" panose="020B0609020204030204" pitchFamily="49" charset="0"/>
              </a:rPr>
              <a:t>14 / 19</a:t>
            </a:r>
            <a:endParaRPr lang="en-US"/>
          </a:p>
        </p:txBody>
      </p:sp>
      <p:sp>
        <p:nvSpPr>
          <p:cNvPr id="116150" name="Rectangle 116149">
            <a:extLst>
              <a:ext uri="{FF2B5EF4-FFF2-40B4-BE49-F238E27FC236}">
                <a16:creationId xmlns:a16="http://schemas.microsoft.com/office/drawing/2014/main" id="{C0D56131-60DD-5BC2-FEE1-9627E1FF2CBD}"/>
              </a:ext>
            </a:extLst>
          </p:cNvPr>
          <p:cNvSpPr/>
          <p:nvPr/>
        </p:nvSpPr>
        <p:spPr>
          <a:xfrm>
            <a:off x="548640" y="822960"/>
            <a:ext cx="11091672"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3200">
                <a:solidFill>
                  <a:srgbClr val="F8FAFC"/>
                </a:solidFill>
                <a:effectLst/>
                <a:latin typeface="Calibri" panose="020F0502020204030204" pitchFamily="34" charset="0"/>
              </a:rPr>
              <a:t>Wired protocols are transport systems:</a:t>
            </a:r>
          </a:p>
          <a:p>
            <a:pPr>
              <a:buNone/>
            </a:pPr>
            <a:r>
              <a:rPr lang="en-US" sz="3200">
                <a:solidFill>
                  <a:srgbClr val="F8FAFC"/>
                </a:solidFill>
                <a:effectLst/>
                <a:latin typeface="Calibri" panose="020F0502020204030204" pitchFamily="34" charset="0"/>
              </a:rPr>
              <a:t>pick the one your device speaks.</a:t>
            </a:r>
            <a:endParaRPr lang="en-US"/>
          </a:p>
        </p:txBody>
      </p:sp>
      <p:sp>
        <p:nvSpPr>
          <p:cNvPr id="116255" name="Rectangle 116254">
            <a:extLst>
              <a:ext uri="{FF2B5EF4-FFF2-40B4-BE49-F238E27FC236}">
                <a16:creationId xmlns:a16="http://schemas.microsoft.com/office/drawing/2014/main" id="{0569CA8D-240C-FC6C-7E14-05BF101C4194}"/>
              </a:ext>
            </a:extLst>
          </p:cNvPr>
          <p:cNvSpPr/>
          <p:nvPr/>
        </p:nvSpPr>
        <p:spPr>
          <a:xfrm>
            <a:off x="548640" y="2118360"/>
            <a:ext cx="34747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4B5FD"/>
                </a:solidFill>
                <a:effectLst/>
                <a:latin typeface="Consolas" panose="020B0609020204030204" pitchFamily="49" charset="0"/>
              </a:rPr>
              <a:t>UART · THE DIRECT SHUTTLE</a:t>
            </a:r>
          </a:p>
          <a:p>
            <a:pPr>
              <a:buNone/>
            </a:pPr>
            <a:r>
              <a:rPr lang="en-US" sz="1400">
                <a:solidFill>
                  <a:srgbClr val="C4B5FD"/>
                </a:solidFill>
                <a:effectLst/>
                <a:latin typeface="Consolas" panose="020B0609020204030204" pitchFamily="49" charset="0"/>
              </a:rPr>
              <a:t> </a:t>
            </a:r>
            <a:endParaRPr lang="en-US"/>
          </a:p>
        </p:txBody>
      </p:sp>
      <p:sp>
        <p:nvSpPr>
          <p:cNvPr id="116361" name="Rectangle 116360">
            <a:extLst>
              <a:ext uri="{FF2B5EF4-FFF2-40B4-BE49-F238E27FC236}">
                <a16:creationId xmlns:a16="http://schemas.microsoft.com/office/drawing/2014/main" id="{70E44AFA-D080-A6C0-0D27-B32B94BC0B31}"/>
              </a:ext>
            </a:extLst>
          </p:cNvPr>
          <p:cNvSpPr/>
          <p:nvPr/>
        </p:nvSpPr>
        <p:spPr>
          <a:xfrm>
            <a:off x="3063240" y="2484120"/>
            <a:ext cx="7315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TX</a:t>
            </a:r>
          </a:p>
          <a:p>
            <a:pPr>
              <a:buNone/>
            </a:pPr>
            <a:r>
              <a:rPr lang="en-US" sz="1400">
                <a:solidFill>
                  <a:srgbClr val="CBD5E1"/>
                </a:solidFill>
                <a:effectLst/>
                <a:latin typeface="Calibri" panose="020F0502020204030204" pitchFamily="34" charset="0"/>
              </a:rPr>
              <a:t> </a:t>
            </a:r>
            <a:endParaRPr lang="en-US"/>
          </a:p>
        </p:txBody>
      </p:sp>
      <p:sp>
        <p:nvSpPr>
          <p:cNvPr id="116468" name="Rectangle 116467">
            <a:extLst>
              <a:ext uri="{FF2B5EF4-FFF2-40B4-BE49-F238E27FC236}">
                <a16:creationId xmlns:a16="http://schemas.microsoft.com/office/drawing/2014/main" id="{EE25F5EF-8640-FF5E-6897-20530A35F244}"/>
              </a:ext>
            </a:extLst>
          </p:cNvPr>
          <p:cNvSpPr/>
          <p:nvPr/>
        </p:nvSpPr>
        <p:spPr>
          <a:xfrm>
            <a:off x="3063240" y="2849880"/>
            <a:ext cx="7315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RX</a:t>
            </a:r>
          </a:p>
          <a:p>
            <a:pPr>
              <a:buNone/>
            </a:pPr>
            <a:r>
              <a:rPr lang="en-US" sz="1400">
                <a:solidFill>
                  <a:srgbClr val="CBD5E1"/>
                </a:solidFill>
                <a:effectLst/>
                <a:latin typeface="Calibri" panose="020F0502020204030204" pitchFamily="34" charset="0"/>
              </a:rPr>
              <a:t> </a:t>
            </a:r>
            <a:endParaRPr lang="en-US"/>
          </a:p>
        </p:txBody>
      </p:sp>
      <p:sp>
        <p:nvSpPr>
          <p:cNvPr id="116576" name="Rectangle 116575">
            <a:extLst>
              <a:ext uri="{FF2B5EF4-FFF2-40B4-BE49-F238E27FC236}">
                <a16:creationId xmlns:a16="http://schemas.microsoft.com/office/drawing/2014/main" id="{B8815EFE-B94B-C613-0453-0F10A57D93F2}"/>
              </a:ext>
            </a:extLst>
          </p:cNvPr>
          <p:cNvSpPr/>
          <p:nvPr/>
        </p:nvSpPr>
        <p:spPr>
          <a:xfrm>
            <a:off x="548640" y="3444240"/>
            <a:ext cx="3474720" cy="73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WIRES · 2 (TX, RX)</a:t>
            </a:r>
          </a:p>
          <a:p>
            <a:pPr>
              <a:buNone/>
            </a:pPr>
            <a:r>
              <a:rPr lang="en-US" sz="1400">
                <a:solidFill>
                  <a:srgbClr val="F8FAFC"/>
                </a:solidFill>
                <a:effectLst/>
                <a:latin typeface="Calibri" panose="020F0502020204030204" pitchFamily="34" charset="0"/>
              </a:rPr>
              <a:t>USE · text to your laptop</a:t>
            </a:r>
          </a:p>
          <a:p>
            <a:pPr>
              <a:buNone/>
            </a:pPr>
            <a:r>
              <a:rPr lang="en-US" sz="1400">
                <a:solidFill>
                  <a:srgbClr val="F8FAFC"/>
                </a:solidFill>
                <a:effectLst/>
                <a:latin typeface="Calibri" panose="020F0502020204030204" pitchFamily="34" charset="0"/>
              </a:rPr>
              <a:t>KIT · Serial Monitor**</a:t>
            </a:r>
            <a:endParaRPr lang="en-US"/>
          </a:p>
        </p:txBody>
      </p:sp>
      <p:sp>
        <p:nvSpPr>
          <p:cNvPr id="116685" name="Rectangle 116684">
            <a:extLst>
              <a:ext uri="{FF2B5EF4-FFF2-40B4-BE49-F238E27FC236}">
                <a16:creationId xmlns:a16="http://schemas.microsoft.com/office/drawing/2014/main" id="{7B37E7D8-556E-B61B-0EF1-9A5AEDB260E0}"/>
              </a:ext>
            </a:extLst>
          </p:cNvPr>
          <p:cNvSpPr/>
          <p:nvPr/>
        </p:nvSpPr>
        <p:spPr>
          <a:xfrm>
            <a:off x="4357116" y="2118360"/>
            <a:ext cx="34747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4B5FD"/>
                </a:solidFill>
                <a:effectLst/>
                <a:latin typeface="Consolas" panose="020B0609020204030204" pitchFamily="49" charset="0"/>
              </a:rPr>
              <a:t>I2C · THE ADDRESSED BUS</a:t>
            </a:r>
          </a:p>
          <a:p>
            <a:pPr>
              <a:buNone/>
            </a:pPr>
            <a:r>
              <a:rPr lang="en-US" sz="1400">
                <a:solidFill>
                  <a:srgbClr val="C4B5FD"/>
                </a:solidFill>
                <a:effectLst/>
                <a:latin typeface="Consolas" panose="020B0609020204030204" pitchFamily="49" charset="0"/>
              </a:rPr>
              <a:t> </a:t>
            </a:r>
            <a:endParaRPr lang="en-US"/>
          </a:p>
        </p:txBody>
      </p:sp>
      <p:sp>
        <p:nvSpPr>
          <p:cNvPr id="116795" name="Rectangle 116794">
            <a:extLst>
              <a:ext uri="{FF2B5EF4-FFF2-40B4-BE49-F238E27FC236}">
                <a16:creationId xmlns:a16="http://schemas.microsoft.com/office/drawing/2014/main" id="{DB7CA3CD-CCDA-7CF9-1FA5-16DAE1FA7667}"/>
              </a:ext>
            </a:extLst>
          </p:cNvPr>
          <p:cNvSpPr/>
          <p:nvPr/>
        </p:nvSpPr>
        <p:spPr>
          <a:xfrm>
            <a:off x="6871716" y="2484120"/>
            <a:ext cx="8229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SDA</a:t>
            </a:r>
          </a:p>
          <a:p>
            <a:pPr>
              <a:buNone/>
            </a:pPr>
            <a:r>
              <a:rPr lang="en-US" sz="1400">
                <a:solidFill>
                  <a:srgbClr val="CBD5E1"/>
                </a:solidFill>
                <a:effectLst/>
                <a:latin typeface="Calibri" panose="020F0502020204030204" pitchFamily="34" charset="0"/>
              </a:rPr>
              <a:t> </a:t>
            </a:r>
            <a:endParaRPr lang="en-US"/>
          </a:p>
        </p:txBody>
      </p:sp>
      <p:sp>
        <p:nvSpPr>
          <p:cNvPr id="116906" name="Rectangle 116905">
            <a:extLst>
              <a:ext uri="{FF2B5EF4-FFF2-40B4-BE49-F238E27FC236}">
                <a16:creationId xmlns:a16="http://schemas.microsoft.com/office/drawing/2014/main" id="{BE8332A1-828C-4032-F12C-41AA98C01C8B}"/>
              </a:ext>
            </a:extLst>
          </p:cNvPr>
          <p:cNvSpPr/>
          <p:nvPr/>
        </p:nvSpPr>
        <p:spPr>
          <a:xfrm>
            <a:off x="6871716" y="2849880"/>
            <a:ext cx="8229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SCL</a:t>
            </a:r>
          </a:p>
          <a:p>
            <a:pPr>
              <a:buNone/>
            </a:pPr>
            <a:r>
              <a:rPr lang="en-US" sz="1400">
                <a:solidFill>
                  <a:srgbClr val="CBD5E1"/>
                </a:solidFill>
                <a:effectLst/>
                <a:latin typeface="Calibri" panose="020F0502020204030204" pitchFamily="34" charset="0"/>
              </a:rPr>
              <a:t> </a:t>
            </a:r>
            <a:endParaRPr lang="en-US"/>
          </a:p>
        </p:txBody>
      </p:sp>
      <p:sp>
        <p:nvSpPr>
          <p:cNvPr id="117018" name="Rectangle 117017">
            <a:extLst>
              <a:ext uri="{FF2B5EF4-FFF2-40B4-BE49-F238E27FC236}">
                <a16:creationId xmlns:a16="http://schemas.microsoft.com/office/drawing/2014/main" id="{43EBD0E1-D2CC-38A8-65EB-6828C4437218}"/>
              </a:ext>
            </a:extLst>
          </p:cNvPr>
          <p:cNvSpPr/>
          <p:nvPr/>
        </p:nvSpPr>
        <p:spPr>
          <a:xfrm>
            <a:off x="4357116" y="3444240"/>
            <a:ext cx="3474720" cy="73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WIRES · 2 (SDA, SCL), shared</a:t>
            </a:r>
          </a:p>
          <a:p>
            <a:pPr>
              <a:buNone/>
            </a:pPr>
            <a:r>
              <a:rPr lang="en-US" sz="1400">
                <a:solidFill>
                  <a:srgbClr val="F8FAFC"/>
                </a:solidFill>
                <a:effectLst/>
                <a:latin typeface="Calibri" panose="020F0502020204030204" pitchFamily="34" charset="0"/>
              </a:rPr>
              <a:t>USE · many addressed devices</a:t>
            </a:r>
          </a:p>
          <a:p>
            <a:pPr>
              <a:buNone/>
            </a:pPr>
            <a:r>
              <a:rPr lang="en-US" sz="1400">
                <a:solidFill>
                  <a:srgbClr val="F8FAFC"/>
                </a:solidFill>
                <a:effectLst/>
                <a:latin typeface="Calibri" panose="020F0502020204030204" pitchFamily="34" charset="0"/>
              </a:rPr>
              <a:t>KIT · OLED / LCD adapter</a:t>
            </a:r>
            <a:endParaRPr lang="en-US"/>
          </a:p>
        </p:txBody>
      </p:sp>
      <p:sp>
        <p:nvSpPr>
          <p:cNvPr id="117131" name="Rectangle 117130">
            <a:extLst>
              <a:ext uri="{FF2B5EF4-FFF2-40B4-BE49-F238E27FC236}">
                <a16:creationId xmlns:a16="http://schemas.microsoft.com/office/drawing/2014/main" id="{82CB4E14-BD5E-2D9C-004D-ED2E697106DA}"/>
              </a:ext>
            </a:extLst>
          </p:cNvPr>
          <p:cNvSpPr/>
          <p:nvPr/>
        </p:nvSpPr>
        <p:spPr>
          <a:xfrm>
            <a:off x="8165592" y="2118360"/>
            <a:ext cx="34747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4B5FD"/>
                </a:solidFill>
                <a:effectLst/>
                <a:latin typeface="Consolas" panose="020B0609020204030204" pitchFamily="49" charset="0"/>
              </a:rPr>
              <a:t>SPI · THE EXPRESS LANE</a:t>
            </a:r>
          </a:p>
          <a:p>
            <a:pPr>
              <a:buNone/>
            </a:pPr>
            <a:r>
              <a:rPr lang="en-US" sz="1400">
                <a:solidFill>
                  <a:srgbClr val="C4B5FD"/>
                </a:solidFill>
                <a:effectLst/>
                <a:latin typeface="Consolas" panose="020B0609020204030204" pitchFamily="49" charset="0"/>
              </a:rPr>
              <a:t> </a:t>
            </a:r>
            <a:endParaRPr lang="en-US"/>
          </a:p>
        </p:txBody>
      </p:sp>
      <p:sp>
        <p:nvSpPr>
          <p:cNvPr id="117245" name="Rectangle 117244">
            <a:extLst>
              <a:ext uri="{FF2B5EF4-FFF2-40B4-BE49-F238E27FC236}">
                <a16:creationId xmlns:a16="http://schemas.microsoft.com/office/drawing/2014/main" id="{6D2B9F29-00D3-1E3F-E3AE-658ADB801A36}"/>
              </a:ext>
            </a:extLst>
          </p:cNvPr>
          <p:cNvSpPr/>
          <p:nvPr/>
        </p:nvSpPr>
        <p:spPr>
          <a:xfrm>
            <a:off x="8165592" y="3444240"/>
            <a:ext cx="3474720" cy="73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WIRES · 4 (SCK, MOSI, MISO, CS)</a:t>
            </a:r>
          </a:p>
          <a:p>
            <a:pPr>
              <a:buNone/>
            </a:pPr>
            <a:r>
              <a:rPr lang="en-US" sz="1400">
                <a:solidFill>
                  <a:srgbClr val="F8FAFC"/>
                </a:solidFill>
                <a:effectLst/>
                <a:latin typeface="Calibri" panose="020F0502020204030204" pitchFamily="34" charset="0"/>
              </a:rPr>
              <a:t>USE · fast displays, SD cards</a:t>
            </a:r>
          </a:p>
          <a:p>
            <a:pPr>
              <a:buNone/>
            </a:pPr>
            <a:r>
              <a:rPr lang="en-US" sz="1400">
                <a:solidFill>
                  <a:srgbClr val="F8FAFC"/>
                </a:solidFill>
                <a:effectLst/>
                <a:latin typeface="Calibri" panose="020F0502020204030204" pitchFamily="34" charset="0"/>
              </a:rPr>
              <a:t>KIT · SPI display, if supplied</a:t>
            </a:r>
            <a:endParaRPr lang="en-US"/>
          </a:p>
        </p:txBody>
      </p:sp>
      <p:sp>
        <p:nvSpPr>
          <p:cNvPr id="117360" name="Rectangle 117359">
            <a:extLst>
              <a:ext uri="{FF2B5EF4-FFF2-40B4-BE49-F238E27FC236}">
                <a16:creationId xmlns:a16="http://schemas.microsoft.com/office/drawing/2014/main" id="{0C243AA8-1BA7-B64F-C15A-188BE191B164}"/>
              </a:ext>
            </a:extLst>
          </p:cNvPr>
          <p:cNvSpPr/>
          <p:nvPr/>
        </p:nvSpPr>
        <p:spPr>
          <a:xfrm>
            <a:off x="548640" y="4770120"/>
            <a:ext cx="36576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4B5FD"/>
                </a:solidFill>
                <a:effectLst/>
                <a:latin typeface="Consolas" panose="020B0609020204030204" pitchFamily="49" charset="0"/>
              </a:rPr>
              <a:t>WIRELESS</a:t>
            </a:r>
          </a:p>
          <a:p>
            <a:pPr>
              <a:buNone/>
            </a:pPr>
            <a:r>
              <a:rPr lang="en-US" sz="1400">
                <a:solidFill>
                  <a:srgbClr val="C4B5FD"/>
                </a:solidFill>
                <a:effectLst/>
                <a:latin typeface="Consolas" panose="020B0609020204030204" pitchFamily="49" charset="0"/>
              </a:rPr>
              <a:t> </a:t>
            </a:r>
            <a:endParaRPr lang="en-US"/>
          </a:p>
        </p:txBody>
      </p:sp>
      <p:sp>
        <p:nvSpPr>
          <p:cNvPr id="117476" name="Rectangle 117475">
            <a:extLst>
              <a:ext uri="{FF2B5EF4-FFF2-40B4-BE49-F238E27FC236}">
                <a16:creationId xmlns:a16="http://schemas.microsoft.com/office/drawing/2014/main" id="{4C7EF7DE-ACA5-C4FC-146C-D9CD170315F6}"/>
              </a:ext>
            </a:extLst>
          </p:cNvPr>
          <p:cNvSpPr/>
          <p:nvPr/>
        </p:nvSpPr>
        <p:spPr>
          <a:xfrm>
            <a:off x="548640" y="5044440"/>
            <a:ext cx="1109167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Wi-Fi: link to a web page or cloud service. Bluetooth: pair with nearby devices.</a:t>
            </a:r>
          </a:p>
          <a:p>
            <a:pPr>
              <a:buNone/>
            </a:pPr>
            <a:r>
              <a:rPr lang="en-US" sz="1600">
                <a:solidFill>
                  <a:srgbClr val="F8FAFC"/>
                </a:solidFill>
                <a:effectLst/>
                <a:latin typeface="Calibri" panose="020F0502020204030204" pitchFamily="34" charset="0"/>
              </a:rPr>
              <a:t>Radio support varies by ESP32 variant.</a:t>
            </a:r>
            <a:endParaRPr lang="en-US"/>
          </a:p>
        </p:txBody>
      </p:sp>
      <p:sp>
        <p:nvSpPr>
          <p:cNvPr id="117593" name="Rectangle 117592">
            <a:extLst>
              <a:ext uri="{FF2B5EF4-FFF2-40B4-BE49-F238E27FC236}">
                <a16:creationId xmlns:a16="http://schemas.microsoft.com/office/drawing/2014/main" id="{3904C634-50BD-8BF6-6214-F07FFC441CCF}"/>
              </a:ext>
            </a:extLst>
          </p:cNvPr>
          <p:cNvSpPr/>
          <p:nvPr/>
        </p:nvSpPr>
        <p:spPr>
          <a:xfrm>
            <a:off x="548640" y="5879592"/>
            <a:ext cx="1109167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*Counts exclude power and ground. **Many boards route Serial over USB through a bridge chip.</a:t>
            </a:r>
          </a:p>
          <a:p>
            <a:pPr>
              <a:buNone/>
            </a:pPr>
            <a:r>
              <a:rPr lang="en-US" sz="1400">
                <a:solidFill>
                  <a:srgbClr val="CBD5E1"/>
                </a:solidFill>
                <a:effectLst/>
                <a:latin typeface="Calibri" panose="020F0502020204030204" pitchFamily="34" charset="0"/>
              </a:rPr>
              <a:t> </a:t>
            </a:r>
            <a:endParaRPr lang="en-US"/>
          </a:p>
        </p:txBody>
      </p:sp>
    </p:spTree>
    <p:extLst>
      <p:ext uri="{BB962C8B-B14F-4D97-AF65-F5344CB8AC3E}">
        <p14:creationId xmlns:p14="http://schemas.microsoft.com/office/powerpoint/2010/main" val="2234436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117629" name="Rectangle 117628">
            <a:extLst>
              <a:ext uri="{FF2B5EF4-FFF2-40B4-BE49-F238E27FC236}">
                <a16:creationId xmlns:a16="http://schemas.microsoft.com/office/drawing/2014/main" id="{046FEECF-C465-437F-53E4-0505F489CBDF}"/>
              </a:ext>
            </a:extLst>
          </p:cNvPr>
          <p:cNvSpPr/>
          <p:nvPr/>
        </p:nvSpPr>
        <p:spPr>
          <a:xfrm>
            <a:off x="548640" y="621792"/>
            <a:ext cx="457200" cy="41148"/>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7666" name="Rectangle 117665">
            <a:extLst>
              <a:ext uri="{FF2B5EF4-FFF2-40B4-BE49-F238E27FC236}">
                <a16:creationId xmlns:a16="http://schemas.microsoft.com/office/drawing/2014/main" id="{39FE3C0E-013C-4369-E300-3892F8B1A44A}"/>
              </a:ext>
            </a:extLst>
          </p:cNvPr>
          <p:cNvSpPr/>
          <p:nvPr/>
        </p:nvSpPr>
        <p:spPr>
          <a:xfrm>
            <a:off x="548640" y="2164080"/>
            <a:ext cx="1874520" cy="137160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7704" name="Rectangle 117703">
            <a:extLst>
              <a:ext uri="{FF2B5EF4-FFF2-40B4-BE49-F238E27FC236}">
                <a16:creationId xmlns:a16="http://schemas.microsoft.com/office/drawing/2014/main" id="{51D28818-0447-0E99-78A4-7F7A40AE07E3}"/>
              </a:ext>
            </a:extLst>
          </p:cNvPr>
          <p:cNvSpPr/>
          <p:nvPr/>
        </p:nvSpPr>
        <p:spPr>
          <a:xfrm>
            <a:off x="548640" y="2164080"/>
            <a:ext cx="64008" cy="1371600"/>
          </a:xfrm>
          <a:prstGeom prst="rect">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7743" name="Arrow: Right 117742">
            <a:extLst>
              <a:ext uri="{FF2B5EF4-FFF2-40B4-BE49-F238E27FC236}">
                <a16:creationId xmlns:a16="http://schemas.microsoft.com/office/drawing/2014/main" id="{C2E0BF14-C49C-920D-3972-CD39A89CA573}"/>
              </a:ext>
            </a:extLst>
          </p:cNvPr>
          <p:cNvSpPr/>
          <p:nvPr/>
        </p:nvSpPr>
        <p:spPr>
          <a:xfrm>
            <a:off x="2478024" y="2749296"/>
            <a:ext cx="320040" cy="182880"/>
          </a:xfrm>
          <a:prstGeom prst="rightArrow">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7783" name="Rectangle 117782">
            <a:extLst>
              <a:ext uri="{FF2B5EF4-FFF2-40B4-BE49-F238E27FC236}">
                <a16:creationId xmlns:a16="http://schemas.microsoft.com/office/drawing/2014/main" id="{82E1F26E-6BB1-9C18-47C0-3EBAC8CE0AE4}"/>
              </a:ext>
            </a:extLst>
          </p:cNvPr>
          <p:cNvSpPr/>
          <p:nvPr/>
        </p:nvSpPr>
        <p:spPr>
          <a:xfrm>
            <a:off x="2852928" y="2164080"/>
            <a:ext cx="1874520" cy="137160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7824" name="Rectangle 117823">
            <a:extLst>
              <a:ext uri="{FF2B5EF4-FFF2-40B4-BE49-F238E27FC236}">
                <a16:creationId xmlns:a16="http://schemas.microsoft.com/office/drawing/2014/main" id="{2C499EE5-5F01-2F3E-608F-D48BB7AB416A}"/>
              </a:ext>
            </a:extLst>
          </p:cNvPr>
          <p:cNvSpPr/>
          <p:nvPr/>
        </p:nvSpPr>
        <p:spPr>
          <a:xfrm>
            <a:off x="2852928" y="2164080"/>
            <a:ext cx="64008" cy="1371600"/>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7866" name="Arrow: Right 117865">
            <a:extLst>
              <a:ext uri="{FF2B5EF4-FFF2-40B4-BE49-F238E27FC236}">
                <a16:creationId xmlns:a16="http://schemas.microsoft.com/office/drawing/2014/main" id="{29BDDDDF-599B-E05F-FAC5-E9D0F7BE68B0}"/>
              </a:ext>
            </a:extLst>
          </p:cNvPr>
          <p:cNvSpPr/>
          <p:nvPr/>
        </p:nvSpPr>
        <p:spPr>
          <a:xfrm>
            <a:off x="4782312" y="2749296"/>
            <a:ext cx="320040" cy="182880"/>
          </a:xfrm>
          <a:prstGeom prst="rightArrow">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7909" name="Rectangle 117908">
            <a:extLst>
              <a:ext uri="{FF2B5EF4-FFF2-40B4-BE49-F238E27FC236}">
                <a16:creationId xmlns:a16="http://schemas.microsoft.com/office/drawing/2014/main" id="{8E650CB1-F636-86ED-1E97-DC49408DB7FC}"/>
              </a:ext>
            </a:extLst>
          </p:cNvPr>
          <p:cNvSpPr/>
          <p:nvPr/>
        </p:nvSpPr>
        <p:spPr>
          <a:xfrm>
            <a:off x="5157216" y="2164080"/>
            <a:ext cx="1874520" cy="137160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7953" name="Rectangle 117952">
            <a:extLst>
              <a:ext uri="{FF2B5EF4-FFF2-40B4-BE49-F238E27FC236}">
                <a16:creationId xmlns:a16="http://schemas.microsoft.com/office/drawing/2014/main" id="{A8979AE8-D851-668B-CEFC-438256C5AEEA}"/>
              </a:ext>
            </a:extLst>
          </p:cNvPr>
          <p:cNvSpPr/>
          <p:nvPr/>
        </p:nvSpPr>
        <p:spPr>
          <a:xfrm>
            <a:off x="5157216" y="2164080"/>
            <a:ext cx="64008" cy="1371600"/>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7998" name="Arrow: Right 117997">
            <a:extLst>
              <a:ext uri="{FF2B5EF4-FFF2-40B4-BE49-F238E27FC236}">
                <a16:creationId xmlns:a16="http://schemas.microsoft.com/office/drawing/2014/main" id="{E48CCB66-51F2-AF41-54B7-79659F334756}"/>
              </a:ext>
            </a:extLst>
          </p:cNvPr>
          <p:cNvSpPr/>
          <p:nvPr/>
        </p:nvSpPr>
        <p:spPr>
          <a:xfrm>
            <a:off x="7086600" y="2749296"/>
            <a:ext cx="320040" cy="182880"/>
          </a:xfrm>
          <a:prstGeom prst="rightArrow">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8044" name="Rectangle 118043">
            <a:extLst>
              <a:ext uri="{FF2B5EF4-FFF2-40B4-BE49-F238E27FC236}">
                <a16:creationId xmlns:a16="http://schemas.microsoft.com/office/drawing/2014/main" id="{5180B4C7-D31E-70C5-C14C-0E3028067FDE}"/>
              </a:ext>
            </a:extLst>
          </p:cNvPr>
          <p:cNvSpPr/>
          <p:nvPr/>
        </p:nvSpPr>
        <p:spPr>
          <a:xfrm>
            <a:off x="7461504" y="2164080"/>
            <a:ext cx="1874520" cy="137160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8091" name="Rectangle 118090">
            <a:extLst>
              <a:ext uri="{FF2B5EF4-FFF2-40B4-BE49-F238E27FC236}">
                <a16:creationId xmlns:a16="http://schemas.microsoft.com/office/drawing/2014/main" id="{D4ED7146-A15B-8384-E99D-EF1E82F93AEC}"/>
              </a:ext>
            </a:extLst>
          </p:cNvPr>
          <p:cNvSpPr/>
          <p:nvPr/>
        </p:nvSpPr>
        <p:spPr>
          <a:xfrm>
            <a:off x="7461504" y="2164080"/>
            <a:ext cx="64008" cy="1371600"/>
          </a:xfrm>
          <a:prstGeom prst="rect">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8139" name="Arrow: Right 118138">
            <a:extLst>
              <a:ext uri="{FF2B5EF4-FFF2-40B4-BE49-F238E27FC236}">
                <a16:creationId xmlns:a16="http://schemas.microsoft.com/office/drawing/2014/main" id="{C7DA9DBE-AC10-DF31-C6A4-CB55D0AC3A50}"/>
              </a:ext>
            </a:extLst>
          </p:cNvPr>
          <p:cNvSpPr/>
          <p:nvPr/>
        </p:nvSpPr>
        <p:spPr>
          <a:xfrm>
            <a:off x="9390888" y="2749296"/>
            <a:ext cx="320040" cy="182880"/>
          </a:xfrm>
          <a:prstGeom prst="rightArrow">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8188" name="Rectangle 118187">
            <a:extLst>
              <a:ext uri="{FF2B5EF4-FFF2-40B4-BE49-F238E27FC236}">
                <a16:creationId xmlns:a16="http://schemas.microsoft.com/office/drawing/2014/main" id="{23080220-9946-B7B0-263C-C986AE1E95E1}"/>
              </a:ext>
            </a:extLst>
          </p:cNvPr>
          <p:cNvSpPr/>
          <p:nvPr/>
        </p:nvSpPr>
        <p:spPr>
          <a:xfrm>
            <a:off x="9765792" y="2164080"/>
            <a:ext cx="1874520" cy="137160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8238" name="Rectangle 118237">
            <a:extLst>
              <a:ext uri="{FF2B5EF4-FFF2-40B4-BE49-F238E27FC236}">
                <a16:creationId xmlns:a16="http://schemas.microsoft.com/office/drawing/2014/main" id="{70B095F7-CB64-2461-EE51-70B1AAA7FF80}"/>
              </a:ext>
            </a:extLst>
          </p:cNvPr>
          <p:cNvSpPr/>
          <p:nvPr/>
        </p:nvSpPr>
        <p:spPr>
          <a:xfrm>
            <a:off x="9765792" y="2164080"/>
            <a:ext cx="64008" cy="1371600"/>
          </a:xfrm>
          <a:prstGeom prst="rect">
            <a:avLst/>
          </a:prstGeom>
          <a:solidFill>
            <a:srgbClr val="86EFA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8289" name="Rectangle 118288">
            <a:extLst>
              <a:ext uri="{FF2B5EF4-FFF2-40B4-BE49-F238E27FC236}">
                <a16:creationId xmlns:a16="http://schemas.microsoft.com/office/drawing/2014/main" id="{ADBD44C5-2126-5D71-5CA3-3DFD8F605F8D}"/>
              </a:ext>
            </a:extLst>
          </p:cNvPr>
          <p:cNvSpPr/>
          <p:nvPr/>
        </p:nvSpPr>
        <p:spPr>
          <a:xfrm>
            <a:off x="548640" y="3901440"/>
            <a:ext cx="5394960" cy="118872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8341" name="Rectangle 118340">
            <a:extLst>
              <a:ext uri="{FF2B5EF4-FFF2-40B4-BE49-F238E27FC236}">
                <a16:creationId xmlns:a16="http://schemas.microsoft.com/office/drawing/2014/main" id="{3585F4C7-D51E-18F8-4AC8-9AE4B5EFF4E7}"/>
              </a:ext>
            </a:extLst>
          </p:cNvPr>
          <p:cNvSpPr/>
          <p:nvPr/>
        </p:nvSpPr>
        <p:spPr>
          <a:xfrm>
            <a:off x="6245352" y="3901440"/>
            <a:ext cx="5394960" cy="118872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8394" name="Rectangle 118393">
            <a:extLst>
              <a:ext uri="{FF2B5EF4-FFF2-40B4-BE49-F238E27FC236}">
                <a16:creationId xmlns:a16="http://schemas.microsoft.com/office/drawing/2014/main" id="{5D04F32F-9629-7AC3-4164-34D3839CBB8B}"/>
              </a:ext>
            </a:extLst>
          </p:cNvPr>
          <p:cNvSpPr/>
          <p:nvPr/>
        </p:nvSpPr>
        <p:spPr>
          <a:xfrm>
            <a:off x="1143000" y="411480"/>
            <a:ext cx="8595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PART 8 · COMPILATION PROCESS
 </a:t>
            </a:r>
            <a:endParaRPr lang="en-US"/>
          </a:p>
        </p:txBody>
      </p:sp>
      <p:sp>
        <p:nvSpPr>
          <p:cNvPr id="118448" name="Rectangle 118447">
            <a:extLst>
              <a:ext uri="{FF2B5EF4-FFF2-40B4-BE49-F238E27FC236}">
                <a16:creationId xmlns:a16="http://schemas.microsoft.com/office/drawing/2014/main" id="{C7CAE408-FD3F-02E9-EB77-7CEAA81938FE}"/>
              </a:ext>
            </a:extLst>
          </p:cNvPr>
          <p:cNvSpPr/>
          <p:nvPr/>
        </p:nvSpPr>
        <p:spPr>
          <a:xfrm>
            <a:off x="10515600" y="411480"/>
            <a:ext cx="1124712"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onsolas" panose="020B0609020204030204" pitchFamily="49" charset="0"/>
              </a:rPr>
              <a:t>15 / 19</a:t>
            </a:r>
            <a:endParaRPr lang="en-US"/>
          </a:p>
        </p:txBody>
      </p:sp>
      <p:sp>
        <p:nvSpPr>
          <p:cNvPr id="118503" name="Rectangle 118502">
            <a:extLst>
              <a:ext uri="{FF2B5EF4-FFF2-40B4-BE49-F238E27FC236}">
                <a16:creationId xmlns:a16="http://schemas.microsoft.com/office/drawing/2014/main" id="{D575B899-39C3-4F82-D4DD-B1CAB181A8B0}"/>
              </a:ext>
            </a:extLst>
          </p:cNvPr>
          <p:cNvSpPr/>
          <p:nvPr/>
        </p:nvSpPr>
        <p:spPr>
          <a:xfrm>
            <a:off x="548640" y="822960"/>
            <a:ext cx="11091672"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3200">
                <a:solidFill>
                  <a:srgbClr val="F8FAFC"/>
                </a:solidFill>
                <a:effectLst/>
                <a:latin typeface="Calibri" panose="020F0502020204030204" pitchFamily="34" charset="0"/>
              </a:rPr>
              <a:t>Your text becomes machine instructions</a:t>
            </a:r>
          </a:p>
          <a:p>
            <a:pPr>
              <a:buNone/>
            </a:pPr>
            <a:r>
              <a:rPr lang="en-US" sz="3200">
                <a:solidFill>
                  <a:srgbClr val="F8FAFC"/>
                </a:solidFill>
                <a:effectLst/>
                <a:latin typeface="Calibri" panose="020F0502020204030204" pitchFamily="34" charset="0"/>
              </a:rPr>
              <a:t>before the ESP32 can run it.</a:t>
            </a:r>
            <a:endParaRPr lang="en-US"/>
          </a:p>
        </p:txBody>
      </p:sp>
      <p:sp>
        <p:nvSpPr>
          <p:cNvPr id="118559" name="Rectangle 118558">
            <a:extLst>
              <a:ext uri="{FF2B5EF4-FFF2-40B4-BE49-F238E27FC236}">
                <a16:creationId xmlns:a16="http://schemas.microsoft.com/office/drawing/2014/main" id="{0C23EC06-508B-D610-14EA-399FB8B25676}"/>
              </a:ext>
            </a:extLst>
          </p:cNvPr>
          <p:cNvSpPr/>
          <p:nvPr/>
        </p:nvSpPr>
        <p:spPr>
          <a:xfrm>
            <a:off x="777240" y="2209800"/>
            <a:ext cx="15087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01 SOURCE</a:t>
            </a:r>
          </a:p>
          <a:p>
            <a:pPr>
              <a:buNone/>
            </a:pPr>
            <a:r>
              <a:rPr lang="en-US" sz="1400">
                <a:solidFill>
                  <a:srgbClr val="67E8F9"/>
                </a:solidFill>
                <a:effectLst/>
                <a:latin typeface="Consolas" panose="020B0609020204030204" pitchFamily="49" charset="0"/>
              </a:rPr>
              <a:t> </a:t>
            </a:r>
            <a:endParaRPr lang="en-US"/>
          </a:p>
        </p:txBody>
      </p:sp>
      <p:sp>
        <p:nvSpPr>
          <p:cNvPr id="118616" name="Rectangle 118615">
            <a:extLst>
              <a:ext uri="{FF2B5EF4-FFF2-40B4-BE49-F238E27FC236}">
                <a16:creationId xmlns:a16="http://schemas.microsoft.com/office/drawing/2014/main" id="{535C8B6A-3C21-459E-9891-60D2EABB8B56}"/>
              </a:ext>
            </a:extLst>
          </p:cNvPr>
          <p:cNvSpPr/>
          <p:nvPr/>
        </p:nvSpPr>
        <p:spPr>
          <a:xfrm>
            <a:off x="777240" y="2529840"/>
            <a:ext cx="1508760"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Your sketch: readable text</a:t>
            </a:r>
          </a:p>
          <a:p>
            <a:pPr>
              <a:buNone/>
            </a:pPr>
            <a:r>
              <a:rPr lang="en-US" sz="1400">
                <a:solidFill>
                  <a:srgbClr val="F8FAFC"/>
                </a:solidFill>
                <a:effectLst/>
                <a:latin typeface="Calibri" panose="020F0502020204030204" pitchFamily="34" charset="0"/>
              </a:rPr>
              <a:t> </a:t>
            </a:r>
            <a:endParaRPr lang="en-US"/>
          </a:p>
        </p:txBody>
      </p:sp>
      <p:sp>
        <p:nvSpPr>
          <p:cNvPr id="118674" name="Rectangle 118673">
            <a:extLst>
              <a:ext uri="{FF2B5EF4-FFF2-40B4-BE49-F238E27FC236}">
                <a16:creationId xmlns:a16="http://schemas.microsoft.com/office/drawing/2014/main" id="{E91285B8-DF21-59C5-9288-64F92E99E5F5}"/>
              </a:ext>
            </a:extLst>
          </p:cNvPr>
          <p:cNvSpPr/>
          <p:nvPr/>
        </p:nvSpPr>
        <p:spPr>
          <a:xfrm>
            <a:off x="3081528" y="2209800"/>
            <a:ext cx="15087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DBA74"/>
                </a:solidFill>
                <a:effectLst/>
                <a:latin typeface="Consolas" panose="020B0609020204030204" pitchFamily="49" charset="0"/>
              </a:rPr>
              <a:t>02 COMPILE</a:t>
            </a:r>
          </a:p>
          <a:p>
            <a:pPr>
              <a:buNone/>
            </a:pPr>
            <a:r>
              <a:rPr lang="en-US" sz="1400">
                <a:solidFill>
                  <a:srgbClr val="FDBA74"/>
                </a:solidFill>
                <a:effectLst/>
                <a:latin typeface="Consolas" panose="020B0609020204030204" pitchFamily="49" charset="0"/>
              </a:rPr>
              <a:t> </a:t>
            </a:r>
            <a:endParaRPr lang="en-US"/>
          </a:p>
        </p:txBody>
      </p:sp>
      <p:sp>
        <p:nvSpPr>
          <p:cNvPr id="118733" name="Rectangle 118732">
            <a:extLst>
              <a:ext uri="{FF2B5EF4-FFF2-40B4-BE49-F238E27FC236}">
                <a16:creationId xmlns:a16="http://schemas.microsoft.com/office/drawing/2014/main" id="{8C79C908-84DB-30F7-908C-BD1EAE7AC51B}"/>
              </a:ext>
            </a:extLst>
          </p:cNvPr>
          <p:cNvSpPr/>
          <p:nvPr/>
        </p:nvSpPr>
        <p:spPr>
          <a:xfrm>
            <a:off x="3081528" y="2529840"/>
            <a:ext cx="1508760"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Toolchain translates + links</a:t>
            </a:r>
          </a:p>
          <a:p>
            <a:pPr>
              <a:buNone/>
            </a:pPr>
            <a:r>
              <a:rPr lang="en-US" sz="1400">
                <a:solidFill>
                  <a:srgbClr val="F8FAFC"/>
                </a:solidFill>
                <a:effectLst/>
                <a:latin typeface="Calibri" panose="020F0502020204030204" pitchFamily="34" charset="0"/>
              </a:rPr>
              <a:t> </a:t>
            </a:r>
            <a:endParaRPr lang="en-US"/>
          </a:p>
        </p:txBody>
      </p:sp>
      <p:sp>
        <p:nvSpPr>
          <p:cNvPr id="118793" name="Rectangle 118792">
            <a:extLst>
              <a:ext uri="{FF2B5EF4-FFF2-40B4-BE49-F238E27FC236}">
                <a16:creationId xmlns:a16="http://schemas.microsoft.com/office/drawing/2014/main" id="{686929D2-5B7D-12EA-C919-D475567754F1}"/>
              </a:ext>
            </a:extLst>
          </p:cNvPr>
          <p:cNvSpPr/>
          <p:nvPr/>
        </p:nvSpPr>
        <p:spPr>
          <a:xfrm>
            <a:off x="5385816" y="2209800"/>
            <a:ext cx="15087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DBA74"/>
                </a:solidFill>
                <a:effectLst/>
                <a:latin typeface="Consolas" panose="020B0609020204030204" pitchFamily="49" charset="0"/>
              </a:rPr>
              <a:t>03 BINARY</a:t>
            </a:r>
          </a:p>
          <a:p>
            <a:pPr>
              <a:buNone/>
            </a:pPr>
            <a:r>
              <a:rPr lang="en-US" sz="1400">
                <a:solidFill>
                  <a:srgbClr val="FDBA74"/>
                </a:solidFill>
                <a:effectLst/>
                <a:latin typeface="Consolas" panose="020B0609020204030204" pitchFamily="49" charset="0"/>
              </a:rPr>
              <a:t> </a:t>
            </a:r>
            <a:endParaRPr lang="en-US"/>
          </a:p>
        </p:txBody>
      </p:sp>
      <p:sp>
        <p:nvSpPr>
          <p:cNvPr id="118854" name="Rectangle 118853">
            <a:extLst>
              <a:ext uri="{FF2B5EF4-FFF2-40B4-BE49-F238E27FC236}">
                <a16:creationId xmlns:a16="http://schemas.microsoft.com/office/drawing/2014/main" id="{2F5647AC-FD48-0A9E-DE09-10925F38049F}"/>
              </a:ext>
            </a:extLst>
          </p:cNvPr>
          <p:cNvSpPr/>
          <p:nvPr/>
        </p:nvSpPr>
        <p:spPr>
          <a:xfrm>
            <a:off x="5385816" y="2529840"/>
            <a:ext cx="1508760" cy="10058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Machine code for the ESP32 cores</a:t>
            </a:r>
          </a:p>
          <a:p>
            <a:pPr>
              <a:buNone/>
            </a:pPr>
            <a:r>
              <a:rPr lang="en-US" sz="1400">
                <a:solidFill>
                  <a:srgbClr val="F8FAFC"/>
                </a:solidFill>
                <a:effectLst/>
                <a:latin typeface="Calibri" panose="020F0502020204030204" pitchFamily="34" charset="0"/>
              </a:rPr>
              <a:t> </a:t>
            </a:r>
            <a:endParaRPr lang="en-US"/>
          </a:p>
        </p:txBody>
      </p:sp>
      <p:sp>
        <p:nvSpPr>
          <p:cNvPr id="118916" name="Rectangle 118915">
            <a:extLst>
              <a:ext uri="{FF2B5EF4-FFF2-40B4-BE49-F238E27FC236}">
                <a16:creationId xmlns:a16="http://schemas.microsoft.com/office/drawing/2014/main" id="{D09ADB96-6CBD-5A44-66C0-FCA605A2E183}"/>
              </a:ext>
            </a:extLst>
          </p:cNvPr>
          <p:cNvSpPr/>
          <p:nvPr/>
        </p:nvSpPr>
        <p:spPr>
          <a:xfrm>
            <a:off x="7690104" y="2209800"/>
            <a:ext cx="15087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4B5FD"/>
                </a:solidFill>
                <a:effectLst/>
                <a:latin typeface="Consolas" panose="020B0609020204030204" pitchFamily="49" charset="0"/>
              </a:rPr>
              <a:t>04 UPLOAD</a:t>
            </a:r>
          </a:p>
          <a:p>
            <a:pPr>
              <a:buNone/>
            </a:pPr>
            <a:r>
              <a:rPr lang="en-US" sz="1400">
                <a:solidFill>
                  <a:srgbClr val="C4B5FD"/>
                </a:solidFill>
                <a:effectLst/>
                <a:latin typeface="Consolas" panose="020B0609020204030204" pitchFamily="49" charset="0"/>
              </a:rPr>
              <a:t> </a:t>
            </a:r>
            <a:endParaRPr lang="en-US"/>
          </a:p>
        </p:txBody>
      </p:sp>
      <p:sp>
        <p:nvSpPr>
          <p:cNvPr id="118979" name="Rectangle 118978">
            <a:extLst>
              <a:ext uri="{FF2B5EF4-FFF2-40B4-BE49-F238E27FC236}">
                <a16:creationId xmlns:a16="http://schemas.microsoft.com/office/drawing/2014/main" id="{89756CF5-41A9-6D30-DCA9-F4F70B6C5DB2}"/>
              </a:ext>
            </a:extLst>
          </p:cNvPr>
          <p:cNvSpPr/>
          <p:nvPr/>
        </p:nvSpPr>
        <p:spPr>
          <a:xfrm>
            <a:off x="7690104" y="2529840"/>
            <a:ext cx="1508760"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Sent over USB into flash</a:t>
            </a:r>
          </a:p>
          <a:p>
            <a:pPr>
              <a:buNone/>
            </a:pPr>
            <a:r>
              <a:rPr lang="en-US" sz="1400">
                <a:solidFill>
                  <a:srgbClr val="F8FAFC"/>
                </a:solidFill>
                <a:effectLst/>
                <a:latin typeface="Calibri" panose="020F0502020204030204" pitchFamily="34" charset="0"/>
              </a:rPr>
              <a:t> </a:t>
            </a:r>
            <a:endParaRPr lang="en-US"/>
          </a:p>
        </p:txBody>
      </p:sp>
      <p:sp>
        <p:nvSpPr>
          <p:cNvPr id="119043" name="Rectangle 119042">
            <a:extLst>
              <a:ext uri="{FF2B5EF4-FFF2-40B4-BE49-F238E27FC236}">
                <a16:creationId xmlns:a16="http://schemas.microsoft.com/office/drawing/2014/main" id="{B8BC9028-F910-DAE1-B6CA-4DDC0BFA9DC8}"/>
              </a:ext>
            </a:extLst>
          </p:cNvPr>
          <p:cNvSpPr/>
          <p:nvPr/>
        </p:nvSpPr>
        <p:spPr>
          <a:xfrm>
            <a:off x="9994392" y="2209800"/>
            <a:ext cx="15087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86EFAC"/>
                </a:solidFill>
                <a:effectLst/>
                <a:latin typeface="Consolas" panose="020B0609020204030204" pitchFamily="49" charset="0"/>
              </a:rPr>
              <a:t>05 EXECUTE</a:t>
            </a:r>
          </a:p>
          <a:p>
            <a:pPr>
              <a:buNone/>
            </a:pPr>
            <a:r>
              <a:rPr lang="en-US" sz="1400">
                <a:solidFill>
                  <a:srgbClr val="86EFAC"/>
                </a:solidFill>
                <a:effectLst/>
                <a:latin typeface="Consolas" panose="020B0609020204030204" pitchFamily="49" charset="0"/>
              </a:rPr>
              <a:t> </a:t>
            </a:r>
            <a:endParaRPr lang="en-US"/>
          </a:p>
        </p:txBody>
      </p:sp>
      <p:sp>
        <p:nvSpPr>
          <p:cNvPr id="119108" name="Rectangle 119107">
            <a:extLst>
              <a:ext uri="{FF2B5EF4-FFF2-40B4-BE49-F238E27FC236}">
                <a16:creationId xmlns:a16="http://schemas.microsoft.com/office/drawing/2014/main" id="{7B32AB1E-10B1-3615-DED9-C75CF006D6F0}"/>
              </a:ext>
            </a:extLst>
          </p:cNvPr>
          <p:cNvSpPr/>
          <p:nvPr/>
        </p:nvSpPr>
        <p:spPr>
          <a:xfrm>
            <a:off x="9994392" y="2529840"/>
            <a:ext cx="1508760"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Board resets and runs it</a:t>
            </a:r>
          </a:p>
          <a:p>
            <a:pPr>
              <a:buNone/>
            </a:pPr>
            <a:r>
              <a:rPr lang="en-US" sz="1400">
                <a:solidFill>
                  <a:srgbClr val="F8FAFC"/>
                </a:solidFill>
                <a:effectLst/>
                <a:latin typeface="Calibri" panose="020F0502020204030204" pitchFamily="34" charset="0"/>
              </a:rPr>
              <a:t> </a:t>
            </a:r>
            <a:endParaRPr lang="en-US"/>
          </a:p>
        </p:txBody>
      </p:sp>
      <p:sp>
        <p:nvSpPr>
          <p:cNvPr id="119174" name="Rectangle 119173">
            <a:extLst>
              <a:ext uri="{FF2B5EF4-FFF2-40B4-BE49-F238E27FC236}">
                <a16:creationId xmlns:a16="http://schemas.microsoft.com/office/drawing/2014/main" id="{12C44409-A777-BB07-2397-F5843A8793A8}"/>
              </a:ext>
            </a:extLst>
          </p:cNvPr>
          <p:cNvSpPr/>
          <p:nvPr/>
        </p:nvSpPr>
        <p:spPr>
          <a:xfrm>
            <a:off x="731520" y="3965448"/>
            <a:ext cx="50292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DBA74"/>
                </a:solidFill>
                <a:effectLst/>
                <a:latin typeface="Consolas" panose="020B0609020204030204" pitchFamily="49" charset="0"/>
              </a:rPr>
              <a:t>IF THE BUILD FAILS</a:t>
            </a:r>
          </a:p>
          <a:p>
            <a:pPr>
              <a:buNone/>
            </a:pPr>
            <a:r>
              <a:rPr lang="en-US" sz="1400">
                <a:solidFill>
                  <a:srgbClr val="FDBA74"/>
                </a:solidFill>
                <a:effectLst/>
                <a:latin typeface="Consolas" panose="020B0609020204030204" pitchFamily="49" charset="0"/>
              </a:rPr>
              <a:t> </a:t>
            </a:r>
            <a:endParaRPr lang="en-US"/>
          </a:p>
        </p:txBody>
      </p:sp>
      <p:sp>
        <p:nvSpPr>
          <p:cNvPr id="119241" name="Rectangle 119240">
            <a:extLst>
              <a:ext uri="{FF2B5EF4-FFF2-40B4-BE49-F238E27FC236}">
                <a16:creationId xmlns:a16="http://schemas.microsoft.com/office/drawing/2014/main" id="{2167F7AE-92DC-B5BD-4A5F-CDCCD3C94B28}"/>
              </a:ext>
            </a:extLst>
          </p:cNvPr>
          <p:cNvSpPr/>
          <p:nvPr/>
        </p:nvSpPr>
        <p:spPr>
          <a:xfrm>
            <a:off x="731520" y="4267200"/>
            <a:ext cx="5029200" cy="853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Read the first error line; fix the source or the board selection.</a:t>
            </a:r>
          </a:p>
          <a:p>
            <a:pPr>
              <a:buNone/>
            </a:pPr>
            <a:r>
              <a:rPr lang="en-US" sz="1600">
                <a:solidFill>
                  <a:srgbClr val="F8FAFC"/>
                </a:solidFill>
                <a:effectLst/>
                <a:latin typeface="Calibri" panose="020F0502020204030204" pitchFamily="34" charset="0"/>
              </a:rPr>
              <a:t> </a:t>
            </a:r>
            <a:endParaRPr lang="en-US"/>
          </a:p>
        </p:txBody>
      </p:sp>
      <p:sp>
        <p:nvSpPr>
          <p:cNvPr id="119309" name="Rectangle 119308">
            <a:extLst>
              <a:ext uri="{FF2B5EF4-FFF2-40B4-BE49-F238E27FC236}">
                <a16:creationId xmlns:a16="http://schemas.microsoft.com/office/drawing/2014/main" id="{AFC7CDA8-FB21-698B-2AAC-A18A9472C2A3}"/>
              </a:ext>
            </a:extLst>
          </p:cNvPr>
          <p:cNvSpPr/>
          <p:nvPr/>
        </p:nvSpPr>
        <p:spPr>
          <a:xfrm>
            <a:off x="6428232" y="3965448"/>
            <a:ext cx="50292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4B5FD"/>
                </a:solidFill>
                <a:effectLst/>
                <a:latin typeface="Consolas" panose="020B0609020204030204" pitchFamily="49" charset="0"/>
              </a:rPr>
              <a:t>IF THE UPLOAD FAILS</a:t>
            </a:r>
          </a:p>
          <a:p>
            <a:pPr>
              <a:buNone/>
            </a:pPr>
            <a:r>
              <a:rPr lang="en-US" sz="1400">
                <a:solidFill>
                  <a:srgbClr val="C4B5FD"/>
                </a:solidFill>
                <a:effectLst/>
                <a:latin typeface="Consolas" panose="020B0609020204030204" pitchFamily="49" charset="0"/>
              </a:rPr>
              <a:t> </a:t>
            </a:r>
            <a:endParaRPr lang="en-US"/>
          </a:p>
        </p:txBody>
      </p:sp>
      <p:sp>
        <p:nvSpPr>
          <p:cNvPr id="119378" name="Rectangle 119377">
            <a:extLst>
              <a:ext uri="{FF2B5EF4-FFF2-40B4-BE49-F238E27FC236}">
                <a16:creationId xmlns:a16="http://schemas.microsoft.com/office/drawing/2014/main" id="{C0AB08C3-6914-7ED4-E4E5-538D250DF3CE}"/>
              </a:ext>
            </a:extLst>
          </p:cNvPr>
          <p:cNvSpPr/>
          <p:nvPr/>
        </p:nvSpPr>
        <p:spPr>
          <a:xfrm>
            <a:off x="6428232" y="4267200"/>
            <a:ext cx="5029200" cy="853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Check the cable (data, not charge-only), the port and the board selection.</a:t>
            </a:r>
          </a:p>
          <a:p>
            <a:pPr>
              <a:buNone/>
            </a:pPr>
            <a:r>
              <a:rPr lang="en-US" sz="1600">
                <a:solidFill>
                  <a:srgbClr val="F8FAFC"/>
                </a:solidFill>
                <a:effectLst/>
                <a:latin typeface="Calibri" panose="020F0502020204030204" pitchFamily="34" charset="0"/>
              </a:rPr>
              <a:t> </a:t>
            </a:r>
            <a:endParaRPr lang="en-US"/>
          </a:p>
        </p:txBody>
      </p:sp>
      <p:sp>
        <p:nvSpPr>
          <p:cNvPr id="119448" name="Rectangle 119447">
            <a:extLst>
              <a:ext uri="{FF2B5EF4-FFF2-40B4-BE49-F238E27FC236}">
                <a16:creationId xmlns:a16="http://schemas.microsoft.com/office/drawing/2014/main" id="{FE14021F-F162-1B74-1BFC-C60DCE6AAA46}"/>
              </a:ext>
            </a:extLst>
          </p:cNvPr>
          <p:cNvSpPr/>
          <p:nvPr/>
        </p:nvSpPr>
        <p:spPr>
          <a:xfrm>
            <a:off x="548640" y="5879592"/>
            <a:ext cx="1109167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A successful upload proves the transfer worked — not that the behaviour is right.</a:t>
            </a:r>
          </a:p>
          <a:p>
            <a:pPr>
              <a:buNone/>
            </a:pPr>
            <a:r>
              <a:rPr lang="en-US" sz="1400">
                <a:solidFill>
                  <a:srgbClr val="CBD5E1"/>
                </a:solidFill>
                <a:effectLst/>
                <a:latin typeface="Calibri" panose="020F0502020204030204" pitchFamily="34" charset="0"/>
              </a:rPr>
              <a:t> </a:t>
            </a:r>
            <a:endParaRPr lang="en-US"/>
          </a:p>
        </p:txBody>
      </p:sp>
    </p:spTree>
    <p:extLst>
      <p:ext uri="{BB962C8B-B14F-4D97-AF65-F5344CB8AC3E}">
        <p14:creationId xmlns:p14="http://schemas.microsoft.com/office/powerpoint/2010/main" val="317257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119548" name="Rectangle 119547">
            <a:extLst>
              <a:ext uri="{FF2B5EF4-FFF2-40B4-BE49-F238E27FC236}">
                <a16:creationId xmlns:a16="http://schemas.microsoft.com/office/drawing/2014/main" id="{58D3BE67-1E0C-D198-80F0-28BAF57788FC}"/>
              </a:ext>
            </a:extLst>
          </p:cNvPr>
          <p:cNvSpPr/>
          <p:nvPr/>
        </p:nvSpPr>
        <p:spPr>
          <a:xfrm>
            <a:off x="548640" y="621792"/>
            <a:ext cx="457200" cy="41148"/>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9649" name="Rectangle 119648">
            <a:extLst>
              <a:ext uri="{FF2B5EF4-FFF2-40B4-BE49-F238E27FC236}">
                <a16:creationId xmlns:a16="http://schemas.microsoft.com/office/drawing/2014/main" id="{0924B735-2165-A7C0-845C-12FFFF11B1A8}"/>
              </a:ext>
            </a:extLst>
          </p:cNvPr>
          <p:cNvSpPr/>
          <p:nvPr/>
        </p:nvSpPr>
        <p:spPr>
          <a:xfrm>
            <a:off x="548640" y="2581656"/>
            <a:ext cx="4937760" cy="18288"/>
          </a:xfrm>
          <a:prstGeom prst="rect">
            <a:avLst/>
          </a:prstGeom>
          <a:solidFill>
            <a:srgbClr val="33415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9751" name="Rectangle 119750">
            <a:extLst>
              <a:ext uri="{FF2B5EF4-FFF2-40B4-BE49-F238E27FC236}">
                <a16:creationId xmlns:a16="http://schemas.microsoft.com/office/drawing/2014/main" id="{055273C0-D3B4-3C85-4AAA-829D9B02F52E}"/>
              </a:ext>
            </a:extLst>
          </p:cNvPr>
          <p:cNvSpPr/>
          <p:nvPr/>
        </p:nvSpPr>
        <p:spPr>
          <a:xfrm>
            <a:off x="548640" y="3294888"/>
            <a:ext cx="4937760" cy="18288"/>
          </a:xfrm>
          <a:prstGeom prst="rect">
            <a:avLst/>
          </a:prstGeom>
          <a:solidFill>
            <a:srgbClr val="33415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9854" name="Rectangle 119853">
            <a:extLst>
              <a:ext uri="{FF2B5EF4-FFF2-40B4-BE49-F238E27FC236}">
                <a16:creationId xmlns:a16="http://schemas.microsoft.com/office/drawing/2014/main" id="{F82A47EA-33A8-AEF3-7164-8A566FED70CE}"/>
              </a:ext>
            </a:extLst>
          </p:cNvPr>
          <p:cNvSpPr/>
          <p:nvPr/>
        </p:nvSpPr>
        <p:spPr>
          <a:xfrm>
            <a:off x="548640" y="4008120"/>
            <a:ext cx="4937760" cy="18288"/>
          </a:xfrm>
          <a:prstGeom prst="rect">
            <a:avLst/>
          </a:prstGeom>
          <a:solidFill>
            <a:srgbClr val="33415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9958" name="Rectangle 119957">
            <a:extLst>
              <a:ext uri="{FF2B5EF4-FFF2-40B4-BE49-F238E27FC236}">
                <a16:creationId xmlns:a16="http://schemas.microsoft.com/office/drawing/2014/main" id="{0BADE64C-7AD9-3C61-7504-A12D37043783}"/>
              </a:ext>
            </a:extLst>
          </p:cNvPr>
          <p:cNvSpPr/>
          <p:nvPr/>
        </p:nvSpPr>
        <p:spPr>
          <a:xfrm>
            <a:off x="5669280" y="1676400"/>
            <a:ext cx="3931920" cy="201168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0063" name="Rectangle 120062">
            <a:extLst>
              <a:ext uri="{FF2B5EF4-FFF2-40B4-BE49-F238E27FC236}">
                <a16:creationId xmlns:a16="http://schemas.microsoft.com/office/drawing/2014/main" id="{528A9D25-24D3-0762-3308-CB88EAD3BB08}"/>
              </a:ext>
            </a:extLst>
          </p:cNvPr>
          <p:cNvSpPr/>
          <p:nvPr/>
        </p:nvSpPr>
        <p:spPr>
          <a:xfrm>
            <a:off x="9829800" y="1676400"/>
            <a:ext cx="1810512" cy="1362456"/>
          </a:xfrm>
          <a:prstGeom prst="rect">
            <a:avLst/>
          </a:prstGeom>
          <a:solidFill>
            <a:srgbClr val="1E293B"/>
          </a:solidFill>
          <a:ln w="12700">
            <a:solidFill>
              <a:srgbClr val="64748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0169" name="Rectangle 120168">
            <a:extLst>
              <a:ext uri="{FF2B5EF4-FFF2-40B4-BE49-F238E27FC236}">
                <a16:creationId xmlns:a16="http://schemas.microsoft.com/office/drawing/2014/main" id="{403F4433-BF78-2AAB-5C72-5B74D5B9510B}"/>
              </a:ext>
            </a:extLst>
          </p:cNvPr>
          <p:cNvSpPr/>
          <p:nvPr/>
        </p:nvSpPr>
        <p:spPr>
          <a:xfrm>
            <a:off x="9829800" y="3230880"/>
            <a:ext cx="1810512" cy="1014984"/>
          </a:xfrm>
          <a:prstGeom prst="rect">
            <a:avLst/>
          </a:prstGeom>
          <a:solidFill>
            <a:srgbClr val="1E293B"/>
          </a:solidFill>
          <a:ln w="12700">
            <a:solidFill>
              <a:srgbClr val="64748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0276" name="Rectangle 120275">
            <a:extLst>
              <a:ext uri="{FF2B5EF4-FFF2-40B4-BE49-F238E27FC236}">
                <a16:creationId xmlns:a16="http://schemas.microsoft.com/office/drawing/2014/main" id="{553957ED-F52E-D848-96C4-6C69CAB1CF9D}"/>
              </a:ext>
            </a:extLst>
          </p:cNvPr>
          <p:cNvSpPr/>
          <p:nvPr/>
        </p:nvSpPr>
        <p:spPr>
          <a:xfrm>
            <a:off x="1143000" y="411480"/>
            <a:ext cx="8595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PART 9 · DEBUGGING · SERIAL MONITOR AND ALTERNATIVES (OPTIONAL)
 </a:t>
            </a:r>
            <a:endParaRPr lang="en-US"/>
          </a:p>
        </p:txBody>
      </p:sp>
      <p:sp>
        <p:nvSpPr>
          <p:cNvPr id="120384" name="Rectangle 120383">
            <a:extLst>
              <a:ext uri="{FF2B5EF4-FFF2-40B4-BE49-F238E27FC236}">
                <a16:creationId xmlns:a16="http://schemas.microsoft.com/office/drawing/2014/main" id="{63D2E9D8-531A-A187-6AC3-D7F73247706C}"/>
              </a:ext>
            </a:extLst>
          </p:cNvPr>
          <p:cNvSpPr/>
          <p:nvPr/>
        </p:nvSpPr>
        <p:spPr>
          <a:xfrm>
            <a:off x="10515600" y="411480"/>
            <a:ext cx="1124712"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onsolas" panose="020B0609020204030204" pitchFamily="49" charset="0"/>
              </a:rPr>
              <a:t>16 / 19</a:t>
            </a:r>
            <a:endParaRPr lang="en-US"/>
          </a:p>
        </p:txBody>
      </p:sp>
      <p:sp>
        <p:nvSpPr>
          <p:cNvPr id="120493" name="Rectangle 120492">
            <a:extLst>
              <a:ext uri="{FF2B5EF4-FFF2-40B4-BE49-F238E27FC236}">
                <a16:creationId xmlns:a16="http://schemas.microsoft.com/office/drawing/2014/main" id="{FE85BFDD-067D-4BA3-AAB0-11550BC9A236}"/>
              </a:ext>
            </a:extLst>
          </p:cNvPr>
          <p:cNvSpPr/>
          <p:nvPr/>
        </p:nvSpPr>
        <p:spPr>
          <a:xfrm>
            <a:off x="548640" y="822960"/>
            <a:ext cx="11091672" cy="853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3200">
                <a:solidFill>
                  <a:srgbClr val="F8FAFC"/>
                </a:solidFill>
                <a:effectLst/>
                <a:latin typeface="Calibri" panose="020F0502020204030204" pitchFamily="34" charset="0"/>
              </a:rPr>
              <a:t>Investigate the physical system before you blame the code.</a:t>
            </a:r>
          </a:p>
          <a:p>
            <a:pPr>
              <a:buNone/>
            </a:pPr>
            <a:r>
              <a:rPr lang="en-US" sz="3200">
                <a:solidFill>
                  <a:srgbClr val="F8FAFC"/>
                </a:solidFill>
                <a:effectLst/>
                <a:latin typeface="Calibri" panose="020F0502020204030204" pitchFamily="34" charset="0"/>
              </a:rPr>
              <a:t> </a:t>
            </a:r>
            <a:endParaRPr lang="en-US"/>
          </a:p>
        </p:txBody>
      </p:sp>
      <p:sp>
        <p:nvSpPr>
          <p:cNvPr id="120603" name="Rectangle 120602">
            <a:extLst>
              <a:ext uri="{FF2B5EF4-FFF2-40B4-BE49-F238E27FC236}">
                <a16:creationId xmlns:a16="http://schemas.microsoft.com/office/drawing/2014/main" id="{329B8495-4601-139B-8453-F68A240EC25B}"/>
              </a:ext>
            </a:extLst>
          </p:cNvPr>
          <p:cNvSpPr/>
          <p:nvPr/>
        </p:nvSpPr>
        <p:spPr>
          <a:xfrm>
            <a:off x="548640" y="1630680"/>
            <a:ext cx="49377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ASK IN ORDER</a:t>
            </a:r>
          </a:p>
          <a:p>
            <a:pPr>
              <a:buNone/>
            </a:pPr>
            <a:r>
              <a:rPr lang="en-US" sz="1400">
                <a:solidFill>
                  <a:srgbClr val="67E8F9"/>
                </a:solidFill>
                <a:effectLst/>
                <a:latin typeface="Consolas" panose="020B0609020204030204" pitchFamily="49" charset="0"/>
              </a:rPr>
              <a:t> </a:t>
            </a:r>
            <a:endParaRPr lang="en-US"/>
          </a:p>
        </p:txBody>
      </p:sp>
      <p:sp>
        <p:nvSpPr>
          <p:cNvPr id="120714" name="Rectangle 120713">
            <a:extLst>
              <a:ext uri="{FF2B5EF4-FFF2-40B4-BE49-F238E27FC236}">
                <a16:creationId xmlns:a16="http://schemas.microsoft.com/office/drawing/2014/main" id="{14F382AE-CEF6-8DE5-BC63-038585F4B329}"/>
              </a:ext>
            </a:extLst>
          </p:cNvPr>
          <p:cNvSpPr/>
          <p:nvPr/>
        </p:nvSpPr>
        <p:spPr>
          <a:xfrm>
            <a:off x="548640" y="1923288"/>
            <a:ext cx="5486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solidFill>
                  <a:srgbClr val="67E8F9"/>
                </a:solidFill>
                <a:effectLst/>
                <a:latin typeface="Consolas" panose="020B0609020204030204" pitchFamily="49" charset="0"/>
              </a:rPr>
              <a:t>01</a:t>
            </a:r>
            <a:endParaRPr lang="en-US"/>
          </a:p>
        </p:txBody>
      </p:sp>
      <p:sp>
        <p:nvSpPr>
          <p:cNvPr id="120826" name="Rectangle 120825">
            <a:extLst>
              <a:ext uri="{FF2B5EF4-FFF2-40B4-BE49-F238E27FC236}">
                <a16:creationId xmlns:a16="http://schemas.microsoft.com/office/drawing/2014/main" id="{BA4E534E-B836-3A60-327F-61095895C73D}"/>
              </a:ext>
            </a:extLst>
          </p:cNvPr>
          <p:cNvSpPr/>
          <p:nvPr/>
        </p:nvSpPr>
        <p:spPr>
          <a:xfrm>
            <a:off x="1188720" y="1923288"/>
            <a:ext cx="429768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Is the board powered? (LED, USB, supply)</a:t>
            </a:r>
          </a:p>
          <a:p>
            <a:pPr>
              <a:buNone/>
            </a:pPr>
            <a:r>
              <a:rPr lang="en-US" sz="1600">
                <a:solidFill>
                  <a:srgbClr val="F8FAFC"/>
                </a:solidFill>
                <a:effectLst/>
                <a:latin typeface="Calibri" panose="020F0502020204030204" pitchFamily="34" charset="0"/>
              </a:rPr>
              <a:t> </a:t>
            </a:r>
            <a:endParaRPr lang="en-US"/>
          </a:p>
        </p:txBody>
      </p:sp>
      <p:sp>
        <p:nvSpPr>
          <p:cNvPr id="120939" name="Rectangle 120938">
            <a:extLst>
              <a:ext uri="{FF2B5EF4-FFF2-40B4-BE49-F238E27FC236}">
                <a16:creationId xmlns:a16="http://schemas.microsoft.com/office/drawing/2014/main" id="{538A8F31-4CF2-D1B4-4E3C-78273DB1DE16}"/>
              </a:ext>
            </a:extLst>
          </p:cNvPr>
          <p:cNvSpPr/>
          <p:nvPr/>
        </p:nvSpPr>
        <p:spPr>
          <a:xfrm>
            <a:off x="548640" y="2636520"/>
            <a:ext cx="5486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solidFill>
                  <a:srgbClr val="67E8F9"/>
                </a:solidFill>
                <a:effectLst/>
                <a:latin typeface="Consolas" panose="020B0609020204030204" pitchFamily="49" charset="0"/>
              </a:rPr>
              <a:t>02</a:t>
            </a:r>
            <a:endParaRPr lang="en-US"/>
          </a:p>
        </p:txBody>
      </p:sp>
      <p:sp>
        <p:nvSpPr>
          <p:cNvPr id="121053" name="Rectangle 121052">
            <a:extLst>
              <a:ext uri="{FF2B5EF4-FFF2-40B4-BE49-F238E27FC236}">
                <a16:creationId xmlns:a16="http://schemas.microsoft.com/office/drawing/2014/main" id="{B4948368-ED9F-D79F-5C76-1A949DD55747}"/>
              </a:ext>
            </a:extLst>
          </p:cNvPr>
          <p:cNvSpPr/>
          <p:nvPr/>
        </p:nvSpPr>
        <p:spPr>
          <a:xfrm>
            <a:off x="1188720" y="2636520"/>
            <a:ext cx="4297680" cy="853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Are the connections correct? (pins, polarity, ground)</a:t>
            </a:r>
          </a:p>
          <a:p>
            <a:pPr>
              <a:buNone/>
            </a:pPr>
            <a:r>
              <a:rPr lang="en-US" sz="1600">
                <a:solidFill>
                  <a:srgbClr val="F8FAFC"/>
                </a:solidFill>
                <a:effectLst/>
                <a:latin typeface="Calibri" panose="020F0502020204030204" pitchFamily="34" charset="0"/>
              </a:rPr>
              <a:t> </a:t>
            </a:r>
            <a:endParaRPr lang="en-US"/>
          </a:p>
        </p:txBody>
      </p:sp>
      <p:sp>
        <p:nvSpPr>
          <p:cNvPr id="121168" name="Rectangle 121167">
            <a:extLst>
              <a:ext uri="{FF2B5EF4-FFF2-40B4-BE49-F238E27FC236}">
                <a16:creationId xmlns:a16="http://schemas.microsoft.com/office/drawing/2014/main" id="{A16C6409-ED70-5ED0-A0F9-C42B85417BFA}"/>
              </a:ext>
            </a:extLst>
          </p:cNvPr>
          <p:cNvSpPr/>
          <p:nvPr/>
        </p:nvSpPr>
        <p:spPr>
          <a:xfrm>
            <a:off x="548640" y="3349752"/>
            <a:ext cx="5486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solidFill>
                  <a:srgbClr val="67E8F9"/>
                </a:solidFill>
                <a:effectLst/>
                <a:latin typeface="Consolas" panose="020B0609020204030204" pitchFamily="49" charset="0"/>
              </a:rPr>
              <a:t>03</a:t>
            </a:r>
            <a:endParaRPr lang="en-US"/>
          </a:p>
        </p:txBody>
      </p:sp>
      <p:sp>
        <p:nvSpPr>
          <p:cNvPr id="121284" name="Rectangle 121283">
            <a:extLst>
              <a:ext uri="{FF2B5EF4-FFF2-40B4-BE49-F238E27FC236}">
                <a16:creationId xmlns:a16="http://schemas.microsoft.com/office/drawing/2014/main" id="{0337FD6E-0484-3004-A496-B3B955831D12}"/>
              </a:ext>
            </a:extLst>
          </p:cNvPr>
          <p:cNvSpPr/>
          <p:nvPr/>
        </p:nvSpPr>
        <p:spPr>
          <a:xfrm>
            <a:off x="1188720" y="3349752"/>
            <a:ext cx="4297680" cy="853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Is the expected code running? (right board, port, upload)</a:t>
            </a:r>
          </a:p>
          <a:p>
            <a:pPr>
              <a:buNone/>
            </a:pPr>
            <a:r>
              <a:rPr lang="en-US" sz="1600">
                <a:solidFill>
                  <a:srgbClr val="F8FAFC"/>
                </a:solidFill>
                <a:effectLst/>
                <a:latin typeface="Calibri" panose="020F0502020204030204" pitchFamily="34" charset="0"/>
              </a:rPr>
              <a:t> </a:t>
            </a:r>
            <a:endParaRPr lang="en-US"/>
          </a:p>
        </p:txBody>
      </p:sp>
      <p:sp>
        <p:nvSpPr>
          <p:cNvPr id="121401" name="Rectangle 121400">
            <a:extLst>
              <a:ext uri="{FF2B5EF4-FFF2-40B4-BE49-F238E27FC236}">
                <a16:creationId xmlns:a16="http://schemas.microsoft.com/office/drawing/2014/main" id="{F0648353-0BAC-EBE3-D43C-44B7CE2AF373}"/>
              </a:ext>
            </a:extLst>
          </p:cNvPr>
          <p:cNvSpPr/>
          <p:nvPr/>
        </p:nvSpPr>
        <p:spPr>
          <a:xfrm>
            <a:off x="548640" y="4062984"/>
            <a:ext cx="5486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solidFill>
                  <a:srgbClr val="67E8F9"/>
                </a:solidFill>
                <a:effectLst/>
                <a:latin typeface="Consolas" panose="020B0609020204030204" pitchFamily="49" charset="0"/>
              </a:rPr>
              <a:t>04</a:t>
            </a:r>
            <a:endParaRPr lang="en-US"/>
          </a:p>
        </p:txBody>
      </p:sp>
      <p:sp>
        <p:nvSpPr>
          <p:cNvPr id="121519" name="Rectangle 121518">
            <a:extLst>
              <a:ext uri="{FF2B5EF4-FFF2-40B4-BE49-F238E27FC236}">
                <a16:creationId xmlns:a16="http://schemas.microsoft.com/office/drawing/2014/main" id="{B4A74D90-F352-0C80-0DBD-8957A8695D34}"/>
              </a:ext>
            </a:extLst>
          </p:cNvPr>
          <p:cNvSpPr/>
          <p:nvPr/>
        </p:nvSpPr>
        <p:spPr>
          <a:xfrm>
            <a:off x="1188720" y="4062984"/>
            <a:ext cx="4297680" cy="853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What does the Serial Monitor report? (baud rate matches)</a:t>
            </a:r>
          </a:p>
          <a:p>
            <a:pPr>
              <a:buNone/>
            </a:pPr>
            <a:r>
              <a:rPr lang="en-US" sz="1600">
                <a:solidFill>
                  <a:srgbClr val="F8FAFC"/>
                </a:solidFill>
                <a:effectLst/>
                <a:latin typeface="Calibri" panose="020F0502020204030204" pitchFamily="34" charset="0"/>
              </a:rPr>
              <a:t> </a:t>
            </a:r>
            <a:endParaRPr lang="en-US"/>
          </a:p>
        </p:txBody>
      </p:sp>
      <p:sp>
        <p:nvSpPr>
          <p:cNvPr id="121638" name="Rectangle 121637">
            <a:extLst>
              <a:ext uri="{FF2B5EF4-FFF2-40B4-BE49-F238E27FC236}">
                <a16:creationId xmlns:a16="http://schemas.microsoft.com/office/drawing/2014/main" id="{3C52F636-29D5-0DC5-E35C-216DA9F96DE4}"/>
              </a:ext>
            </a:extLst>
          </p:cNvPr>
          <p:cNvSpPr/>
          <p:nvPr/>
        </p:nvSpPr>
        <p:spPr>
          <a:xfrm>
            <a:off x="5806440" y="1722120"/>
            <a:ext cx="36576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DBA74"/>
                </a:solidFill>
                <a:effectLst/>
                <a:latin typeface="Consolas" panose="020B0609020204030204" pitchFamily="49" charset="0"/>
              </a:rPr>
              <a:t>SPOT THE BUG · 60 SECONDS</a:t>
            </a:r>
          </a:p>
          <a:p>
            <a:pPr>
              <a:buNone/>
            </a:pPr>
            <a:r>
              <a:rPr lang="en-US" sz="1400">
                <a:solidFill>
                  <a:srgbClr val="FDBA74"/>
                </a:solidFill>
                <a:effectLst/>
                <a:latin typeface="Consolas" panose="020B0609020204030204" pitchFamily="49" charset="0"/>
              </a:rPr>
              <a:t> </a:t>
            </a:r>
            <a:endParaRPr lang="en-US"/>
          </a:p>
        </p:txBody>
      </p:sp>
      <p:sp>
        <p:nvSpPr>
          <p:cNvPr id="121758" name="Rectangle 121757">
            <a:extLst>
              <a:ext uri="{FF2B5EF4-FFF2-40B4-BE49-F238E27FC236}">
                <a16:creationId xmlns:a16="http://schemas.microsoft.com/office/drawing/2014/main" id="{6EDB4945-FE83-0FC0-21C0-ED6F4C6A3890}"/>
              </a:ext>
            </a:extLst>
          </p:cNvPr>
          <p:cNvSpPr/>
          <p:nvPr/>
        </p:nvSpPr>
        <p:spPr>
          <a:xfrm>
            <a:off x="5806440" y="2087880"/>
            <a:ext cx="365760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onsolas" panose="020B0609020204030204" pitchFamily="49" charset="0"/>
              </a:rPr>
              <a:t>pinMode(LED_PIN, INPUT);</a:t>
            </a:r>
          </a:p>
          <a:p>
            <a:pPr>
              <a:buNone/>
            </a:pPr>
            <a:r>
              <a:rPr lang="en-US" sz="1400">
                <a:solidFill>
                  <a:srgbClr val="F8FAFC"/>
                </a:solidFill>
                <a:effectLst/>
                <a:latin typeface="Consolas" panose="020B0609020204030204" pitchFamily="49" charset="0"/>
              </a:rPr>
              <a:t>digitalWrite(LED_PIN, HIGH);</a:t>
            </a:r>
            <a:endParaRPr lang="en-US"/>
          </a:p>
        </p:txBody>
      </p:sp>
      <p:sp>
        <p:nvSpPr>
          <p:cNvPr id="121879" name="Rectangle 121878">
            <a:extLst>
              <a:ext uri="{FF2B5EF4-FFF2-40B4-BE49-F238E27FC236}">
                <a16:creationId xmlns:a16="http://schemas.microsoft.com/office/drawing/2014/main" id="{C6EA42FD-3080-AAF4-5D6A-70ABFECCC617}"/>
              </a:ext>
            </a:extLst>
          </p:cNvPr>
          <p:cNvSpPr/>
          <p:nvPr/>
        </p:nvSpPr>
        <p:spPr>
          <a:xfrm>
            <a:off x="5806440" y="2727960"/>
            <a:ext cx="3657600" cy="73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Wiring verified. Upload succeeded.</a:t>
            </a:r>
          </a:p>
          <a:p>
            <a:pPr>
              <a:buNone/>
            </a:pPr>
            <a:r>
              <a:rPr lang="en-US" sz="1400">
                <a:solidFill>
                  <a:srgbClr val="CBD5E1"/>
                </a:solidFill>
                <a:effectLst/>
                <a:latin typeface="Calibri" panose="020F0502020204030204" pitchFamily="34" charset="0"/>
              </a:rPr>
              <a:t>The LED never lights. Which word is wrong?</a:t>
            </a:r>
            <a:endParaRPr lang="en-US"/>
          </a:p>
        </p:txBody>
      </p:sp>
      <p:sp>
        <p:nvSpPr>
          <p:cNvPr id="122001" name="Rectangle 122000">
            <a:extLst>
              <a:ext uri="{FF2B5EF4-FFF2-40B4-BE49-F238E27FC236}">
                <a16:creationId xmlns:a16="http://schemas.microsoft.com/office/drawing/2014/main" id="{1CAE1A83-DB3E-F0F4-9C9B-C8DD4D510D17}"/>
              </a:ext>
            </a:extLst>
          </p:cNvPr>
          <p:cNvSpPr/>
          <p:nvPr/>
        </p:nvSpPr>
        <p:spPr>
          <a:xfrm>
            <a:off x="9966960" y="1740408"/>
            <a:ext cx="153619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PLACEHOLDER</a:t>
            </a:r>
          </a:p>
          <a:p>
            <a:pPr>
              <a:buNone/>
            </a:pPr>
            <a:r>
              <a:rPr lang="en-US" sz="1400">
                <a:solidFill>
                  <a:srgbClr val="67E8F9"/>
                </a:solidFill>
                <a:effectLst/>
                <a:latin typeface="Consolas" panose="020B0609020204030204" pitchFamily="49" charset="0"/>
              </a:rPr>
              <a:t> </a:t>
            </a:r>
            <a:endParaRPr lang="en-US"/>
          </a:p>
        </p:txBody>
      </p:sp>
      <p:sp>
        <p:nvSpPr>
          <p:cNvPr id="122124" name="Rectangle 122123">
            <a:extLst>
              <a:ext uri="{FF2B5EF4-FFF2-40B4-BE49-F238E27FC236}">
                <a16:creationId xmlns:a16="http://schemas.microsoft.com/office/drawing/2014/main" id="{F6F0AFD1-E6C3-E957-A6E6-E69BB3BE0C46}"/>
              </a:ext>
            </a:extLst>
          </p:cNvPr>
          <p:cNvSpPr/>
          <p:nvPr/>
        </p:nvSpPr>
        <p:spPr>
          <a:xfrm>
            <a:off x="9966960" y="2087880"/>
            <a:ext cx="153619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ESP32 on USB</a:t>
            </a:r>
          </a:p>
          <a:p>
            <a:pPr>
              <a:buNone/>
            </a:pPr>
            <a:r>
              <a:rPr lang="en-US" sz="1400">
                <a:solidFill>
                  <a:srgbClr val="F8FAFC"/>
                </a:solidFill>
                <a:effectLst/>
                <a:latin typeface="Calibri" panose="020F0502020204030204" pitchFamily="34" charset="0"/>
              </a:rPr>
              <a:t> </a:t>
            </a:r>
            <a:endParaRPr lang="en-US"/>
          </a:p>
        </p:txBody>
      </p:sp>
      <p:sp>
        <p:nvSpPr>
          <p:cNvPr id="122248" name="Rectangle 122247">
            <a:extLst>
              <a:ext uri="{FF2B5EF4-FFF2-40B4-BE49-F238E27FC236}">
                <a16:creationId xmlns:a16="http://schemas.microsoft.com/office/drawing/2014/main" id="{7D77D131-D4B1-3792-04A8-EA4EC4FECF9A}"/>
              </a:ext>
            </a:extLst>
          </p:cNvPr>
          <p:cNvSpPr/>
          <p:nvPr/>
        </p:nvSpPr>
        <p:spPr>
          <a:xfrm>
            <a:off x="9966960" y="3294888"/>
            <a:ext cx="153619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PLACEHOLDER</a:t>
            </a:r>
          </a:p>
          <a:p>
            <a:pPr>
              <a:buNone/>
            </a:pPr>
            <a:r>
              <a:rPr lang="en-US" sz="1400">
                <a:solidFill>
                  <a:srgbClr val="67E8F9"/>
                </a:solidFill>
                <a:effectLst/>
                <a:latin typeface="Consolas" panose="020B0609020204030204" pitchFamily="49" charset="0"/>
              </a:rPr>
              <a:t> </a:t>
            </a:r>
            <a:endParaRPr lang="en-US"/>
          </a:p>
        </p:txBody>
      </p:sp>
      <p:sp>
        <p:nvSpPr>
          <p:cNvPr id="122373" name="Rectangle 122372">
            <a:extLst>
              <a:ext uri="{FF2B5EF4-FFF2-40B4-BE49-F238E27FC236}">
                <a16:creationId xmlns:a16="http://schemas.microsoft.com/office/drawing/2014/main" id="{ADDF3462-0116-E6F7-4FEC-9ABD047AA958}"/>
              </a:ext>
            </a:extLst>
          </p:cNvPr>
          <p:cNvSpPr/>
          <p:nvPr/>
        </p:nvSpPr>
        <p:spPr>
          <a:xfrm>
            <a:off x="9966960" y="3642360"/>
            <a:ext cx="153619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Serial Monitor</a:t>
            </a:r>
          </a:p>
          <a:p>
            <a:pPr>
              <a:buNone/>
            </a:pPr>
            <a:r>
              <a:rPr lang="en-US" sz="1400">
                <a:solidFill>
                  <a:srgbClr val="F8FAFC"/>
                </a:solidFill>
                <a:effectLst/>
                <a:latin typeface="Calibri" panose="020F0502020204030204" pitchFamily="34" charset="0"/>
              </a:rPr>
              <a:t> </a:t>
            </a:r>
            <a:endParaRPr lang="en-US"/>
          </a:p>
        </p:txBody>
      </p:sp>
      <p:sp>
        <p:nvSpPr>
          <p:cNvPr id="122499" name="Rectangle 122498">
            <a:extLst>
              <a:ext uri="{FF2B5EF4-FFF2-40B4-BE49-F238E27FC236}">
                <a16:creationId xmlns:a16="http://schemas.microsoft.com/office/drawing/2014/main" id="{3DE1779C-56A4-94AD-E7AC-FD27BADCEA89}"/>
              </a:ext>
            </a:extLst>
          </p:cNvPr>
          <p:cNvSpPr/>
          <p:nvPr/>
        </p:nvSpPr>
        <p:spPr>
          <a:xfrm>
            <a:off x="548640" y="5239512"/>
            <a:ext cx="11091672"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Change one thing at a time. Observe, explain, then test again.</a:t>
            </a:r>
          </a:p>
          <a:p>
            <a:pPr>
              <a:buNone/>
            </a:pPr>
            <a:r>
              <a:rPr lang="en-US" sz="1600">
                <a:solidFill>
                  <a:srgbClr val="F8FAFC"/>
                </a:solidFill>
                <a:effectLst/>
                <a:latin typeface="Calibri" panose="020F0502020204030204" pitchFamily="34" charset="0"/>
              </a:rPr>
              <a:t> </a:t>
            </a:r>
            <a:endParaRPr lang="en-US"/>
          </a:p>
        </p:txBody>
      </p:sp>
      <p:sp>
        <p:nvSpPr>
          <p:cNvPr id="122626" name="Rectangle 122625">
            <a:extLst>
              <a:ext uri="{FF2B5EF4-FFF2-40B4-BE49-F238E27FC236}">
                <a16:creationId xmlns:a16="http://schemas.microsoft.com/office/drawing/2014/main" id="{475F905B-272F-CC33-41F3-EAD5D7285DF8}"/>
              </a:ext>
            </a:extLst>
          </p:cNvPr>
          <p:cNvSpPr/>
          <p:nvPr/>
        </p:nvSpPr>
        <p:spPr>
          <a:xfrm>
            <a:off x="548640" y="5879592"/>
            <a:ext cx="1109167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Disconnect power before rewiring. Serial output shows what the code sees, not whether wiring is safe.</a:t>
            </a:r>
          </a:p>
          <a:p>
            <a:pPr>
              <a:buNone/>
            </a:pPr>
            <a:r>
              <a:rPr lang="en-US" sz="1400">
                <a:solidFill>
                  <a:srgbClr val="CBD5E1"/>
                </a:solidFill>
                <a:effectLst/>
                <a:latin typeface="Calibri" panose="020F0502020204030204" pitchFamily="34" charset="0"/>
              </a:rPr>
              <a:t> </a:t>
            </a:r>
            <a:endParaRPr lang="en-US"/>
          </a:p>
        </p:txBody>
      </p:sp>
      <p:sp>
        <p:nvSpPr>
          <p:cNvPr id="128089" name="Rectangle 128088">
            <a:extLst>
              <a:ext uri="{FF2B5EF4-FFF2-40B4-BE49-F238E27FC236}">
                <a16:creationId xmlns:a16="http://schemas.microsoft.com/office/drawing/2014/main" id="{93B14EF8-35E9-7911-3A62-69470D6F78DE}"/>
              </a:ext>
            </a:extLst>
          </p:cNvPr>
          <p:cNvSpPr/>
          <p:nvPr/>
        </p:nvSpPr>
        <p:spPr>
          <a:xfrm>
            <a:off x="5669280" y="3639312"/>
            <a:ext cx="3931920"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DBA74"/>
                </a:solidFill>
                <a:effectLst/>
                <a:latin typeface="Consolas" panose="020B0609020204030204" pitchFamily="49" charset="0"/>
              </a:rPr>
              <a:t>SERIAL MONITOR · AND ALTERNATIVES</a:t>
            </a:r>
          </a:p>
          <a:p>
            <a:pPr>
              <a:buNone/>
            </a:pPr>
            <a:r>
              <a:rPr lang="en-US" sz="1400">
                <a:solidFill>
                  <a:srgbClr val="FDBA74"/>
                </a:solidFill>
                <a:effectLst/>
                <a:latin typeface="Consolas" panose="020B0609020204030204" pitchFamily="49" charset="0"/>
              </a:rPr>
              <a:t> </a:t>
            </a:r>
            <a:endParaRPr lang="en-US"/>
          </a:p>
        </p:txBody>
      </p:sp>
      <p:sp>
        <p:nvSpPr>
          <p:cNvPr id="128178" name="Rectangle 128177">
            <a:extLst>
              <a:ext uri="{FF2B5EF4-FFF2-40B4-BE49-F238E27FC236}">
                <a16:creationId xmlns:a16="http://schemas.microsoft.com/office/drawing/2014/main" id="{6E411E41-7430-74AF-4DFD-AB4C9885A0C1}"/>
              </a:ext>
            </a:extLst>
          </p:cNvPr>
          <p:cNvSpPr/>
          <p:nvPr/>
        </p:nvSpPr>
        <p:spPr>
          <a:xfrm>
            <a:off x="5669280" y="4069080"/>
            <a:ext cx="393192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onsolas" panose="020B0609020204030204" pitchFamily="49" charset="0"/>
              </a:rPr>
              <a:t>Serial.begin(115200);</a:t>
            </a:r>
          </a:p>
          <a:p>
            <a:pPr>
              <a:buNone/>
            </a:pPr>
            <a:r>
              <a:rPr lang="en-US" sz="1400">
                <a:solidFill>
                  <a:srgbClr val="F8FAFC"/>
                </a:solidFill>
                <a:effectLst/>
                <a:latin typeface="Consolas" panose="020B0609020204030204" pitchFamily="49" charset="0"/>
              </a:rPr>
              <a:t>Serial.println(reading);</a:t>
            </a:r>
            <a:endParaRPr lang="en-US"/>
          </a:p>
        </p:txBody>
      </p:sp>
      <p:sp>
        <p:nvSpPr>
          <p:cNvPr id="128268" name="Rectangle 128267">
            <a:extLst>
              <a:ext uri="{FF2B5EF4-FFF2-40B4-BE49-F238E27FC236}">
                <a16:creationId xmlns:a16="http://schemas.microsoft.com/office/drawing/2014/main" id="{776041B7-A22B-A524-B156-E6D7F7968427}"/>
              </a:ext>
            </a:extLst>
          </p:cNvPr>
          <p:cNvSpPr/>
          <p:nvPr/>
        </p:nvSpPr>
        <p:spPr>
          <a:xfrm>
            <a:off x="5669280" y="4572000"/>
            <a:ext cx="393192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Also: LED blink codes · text on the OLED</a:t>
            </a:r>
          </a:p>
          <a:p>
            <a:pPr>
              <a:buNone/>
            </a:pPr>
            <a:r>
              <a:rPr lang="en-US" sz="1400">
                <a:solidFill>
                  <a:srgbClr val="CBD5E1"/>
                </a:solidFill>
                <a:effectLst/>
                <a:latin typeface="Calibri" panose="020F0502020204030204" pitchFamily="34" charset="0"/>
              </a:rPr>
              <a:t>· a multimeter on the pin</a:t>
            </a:r>
            <a:endParaRPr lang="en-US"/>
          </a:p>
        </p:txBody>
      </p:sp>
    </p:spTree>
    <p:extLst>
      <p:ext uri="{BB962C8B-B14F-4D97-AF65-F5344CB8AC3E}">
        <p14:creationId xmlns:p14="http://schemas.microsoft.com/office/powerpoint/2010/main" val="28399155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122662" name="Rectangle 122661">
            <a:extLst>
              <a:ext uri="{FF2B5EF4-FFF2-40B4-BE49-F238E27FC236}">
                <a16:creationId xmlns:a16="http://schemas.microsoft.com/office/drawing/2014/main" id="{CF99C4C6-736E-B3C4-8690-46FD1A0D00F4}"/>
              </a:ext>
            </a:extLst>
          </p:cNvPr>
          <p:cNvSpPr/>
          <p:nvPr/>
        </p:nvSpPr>
        <p:spPr>
          <a:xfrm>
            <a:off x="548640" y="621792"/>
            <a:ext cx="457200" cy="41148"/>
          </a:xfrm>
          <a:prstGeom prst="rect">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699" name="Rectangle 122698">
            <a:extLst>
              <a:ext uri="{FF2B5EF4-FFF2-40B4-BE49-F238E27FC236}">
                <a16:creationId xmlns:a16="http://schemas.microsoft.com/office/drawing/2014/main" id="{CFDACDE3-9686-0CAC-D2DD-82AAE7E89818}"/>
              </a:ext>
            </a:extLst>
          </p:cNvPr>
          <p:cNvSpPr/>
          <p:nvPr/>
        </p:nvSpPr>
        <p:spPr>
          <a:xfrm>
            <a:off x="548640" y="2164080"/>
            <a:ext cx="1874520" cy="118872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737" name="Rectangle 122736">
            <a:extLst>
              <a:ext uri="{FF2B5EF4-FFF2-40B4-BE49-F238E27FC236}">
                <a16:creationId xmlns:a16="http://schemas.microsoft.com/office/drawing/2014/main" id="{FF454AE4-8C7F-7338-957D-6F7848D971B2}"/>
              </a:ext>
            </a:extLst>
          </p:cNvPr>
          <p:cNvSpPr/>
          <p:nvPr/>
        </p:nvSpPr>
        <p:spPr>
          <a:xfrm>
            <a:off x="548640" y="2164080"/>
            <a:ext cx="64008" cy="1188720"/>
          </a:xfrm>
          <a:prstGeom prst="rect">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776" name="Arrow: Right 122775">
            <a:extLst>
              <a:ext uri="{FF2B5EF4-FFF2-40B4-BE49-F238E27FC236}">
                <a16:creationId xmlns:a16="http://schemas.microsoft.com/office/drawing/2014/main" id="{5EBDC61E-9E5E-EAB0-3162-4C4B3688142E}"/>
              </a:ext>
            </a:extLst>
          </p:cNvPr>
          <p:cNvSpPr/>
          <p:nvPr/>
        </p:nvSpPr>
        <p:spPr>
          <a:xfrm>
            <a:off x="2478024" y="2657856"/>
            <a:ext cx="320040" cy="182880"/>
          </a:xfrm>
          <a:prstGeom prst="rightArrow">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816" name="Rectangle 122815">
            <a:extLst>
              <a:ext uri="{FF2B5EF4-FFF2-40B4-BE49-F238E27FC236}">
                <a16:creationId xmlns:a16="http://schemas.microsoft.com/office/drawing/2014/main" id="{E733B130-B2F1-95D5-DD61-27C6C97166D7}"/>
              </a:ext>
            </a:extLst>
          </p:cNvPr>
          <p:cNvSpPr/>
          <p:nvPr/>
        </p:nvSpPr>
        <p:spPr>
          <a:xfrm>
            <a:off x="2852928" y="2164080"/>
            <a:ext cx="1874520" cy="118872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857" name="Rectangle 122856">
            <a:extLst>
              <a:ext uri="{FF2B5EF4-FFF2-40B4-BE49-F238E27FC236}">
                <a16:creationId xmlns:a16="http://schemas.microsoft.com/office/drawing/2014/main" id="{2B8C7003-BA13-A7B9-BBDE-636BA97B761D}"/>
              </a:ext>
            </a:extLst>
          </p:cNvPr>
          <p:cNvSpPr/>
          <p:nvPr/>
        </p:nvSpPr>
        <p:spPr>
          <a:xfrm>
            <a:off x="2852928" y="2164080"/>
            <a:ext cx="64008" cy="1188720"/>
          </a:xfrm>
          <a:prstGeom prst="rect">
            <a:avLst/>
          </a:prstGeom>
          <a:solidFill>
            <a:srgbClr val="FDBA7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899" name="Arrow: Right 122898">
            <a:extLst>
              <a:ext uri="{FF2B5EF4-FFF2-40B4-BE49-F238E27FC236}">
                <a16:creationId xmlns:a16="http://schemas.microsoft.com/office/drawing/2014/main" id="{16421BF3-3C1E-D0EB-DDCD-A071157695E7}"/>
              </a:ext>
            </a:extLst>
          </p:cNvPr>
          <p:cNvSpPr/>
          <p:nvPr/>
        </p:nvSpPr>
        <p:spPr>
          <a:xfrm>
            <a:off x="4782312" y="2657856"/>
            <a:ext cx="320040" cy="182880"/>
          </a:xfrm>
          <a:prstGeom prst="rightArrow">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942" name="Rectangle 122941">
            <a:extLst>
              <a:ext uri="{FF2B5EF4-FFF2-40B4-BE49-F238E27FC236}">
                <a16:creationId xmlns:a16="http://schemas.microsoft.com/office/drawing/2014/main" id="{5FE55A5E-7DAB-DDFB-5272-4EBF60365299}"/>
              </a:ext>
            </a:extLst>
          </p:cNvPr>
          <p:cNvSpPr/>
          <p:nvPr/>
        </p:nvSpPr>
        <p:spPr>
          <a:xfrm>
            <a:off x="5157216" y="2164080"/>
            <a:ext cx="1874520" cy="118872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986" name="Rectangle 122985">
            <a:extLst>
              <a:ext uri="{FF2B5EF4-FFF2-40B4-BE49-F238E27FC236}">
                <a16:creationId xmlns:a16="http://schemas.microsoft.com/office/drawing/2014/main" id="{16D3010D-71EC-19CD-E4BD-94790F068399}"/>
              </a:ext>
            </a:extLst>
          </p:cNvPr>
          <p:cNvSpPr/>
          <p:nvPr/>
        </p:nvSpPr>
        <p:spPr>
          <a:xfrm>
            <a:off x="5157216" y="2164080"/>
            <a:ext cx="64008" cy="1188720"/>
          </a:xfrm>
          <a:prstGeom prst="rect">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031" name="Arrow: Right 123030">
            <a:extLst>
              <a:ext uri="{FF2B5EF4-FFF2-40B4-BE49-F238E27FC236}">
                <a16:creationId xmlns:a16="http://schemas.microsoft.com/office/drawing/2014/main" id="{BCF569D7-9165-2882-9776-C77B25A71285}"/>
              </a:ext>
            </a:extLst>
          </p:cNvPr>
          <p:cNvSpPr/>
          <p:nvPr/>
        </p:nvSpPr>
        <p:spPr>
          <a:xfrm>
            <a:off x="7086600" y="2657856"/>
            <a:ext cx="320040" cy="182880"/>
          </a:xfrm>
          <a:prstGeom prst="rightArrow">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077" name="Rectangle 123076">
            <a:extLst>
              <a:ext uri="{FF2B5EF4-FFF2-40B4-BE49-F238E27FC236}">
                <a16:creationId xmlns:a16="http://schemas.microsoft.com/office/drawing/2014/main" id="{79E7EAAC-CB33-2EC2-9461-92211E264128}"/>
              </a:ext>
            </a:extLst>
          </p:cNvPr>
          <p:cNvSpPr/>
          <p:nvPr/>
        </p:nvSpPr>
        <p:spPr>
          <a:xfrm>
            <a:off x="7461504" y="2164080"/>
            <a:ext cx="1874520" cy="118872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124" name="Rectangle 123123">
            <a:extLst>
              <a:ext uri="{FF2B5EF4-FFF2-40B4-BE49-F238E27FC236}">
                <a16:creationId xmlns:a16="http://schemas.microsoft.com/office/drawing/2014/main" id="{1B3CA45B-4C58-4CC3-1BC3-53D2AF911EE4}"/>
              </a:ext>
            </a:extLst>
          </p:cNvPr>
          <p:cNvSpPr/>
          <p:nvPr/>
        </p:nvSpPr>
        <p:spPr>
          <a:xfrm>
            <a:off x="7461504" y="2164080"/>
            <a:ext cx="64008" cy="1188720"/>
          </a:xfrm>
          <a:prstGeom prst="rect">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172" name="Arrow: Right 123171">
            <a:extLst>
              <a:ext uri="{FF2B5EF4-FFF2-40B4-BE49-F238E27FC236}">
                <a16:creationId xmlns:a16="http://schemas.microsoft.com/office/drawing/2014/main" id="{E980293F-753A-7A9D-B0CA-9CD2E10EE228}"/>
              </a:ext>
            </a:extLst>
          </p:cNvPr>
          <p:cNvSpPr/>
          <p:nvPr/>
        </p:nvSpPr>
        <p:spPr>
          <a:xfrm>
            <a:off x="9390888" y="2657856"/>
            <a:ext cx="320040" cy="182880"/>
          </a:xfrm>
          <a:prstGeom prst="rightArrow">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221" name="Rectangle 123220">
            <a:extLst>
              <a:ext uri="{FF2B5EF4-FFF2-40B4-BE49-F238E27FC236}">
                <a16:creationId xmlns:a16="http://schemas.microsoft.com/office/drawing/2014/main" id="{4BBDE166-DFBE-C4D4-6A6E-0310285AE550}"/>
              </a:ext>
            </a:extLst>
          </p:cNvPr>
          <p:cNvSpPr/>
          <p:nvPr/>
        </p:nvSpPr>
        <p:spPr>
          <a:xfrm>
            <a:off x="9765792" y="2164080"/>
            <a:ext cx="1874520" cy="118872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271" name="Rectangle 123270">
            <a:extLst>
              <a:ext uri="{FF2B5EF4-FFF2-40B4-BE49-F238E27FC236}">
                <a16:creationId xmlns:a16="http://schemas.microsoft.com/office/drawing/2014/main" id="{1C811A43-B025-0C61-1E80-A66ABF6AFF03}"/>
              </a:ext>
            </a:extLst>
          </p:cNvPr>
          <p:cNvSpPr/>
          <p:nvPr/>
        </p:nvSpPr>
        <p:spPr>
          <a:xfrm>
            <a:off x="9765792" y="2164080"/>
            <a:ext cx="64008" cy="1188720"/>
          </a:xfrm>
          <a:prstGeom prst="rect">
            <a:avLst/>
          </a:prstGeom>
          <a:solidFill>
            <a:srgbClr val="86EFA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322" name="Arrow: Down 123321">
            <a:extLst>
              <a:ext uri="{FF2B5EF4-FFF2-40B4-BE49-F238E27FC236}">
                <a16:creationId xmlns:a16="http://schemas.microsoft.com/office/drawing/2014/main" id="{E8EF8A3F-1E79-2474-0B16-5127C3F4E907}"/>
              </a:ext>
            </a:extLst>
          </p:cNvPr>
          <p:cNvSpPr/>
          <p:nvPr/>
        </p:nvSpPr>
        <p:spPr>
          <a:xfrm>
            <a:off x="3653028" y="3462528"/>
            <a:ext cx="274320" cy="411480"/>
          </a:xfrm>
          <a:prstGeom prst="downArrow">
            <a:avLst/>
          </a:prstGeom>
          <a:solidFill>
            <a:srgbClr val="86EFA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374" name="Rectangle 123373">
            <a:extLst>
              <a:ext uri="{FF2B5EF4-FFF2-40B4-BE49-F238E27FC236}">
                <a16:creationId xmlns:a16="http://schemas.microsoft.com/office/drawing/2014/main" id="{54C53A63-F1AA-5359-531C-4EF855A55DC9}"/>
              </a:ext>
            </a:extLst>
          </p:cNvPr>
          <p:cNvSpPr/>
          <p:nvPr/>
        </p:nvSpPr>
        <p:spPr>
          <a:xfrm>
            <a:off x="2148840" y="3965448"/>
            <a:ext cx="3291840" cy="91440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427" name="Rectangle 123426">
            <a:extLst>
              <a:ext uri="{FF2B5EF4-FFF2-40B4-BE49-F238E27FC236}">
                <a16:creationId xmlns:a16="http://schemas.microsoft.com/office/drawing/2014/main" id="{1E4B1DAA-5EAA-0C88-2CC6-A641C5C49F81}"/>
              </a:ext>
            </a:extLst>
          </p:cNvPr>
          <p:cNvSpPr/>
          <p:nvPr/>
        </p:nvSpPr>
        <p:spPr>
          <a:xfrm>
            <a:off x="2148840" y="3965448"/>
            <a:ext cx="64008" cy="914400"/>
          </a:xfrm>
          <a:prstGeom prst="rect">
            <a:avLst/>
          </a:prstGeom>
          <a:solidFill>
            <a:srgbClr val="86EFA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481" name="Rectangle 123480">
            <a:extLst>
              <a:ext uri="{FF2B5EF4-FFF2-40B4-BE49-F238E27FC236}">
                <a16:creationId xmlns:a16="http://schemas.microsoft.com/office/drawing/2014/main" id="{5C48725F-8308-5636-34C3-3533AE68B36F}"/>
              </a:ext>
            </a:extLst>
          </p:cNvPr>
          <p:cNvSpPr/>
          <p:nvPr/>
        </p:nvSpPr>
        <p:spPr>
          <a:xfrm>
            <a:off x="1143000" y="411480"/>
            <a:ext cx="8595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PART 10 · IOT BASICS AND INTRODUCTION
 </a:t>
            </a:r>
            <a:endParaRPr lang="en-US"/>
          </a:p>
        </p:txBody>
      </p:sp>
      <p:sp>
        <p:nvSpPr>
          <p:cNvPr id="123536" name="Rectangle 123535">
            <a:extLst>
              <a:ext uri="{FF2B5EF4-FFF2-40B4-BE49-F238E27FC236}">
                <a16:creationId xmlns:a16="http://schemas.microsoft.com/office/drawing/2014/main" id="{B7C857E6-6458-C4EB-ABEE-ACF9EDC22C95}"/>
              </a:ext>
            </a:extLst>
          </p:cNvPr>
          <p:cNvSpPr/>
          <p:nvPr/>
        </p:nvSpPr>
        <p:spPr>
          <a:xfrm>
            <a:off x="10515600" y="411480"/>
            <a:ext cx="1124712"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onsolas" panose="020B0609020204030204" pitchFamily="49" charset="0"/>
              </a:rPr>
              <a:t>17 / 19</a:t>
            </a:r>
            <a:endParaRPr lang="en-US"/>
          </a:p>
        </p:txBody>
      </p:sp>
      <p:sp>
        <p:nvSpPr>
          <p:cNvPr id="123592" name="Rectangle 123591">
            <a:extLst>
              <a:ext uri="{FF2B5EF4-FFF2-40B4-BE49-F238E27FC236}">
                <a16:creationId xmlns:a16="http://schemas.microsoft.com/office/drawing/2014/main" id="{3EB0E669-ACC9-67BC-919D-3103ED717274}"/>
              </a:ext>
            </a:extLst>
          </p:cNvPr>
          <p:cNvSpPr/>
          <p:nvPr/>
        </p:nvSpPr>
        <p:spPr>
          <a:xfrm>
            <a:off x="548640" y="822960"/>
            <a:ext cx="11091672"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3200">
                <a:solidFill>
                  <a:srgbClr val="F8FAFC"/>
                </a:solidFill>
                <a:effectLst/>
                <a:latin typeface="Calibri" panose="020F0502020204030204" pitchFamily="34" charset="0"/>
              </a:rPr>
              <a:t>A connected device is only useful</a:t>
            </a:r>
          </a:p>
          <a:p>
            <a:pPr>
              <a:buNone/>
            </a:pPr>
            <a:r>
              <a:rPr lang="en-US" sz="3200">
                <a:solidFill>
                  <a:srgbClr val="F8FAFC"/>
                </a:solidFill>
                <a:effectLst/>
                <a:latin typeface="Calibri" panose="020F0502020204030204" pitchFamily="34" charset="0"/>
              </a:rPr>
              <a:t>if someone can act on what it shares.</a:t>
            </a:r>
            <a:endParaRPr lang="en-US"/>
          </a:p>
        </p:txBody>
      </p:sp>
      <p:sp>
        <p:nvSpPr>
          <p:cNvPr id="123649" name="Rectangle 123648">
            <a:extLst>
              <a:ext uri="{FF2B5EF4-FFF2-40B4-BE49-F238E27FC236}">
                <a16:creationId xmlns:a16="http://schemas.microsoft.com/office/drawing/2014/main" id="{34EE3537-A8EB-B101-228B-36C7CC64C995}"/>
              </a:ext>
            </a:extLst>
          </p:cNvPr>
          <p:cNvSpPr/>
          <p:nvPr/>
        </p:nvSpPr>
        <p:spPr>
          <a:xfrm>
            <a:off x="777240" y="2209800"/>
            <a:ext cx="15087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SENSOR</a:t>
            </a:r>
          </a:p>
          <a:p>
            <a:pPr>
              <a:buNone/>
            </a:pPr>
            <a:r>
              <a:rPr lang="en-US" sz="1400">
                <a:solidFill>
                  <a:srgbClr val="67E8F9"/>
                </a:solidFill>
                <a:effectLst/>
                <a:latin typeface="Consolas" panose="020B0609020204030204" pitchFamily="49" charset="0"/>
              </a:rPr>
              <a:t> </a:t>
            </a:r>
            <a:endParaRPr lang="en-US"/>
          </a:p>
        </p:txBody>
      </p:sp>
      <p:sp>
        <p:nvSpPr>
          <p:cNvPr id="123707" name="Rectangle 123706">
            <a:extLst>
              <a:ext uri="{FF2B5EF4-FFF2-40B4-BE49-F238E27FC236}">
                <a16:creationId xmlns:a16="http://schemas.microsoft.com/office/drawing/2014/main" id="{615F6B9D-3F58-4C98-7A6E-59C651E898D1}"/>
              </a:ext>
            </a:extLst>
          </p:cNvPr>
          <p:cNvSpPr/>
          <p:nvPr/>
        </p:nvSpPr>
        <p:spPr>
          <a:xfrm>
            <a:off x="777240" y="2529840"/>
            <a:ext cx="1508760"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Observe the world</a:t>
            </a:r>
          </a:p>
          <a:p>
            <a:pPr>
              <a:buNone/>
            </a:pPr>
            <a:r>
              <a:rPr lang="en-US" sz="1400">
                <a:solidFill>
                  <a:srgbClr val="F8FAFC"/>
                </a:solidFill>
                <a:effectLst/>
                <a:latin typeface="Calibri" panose="020F0502020204030204" pitchFamily="34" charset="0"/>
              </a:rPr>
              <a:t> </a:t>
            </a:r>
            <a:endParaRPr lang="en-US"/>
          </a:p>
        </p:txBody>
      </p:sp>
      <p:sp>
        <p:nvSpPr>
          <p:cNvPr id="123766" name="Rectangle 123765">
            <a:extLst>
              <a:ext uri="{FF2B5EF4-FFF2-40B4-BE49-F238E27FC236}">
                <a16:creationId xmlns:a16="http://schemas.microsoft.com/office/drawing/2014/main" id="{F0DA977E-68C3-36E1-5E5A-E3ED39A8429E}"/>
              </a:ext>
            </a:extLst>
          </p:cNvPr>
          <p:cNvSpPr/>
          <p:nvPr/>
        </p:nvSpPr>
        <p:spPr>
          <a:xfrm>
            <a:off x="3081528" y="2209800"/>
            <a:ext cx="15087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DBA74"/>
                </a:solidFill>
                <a:effectLst/>
                <a:latin typeface="Consolas" panose="020B0609020204030204" pitchFamily="49" charset="0"/>
              </a:rPr>
              <a:t>ESP32</a:t>
            </a:r>
          </a:p>
          <a:p>
            <a:pPr>
              <a:buNone/>
            </a:pPr>
            <a:r>
              <a:rPr lang="en-US" sz="1400">
                <a:solidFill>
                  <a:srgbClr val="FDBA74"/>
                </a:solidFill>
                <a:effectLst/>
                <a:latin typeface="Consolas" panose="020B0609020204030204" pitchFamily="49" charset="0"/>
              </a:rPr>
              <a:t> </a:t>
            </a:r>
            <a:endParaRPr lang="en-US"/>
          </a:p>
        </p:txBody>
      </p:sp>
      <p:sp>
        <p:nvSpPr>
          <p:cNvPr id="123826" name="Rectangle 123825">
            <a:extLst>
              <a:ext uri="{FF2B5EF4-FFF2-40B4-BE49-F238E27FC236}">
                <a16:creationId xmlns:a16="http://schemas.microsoft.com/office/drawing/2014/main" id="{B33F4077-BE9C-CDA2-8D24-3EA52C1EB971}"/>
              </a:ext>
            </a:extLst>
          </p:cNvPr>
          <p:cNvSpPr/>
          <p:nvPr/>
        </p:nvSpPr>
        <p:spPr>
          <a:xfrm>
            <a:off x="3081528" y="2529840"/>
            <a:ext cx="15087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Decide locally</a:t>
            </a:r>
          </a:p>
          <a:p>
            <a:pPr>
              <a:buNone/>
            </a:pPr>
            <a:r>
              <a:rPr lang="en-US" sz="1400">
                <a:solidFill>
                  <a:srgbClr val="F8FAFC"/>
                </a:solidFill>
                <a:effectLst/>
                <a:latin typeface="Calibri" panose="020F0502020204030204" pitchFamily="34" charset="0"/>
              </a:rPr>
              <a:t> </a:t>
            </a:r>
            <a:endParaRPr lang="en-US"/>
          </a:p>
        </p:txBody>
      </p:sp>
      <p:sp>
        <p:nvSpPr>
          <p:cNvPr id="123887" name="Rectangle 123886">
            <a:extLst>
              <a:ext uri="{FF2B5EF4-FFF2-40B4-BE49-F238E27FC236}">
                <a16:creationId xmlns:a16="http://schemas.microsoft.com/office/drawing/2014/main" id="{43E41581-3DB1-AA8A-EA49-7FC267FA8BFC}"/>
              </a:ext>
            </a:extLst>
          </p:cNvPr>
          <p:cNvSpPr/>
          <p:nvPr/>
        </p:nvSpPr>
        <p:spPr>
          <a:xfrm>
            <a:off x="5385816" y="2209800"/>
            <a:ext cx="15087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4B5FD"/>
                </a:solidFill>
                <a:effectLst/>
                <a:latin typeface="Consolas" panose="020B0609020204030204" pitchFamily="49" charset="0"/>
              </a:rPr>
              <a:t>WI-FI</a:t>
            </a:r>
          </a:p>
          <a:p>
            <a:pPr>
              <a:buNone/>
            </a:pPr>
            <a:r>
              <a:rPr lang="en-US" sz="1400">
                <a:solidFill>
                  <a:srgbClr val="C4B5FD"/>
                </a:solidFill>
                <a:effectLst/>
                <a:latin typeface="Consolas" panose="020B0609020204030204" pitchFamily="49" charset="0"/>
              </a:rPr>
              <a:t> </a:t>
            </a:r>
            <a:endParaRPr lang="en-US"/>
          </a:p>
        </p:txBody>
      </p:sp>
      <p:sp>
        <p:nvSpPr>
          <p:cNvPr id="123949" name="Rectangle 123948">
            <a:extLst>
              <a:ext uri="{FF2B5EF4-FFF2-40B4-BE49-F238E27FC236}">
                <a16:creationId xmlns:a16="http://schemas.microsoft.com/office/drawing/2014/main" id="{AC529838-A673-1A32-4638-6A447C4FC942}"/>
              </a:ext>
            </a:extLst>
          </p:cNvPr>
          <p:cNvSpPr/>
          <p:nvPr/>
        </p:nvSpPr>
        <p:spPr>
          <a:xfrm>
            <a:off x="5385816" y="2529840"/>
            <a:ext cx="1508760"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Carry the message</a:t>
            </a:r>
          </a:p>
          <a:p>
            <a:pPr>
              <a:buNone/>
            </a:pPr>
            <a:r>
              <a:rPr lang="en-US" sz="1400">
                <a:solidFill>
                  <a:srgbClr val="F8FAFC"/>
                </a:solidFill>
                <a:effectLst/>
                <a:latin typeface="Calibri" panose="020F0502020204030204" pitchFamily="34" charset="0"/>
              </a:rPr>
              <a:t> </a:t>
            </a:r>
            <a:endParaRPr lang="en-US"/>
          </a:p>
        </p:txBody>
      </p:sp>
      <p:sp>
        <p:nvSpPr>
          <p:cNvPr id="124012" name="Rectangle 124011">
            <a:extLst>
              <a:ext uri="{FF2B5EF4-FFF2-40B4-BE49-F238E27FC236}">
                <a16:creationId xmlns:a16="http://schemas.microsoft.com/office/drawing/2014/main" id="{66056C97-5E50-9B5A-A8A1-CE576FF94F7B}"/>
              </a:ext>
            </a:extLst>
          </p:cNvPr>
          <p:cNvSpPr/>
          <p:nvPr/>
        </p:nvSpPr>
        <p:spPr>
          <a:xfrm>
            <a:off x="7690104" y="2209800"/>
            <a:ext cx="15087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4B5FD"/>
                </a:solidFill>
                <a:effectLst/>
                <a:latin typeface="Consolas" panose="020B0609020204030204" pitchFamily="49" charset="0"/>
              </a:rPr>
              <a:t>WEB / CLOUD
 </a:t>
            </a:r>
            <a:endParaRPr lang="en-US"/>
          </a:p>
        </p:txBody>
      </p:sp>
      <p:sp>
        <p:nvSpPr>
          <p:cNvPr id="124076" name="Rectangle 124075">
            <a:extLst>
              <a:ext uri="{FF2B5EF4-FFF2-40B4-BE49-F238E27FC236}">
                <a16:creationId xmlns:a16="http://schemas.microsoft.com/office/drawing/2014/main" id="{EE61E9A0-5F91-62F1-54D8-9E896C641DAF}"/>
              </a:ext>
            </a:extLst>
          </p:cNvPr>
          <p:cNvSpPr/>
          <p:nvPr/>
        </p:nvSpPr>
        <p:spPr>
          <a:xfrm>
            <a:off x="7690104" y="2529840"/>
            <a:ext cx="1508760"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Show status, keep history</a:t>
            </a:r>
          </a:p>
          <a:p>
            <a:pPr>
              <a:buNone/>
            </a:pPr>
            <a:r>
              <a:rPr lang="en-US" sz="1400">
                <a:solidFill>
                  <a:srgbClr val="F8FAFC"/>
                </a:solidFill>
                <a:effectLst/>
                <a:latin typeface="Calibri" panose="020F0502020204030204" pitchFamily="34" charset="0"/>
              </a:rPr>
              <a:t> </a:t>
            </a:r>
            <a:endParaRPr lang="en-US"/>
          </a:p>
        </p:txBody>
      </p:sp>
      <p:sp>
        <p:nvSpPr>
          <p:cNvPr id="124141" name="Rectangle 124140">
            <a:extLst>
              <a:ext uri="{FF2B5EF4-FFF2-40B4-BE49-F238E27FC236}">
                <a16:creationId xmlns:a16="http://schemas.microsoft.com/office/drawing/2014/main" id="{D3A5E092-BD6B-E90F-2595-CDECE645C8B4}"/>
              </a:ext>
            </a:extLst>
          </p:cNvPr>
          <p:cNvSpPr/>
          <p:nvPr/>
        </p:nvSpPr>
        <p:spPr>
          <a:xfrm>
            <a:off x="9994392" y="2209800"/>
            <a:ext cx="15087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86EFAC"/>
                </a:solidFill>
                <a:effectLst/>
                <a:latin typeface="Consolas" panose="020B0609020204030204" pitchFamily="49" charset="0"/>
              </a:rPr>
              <a:t>USER</a:t>
            </a:r>
          </a:p>
          <a:p>
            <a:pPr>
              <a:buNone/>
            </a:pPr>
            <a:r>
              <a:rPr lang="en-US" sz="1400">
                <a:solidFill>
                  <a:srgbClr val="86EFAC"/>
                </a:solidFill>
                <a:effectLst/>
                <a:latin typeface="Consolas" panose="020B0609020204030204" pitchFamily="49" charset="0"/>
              </a:rPr>
              <a:t> </a:t>
            </a:r>
            <a:endParaRPr lang="en-US"/>
          </a:p>
        </p:txBody>
      </p:sp>
      <p:sp>
        <p:nvSpPr>
          <p:cNvPr id="124207" name="Rectangle 124206">
            <a:extLst>
              <a:ext uri="{FF2B5EF4-FFF2-40B4-BE49-F238E27FC236}">
                <a16:creationId xmlns:a16="http://schemas.microsoft.com/office/drawing/2014/main" id="{FA0318F1-7F9F-DF47-55F2-8B65E3E9E2B9}"/>
              </a:ext>
            </a:extLst>
          </p:cNvPr>
          <p:cNvSpPr/>
          <p:nvPr/>
        </p:nvSpPr>
        <p:spPr>
          <a:xfrm>
            <a:off x="9994392" y="2529840"/>
            <a:ext cx="15087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Take action</a:t>
            </a:r>
          </a:p>
          <a:p>
            <a:pPr>
              <a:buNone/>
            </a:pPr>
            <a:r>
              <a:rPr lang="en-US" sz="1400">
                <a:solidFill>
                  <a:srgbClr val="F8FAFC"/>
                </a:solidFill>
                <a:effectLst/>
                <a:latin typeface="Calibri" panose="020F0502020204030204" pitchFamily="34" charset="0"/>
              </a:rPr>
              <a:t> </a:t>
            </a:r>
            <a:endParaRPr lang="en-US"/>
          </a:p>
        </p:txBody>
      </p:sp>
      <p:sp>
        <p:nvSpPr>
          <p:cNvPr id="124274" name="Rectangle 124273">
            <a:extLst>
              <a:ext uri="{FF2B5EF4-FFF2-40B4-BE49-F238E27FC236}">
                <a16:creationId xmlns:a16="http://schemas.microsoft.com/office/drawing/2014/main" id="{C052DCCB-216A-ACD5-7DFE-74E962A463F5}"/>
              </a:ext>
            </a:extLst>
          </p:cNvPr>
          <p:cNvSpPr/>
          <p:nvPr/>
        </p:nvSpPr>
        <p:spPr>
          <a:xfrm>
            <a:off x="2377440" y="4011168"/>
            <a:ext cx="292608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86EFAC"/>
                </a:solidFill>
                <a:effectLst/>
                <a:latin typeface="Consolas" panose="020B0609020204030204" pitchFamily="49" charset="0"/>
              </a:rPr>
              <a:t>LOCAL OUTPUT</a:t>
            </a:r>
          </a:p>
          <a:p>
            <a:pPr>
              <a:buNone/>
            </a:pPr>
            <a:r>
              <a:rPr lang="en-US" sz="1400">
                <a:solidFill>
                  <a:srgbClr val="86EFAC"/>
                </a:solidFill>
                <a:effectLst/>
                <a:latin typeface="Consolas" panose="020B0609020204030204" pitchFamily="49" charset="0"/>
              </a:rPr>
              <a:t> </a:t>
            </a:r>
            <a:endParaRPr lang="en-US"/>
          </a:p>
        </p:txBody>
      </p:sp>
      <p:sp>
        <p:nvSpPr>
          <p:cNvPr id="124342" name="Rectangle 124341">
            <a:extLst>
              <a:ext uri="{FF2B5EF4-FFF2-40B4-BE49-F238E27FC236}">
                <a16:creationId xmlns:a16="http://schemas.microsoft.com/office/drawing/2014/main" id="{19C15FCF-FA35-08C5-3AA3-AB5F4C18D68C}"/>
              </a:ext>
            </a:extLst>
          </p:cNvPr>
          <p:cNvSpPr/>
          <p:nvPr/>
        </p:nvSpPr>
        <p:spPr>
          <a:xfrm>
            <a:off x="2377440" y="4331208"/>
            <a:ext cx="2926080"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Buzzer or LED still responds if Wi-Fi drops</a:t>
            </a:r>
          </a:p>
          <a:p>
            <a:pPr>
              <a:buNone/>
            </a:pPr>
            <a:r>
              <a:rPr lang="en-US" sz="1400">
                <a:solidFill>
                  <a:srgbClr val="F8FAFC"/>
                </a:solidFill>
                <a:effectLst/>
                <a:latin typeface="Calibri" panose="020F0502020204030204" pitchFamily="34" charset="0"/>
              </a:rPr>
              <a:t> </a:t>
            </a:r>
            <a:endParaRPr lang="en-US"/>
          </a:p>
        </p:txBody>
      </p:sp>
      <p:sp>
        <p:nvSpPr>
          <p:cNvPr id="124411" name="Rectangle 124410">
            <a:extLst>
              <a:ext uri="{FF2B5EF4-FFF2-40B4-BE49-F238E27FC236}">
                <a16:creationId xmlns:a16="http://schemas.microsoft.com/office/drawing/2014/main" id="{85D0C90F-E8ED-44DF-3CF7-D79318BA65D0}"/>
              </a:ext>
            </a:extLst>
          </p:cNvPr>
          <p:cNvSpPr/>
          <p:nvPr/>
        </p:nvSpPr>
        <p:spPr>
          <a:xfrm>
            <a:off x="5760720" y="3947160"/>
            <a:ext cx="5879592"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Smart alarm: the buzzer sounds locally; the dashboard adds context.</a:t>
            </a:r>
          </a:p>
          <a:p>
            <a:pPr>
              <a:buNone/>
            </a:pPr>
            <a:r>
              <a:rPr lang="en-US" sz="1600">
                <a:solidFill>
                  <a:srgbClr val="F8FAFC"/>
                </a:solidFill>
                <a:effectLst/>
                <a:latin typeface="Calibri" panose="020F0502020204030204" pitchFamily="34" charset="0"/>
              </a:rPr>
              <a:t>Traffic model: report the simulated event — never treat noise as authority.</a:t>
            </a:r>
            <a:endParaRPr lang="en-US"/>
          </a:p>
        </p:txBody>
      </p:sp>
      <p:sp>
        <p:nvSpPr>
          <p:cNvPr id="124481" name="Rectangle 124480">
            <a:extLst>
              <a:ext uri="{FF2B5EF4-FFF2-40B4-BE49-F238E27FC236}">
                <a16:creationId xmlns:a16="http://schemas.microsoft.com/office/drawing/2014/main" id="{EF90DAB9-07C3-E0D2-DB6F-22DC364BF3A0}"/>
              </a:ext>
            </a:extLst>
          </p:cNvPr>
          <p:cNvSpPr/>
          <p:nvPr/>
        </p:nvSpPr>
        <p:spPr>
          <a:xfrm>
            <a:off x="548640" y="5879592"/>
            <a:ext cx="1109167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Ask of every connected feature: who acts on this, and what happens when the network is down?</a:t>
            </a:r>
          </a:p>
          <a:p>
            <a:pPr>
              <a:buNone/>
            </a:pPr>
            <a:r>
              <a:rPr lang="en-US" sz="1400">
                <a:solidFill>
                  <a:srgbClr val="CBD5E1"/>
                </a:solidFill>
                <a:effectLst/>
                <a:latin typeface="Calibri" panose="020F0502020204030204" pitchFamily="34" charset="0"/>
              </a:rPr>
              <a:t> </a:t>
            </a:r>
            <a:endParaRPr lang="en-US"/>
          </a:p>
        </p:txBody>
      </p:sp>
    </p:spTree>
    <p:extLst>
      <p:ext uri="{BB962C8B-B14F-4D97-AF65-F5344CB8AC3E}">
        <p14:creationId xmlns:p14="http://schemas.microsoft.com/office/powerpoint/2010/main" val="2770887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124976" name="Rectangle 124975">
            <a:extLst>
              <a:ext uri="{FF2B5EF4-FFF2-40B4-BE49-F238E27FC236}">
                <a16:creationId xmlns:a16="http://schemas.microsoft.com/office/drawing/2014/main" id="{197E3307-F1BE-62DE-DBF5-5E4411E3A86D}"/>
              </a:ext>
            </a:extLst>
          </p:cNvPr>
          <p:cNvSpPr/>
          <p:nvPr/>
        </p:nvSpPr>
        <p:spPr>
          <a:xfrm>
            <a:off x="548640" y="621792"/>
            <a:ext cx="457200" cy="41148"/>
          </a:xfrm>
          <a:prstGeom prst="rect">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4979" name="Rectangle 124978">
            <a:extLst>
              <a:ext uri="{FF2B5EF4-FFF2-40B4-BE49-F238E27FC236}">
                <a16:creationId xmlns:a16="http://schemas.microsoft.com/office/drawing/2014/main" id="{4BA73FB7-BA03-F92E-2F16-9ACA78454348}"/>
              </a:ext>
            </a:extLst>
          </p:cNvPr>
          <p:cNvSpPr/>
          <p:nvPr/>
        </p:nvSpPr>
        <p:spPr>
          <a:xfrm>
            <a:off x="548640" y="2164080"/>
            <a:ext cx="5806440" cy="3639312"/>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4983" name="Rectangle 124982">
            <a:extLst>
              <a:ext uri="{FF2B5EF4-FFF2-40B4-BE49-F238E27FC236}">
                <a16:creationId xmlns:a16="http://schemas.microsoft.com/office/drawing/2014/main" id="{0F0AC648-A6E9-50B7-4669-ABDF2F08BA87}"/>
              </a:ext>
            </a:extLst>
          </p:cNvPr>
          <p:cNvSpPr/>
          <p:nvPr/>
        </p:nvSpPr>
        <p:spPr>
          <a:xfrm>
            <a:off x="6675120" y="2164080"/>
            <a:ext cx="4965192" cy="91440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4988" name="Rectangle 124987">
            <a:extLst>
              <a:ext uri="{FF2B5EF4-FFF2-40B4-BE49-F238E27FC236}">
                <a16:creationId xmlns:a16="http://schemas.microsoft.com/office/drawing/2014/main" id="{A10DA9E9-F54B-85FE-39C2-763122B834E5}"/>
              </a:ext>
            </a:extLst>
          </p:cNvPr>
          <p:cNvSpPr/>
          <p:nvPr/>
        </p:nvSpPr>
        <p:spPr>
          <a:xfrm>
            <a:off x="6675120" y="2164080"/>
            <a:ext cx="64008" cy="914400"/>
          </a:xfrm>
          <a:prstGeom prst="rect">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4994" name="Arrow: Down 124993">
            <a:extLst>
              <a:ext uri="{FF2B5EF4-FFF2-40B4-BE49-F238E27FC236}">
                <a16:creationId xmlns:a16="http://schemas.microsoft.com/office/drawing/2014/main" id="{458F5A2D-CC71-DD40-32AA-0EA6A824D11F}"/>
              </a:ext>
            </a:extLst>
          </p:cNvPr>
          <p:cNvSpPr/>
          <p:nvPr/>
        </p:nvSpPr>
        <p:spPr>
          <a:xfrm>
            <a:off x="9020556" y="3133344"/>
            <a:ext cx="274320" cy="173736"/>
          </a:xfrm>
          <a:prstGeom prst="downArrow">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001" name="Rectangle 125000">
            <a:extLst>
              <a:ext uri="{FF2B5EF4-FFF2-40B4-BE49-F238E27FC236}">
                <a16:creationId xmlns:a16="http://schemas.microsoft.com/office/drawing/2014/main" id="{332BE3ED-7084-1785-78C6-5B5835508D24}"/>
              </a:ext>
            </a:extLst>
          </p:cNvPr>
          <p:cNvSpPr/>
          <p:nvPr/>
        </p:nvSpPr>
        <p:spPr>
          <a:xfrm>
            <a:off x="6675120" y="3361944"/>
            <a:ext cx="4965192" cy="91440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009" name="Rectangle 125008">
            <a:extLst>
              <a:ext uri="{FF2B5EF4-FFF2-40B4-BE49-F238E27FC236}">
                <a16:creationId xmlns:a16="http://schemas.microsoft.com/office/drawing/2014/main" id="{540A0DF3-A685-2AF1-23E9-E9F1BED72894}"/>
              </a:ext>
            </a:extLst>
          </p:cNvPr>
          <p:cNvSpPr/>
          <p:nvPr/>
        </p:nvSpPr>
        <p:spPr>
          <a:xfrm>
            <a:off x="6675120" y="3361944"/>
            <a:ext cx="64008" cy="914400"/>
          </a:xfrm>
          <a:prstGeom prst="rect">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018" name="Arrow: Down 125017">
            <a:extLst>
              <a:ext uri="{FF2B5EF4-FFF2-40B4-BE49-F238E27FC236}">
                <a16:creationId xmlns:a16="http://schemas.microsoft.com/office/drawing/2014/main" id="{D796D2DD-BCAA-121D-D3D8-EF38662A522E}"/>
              </a:ext>
            </a:extLst>
          </p:cNvPr>
          <p:cNvSpPr/>
          <p:nvPr/>
        </p:nvSpPr>
        <p:spPr>
          <a:xfrm>
            <a:off x="9020556" y="4331208"/>
            <a:ext cx="274320" cy="173736"/>
          </a:xfrm>
          <a:prstGeom prst="downArrow">
            <a:avLst/>
          </a:prstGeom>
          <a:solidFill>
            <a:srgbClr val="CBD5E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028" name="Rectangle 125027">
            <a:extLst>
              <a:ext uri="{FF2B5EF4-FFF2-40B4-BE49-F238E27FC236}">
                <a16:creationId xmlns:a16="http://schemas.microsoft.com/office/drawing/2014/main" id="{1A4F3CBD-018A-9536-37FB-4874727E7665}"/>
              </a:ext>
            </a:extLst>
          </p:cNvPr>
          <p:cNvSpPr/>
          <p:nvPr/>
        </p:nvSpPr>
        <p:spPr>
          <a:xfrm>
            <a:off x="6675120" y="4559808"/>
            <a:ext cx="4965192" cy="914400"/>
          </a:xfrm>
          <a:prstGeom prst="rect">
            <a:avLst/>
          </a:prstGeom>
          <a:solidFill>
            <a:srgbClr val="1E293B"/>
          </a:solidFill>
          <a:ln w="12700">
            <a:solidFill>
              <a:srgbClr val="33415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039" name="Rectangle 125038">
            <a:extLst>
              <a:ext uri="{FF2B5EF4-FFF2-40B4-BE49-F238E27FC236}">
                <a16:creationId xmlns:a16="http://schemas.microsoft.com/office/drawing/2014/main" id="{E796B1E1-D138-7755-D306-C7693C778947}"/>
              </a:ext>
            </a:extLst>
          </p:cNvPr>
          <p:cNvSpPr/>
          <p:nvPr/>
        </p:nvSpPr>
        <p:spPr>
          <a:xfrm>
            <a:off x="6675120" y="4559808"/>
            <a:ext cx="64008" cy="914400"/>
          </a:xfrm>
          <a:prstGeom prst="rect">
            <a:avLst/>
          </a:prstGeom>
          <a:solidFill>
            <a:srgbClr val="86EFA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051" name="Rectangle 125050">
            <a:extLst>
              <a:ext uri="{FF2B5EF4-FFF2-40B4-BE49-F238E27FC236}">
                <a16:creationId xmlns:a16="http://schemas.microsoft.com/office/drawing/2014/main" id="{681E550C-3403-F344-BCB7-F7A29D555E73}"/>
              </a:ext>
            </a:extLst>
          </p:cNvPr>
          <p:cNvSpPr/>
          <p:nvPr/>
        </p:nvSpPr>
        <p:spPr>
          <a:xfrm>
            <a:off x="1143000" y="411480"/>
            <a:ext cx="8595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PART 11 · IOT ON THE ESP32 · SETTING UP A WEB SERVER</a:t>
            </a:r>
          </a:p>
          <a:p>
            <a:pPr>
              <a:buNone/>
            </a:pPr>
            <a:r>
              <a:rPr lang="en-US" sz="1400">
                <a:solidFill>
                  <a:srgbClr val="CBD5E1"/>
                </a:solidFill>
                <a:effectLst/>
                <a:latin typeface="Consolas" panose="020B0609020204030204" pitchFamily="49" charset="0"/>
              </a:rPr>
              <a:t> </a:t>
            </a:r>
            <a:endParaRPr lang="en-US"/>
          </a:p>
        </p:txBody>
      </p:sp>
      <p:sp>
        <p:nvSpPr>
          <p:cNvPr id="125064" name="Rectangle 125063">
            <a:extLst>
              <a:ext uri="{FF2B5EF4-FFF2-40B4-BE49-F238E27FC236}">
                <a16:creationId xmlns:a16="http://schemas.microsoft.com/office/drawing/2014/main" id="{CFC0EE46-C0B2-F92A-7DF1-BD4F931DC1F2}"/>
              </a:ext>
            </a:extLst>
          </p:cNvPr>
          <p:cNvSpPr/>
          <p:nvPr/>
        </p:nvSpPr>
        <p:spPr>
          <a:xfrm>
            <a:off x="10515600" y="411480"/>
            <a:ext cx="1124712"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onsolas" panose="020B0609020204030204" pitchFamily="49" charset="0"/>
              </a:rPr>
              <a:t>18 / 19</a:t>
            </a:r>
            <a:endParaRPr lang="en-US"/>
          </a:p>
        </p:txBody>
      </p:sp>
      <p:sp>
        <p:nvSpPr>
          <p:cNvPr id="125078" name="Rectangle 125077">
            <a:extLst>
              <a:ext uri="{FF2B5EF4-FFF2-40B4-BE49-F238E27FC236}">
                <a16:creationId xmlns:a16="http://schemas.microsoft.com/office/drawing/2014/main" id="{13BF1C82-BD1F-1479-8FA9-983C431490C3}"/>
              </a:ext>
            </a:extLst>
          </p:cNvPr>
          <p:cNvSpPr/>
          <p:nvPr/>
        </p:nvSpPr>
        <p:spPr>
          <a:xfrm>
            <a:off x="548640" y="822960"/>
            <a:ext cx="11091672"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3200">
                <a:solidFill>
                  <a:srgbClr val="F8FAFC"/>
                </a:solidFill>
                <a:effectLst/>
                <a:latin typeface="Calibri" panose="020F0502020204030204" pitchFamily="34" charset="0"/>
              </a:rPr>
              <a:t>The ESP32 can serve a web page</a:t>
            </a:r>
          </a:p>
          <a:p>
            <a:pPr>
              <a:buNone/>
            </a:pPr>
            <a:r>
              <a:rPr lang="en-US" sz="3200">
                <a:solidFill>
                  <a:srgbClr val="F8FAFC"/>
                </a:solidFill>
                <a:effectLst/>
                <a:latin typeface="Calibri" panose="020F0502020204030204" pitchFamily="34" charset="0"/>
              </a:rPr>
              <a:t>that shows its own sensor reading.</a:t>
            </a:r>
            <a:endParaRPr lang="en-US"/>
          </a:p>
        </p:txBody>
      </p:sp>
      <p:sp>
        <p:nvSpPr>
          <p:cNvPr id="125093" name="Rectangle 125092">
            <a:extLst>
              <a:ext uri="{FF2B5EF4-FFF2-40B4-BE49-F238E27FC236}">
                <a16:creationId xmlns:a16="http://schemas.microsoft.com/office/drawing/2014/main" id="{38A85817-0CAC-976C-7CD5-EEAF338F1F85}"/>
              </a:ext>
            </a:extLst>
          </p:cNvPr>
          <p:cNvSpPr/>
          <p:nvPr/>
        </p:nvSpPr>
        <p:spPr>
          <a:xfrm>
            <a:off x="685800" y="2191512"/>
            <a:ext cx="41148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webserver.ino · arduino-esp32</a:t>
            </a:r>
          </a:p>
          <a:p>
            <a:pPr>
              <a:buNone/>
            </a:pPr>
            <a:r>
              <a:rPr lang="en-US" sz="1400">
                <a:solidFill>
                  <a:srgbClr val="CBD5E1"/>
                </a:solidFill>
                <a:effectLst/>
                <a:latin typeface="Consolas" panose="020B0609020204030204" pitchFamily="49" charset="0"/>
              </a:rPr>
              <a:t> </a:t>
            </a:r>
            <a:endParaRPr lang="en-US"/>
          </a:p>
        </p:txBody>
      </p:sp>
      <p:sp>
        <p:nvSpPr>
          <p:cNvPr id="125126" name="Rectangle 125125">
            <a:extLst>
              <a:ext uri="{FF2B5EF4-FFF2-40B4-BE49-F238E27FC236}">
                <a16:creationId xmlns:a16="http://schemas.microsoft.com/office/drawing/2014/main" id="{890397F5-A206-6754-2DAC-A2C621C1B246}"/>
              </a:ext>
            </a:extLst>
          </p:cNvPr>
          <p:cNvSpPr/>
          <p:nvPr/>
        </p:nvSpPr>
        <p:spPr>
          <a:xfrm>
            <a:off x="6903720" y="2209800"/>
            <a:ext cx="459943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4B5FD"/>
                </a:solidFill>
                <a:effectLst/>
                <a:latin typeface="Consolas" panose="020B0609020204030204" pitchFamily="49" charset="0"/>
              </a:rPr>
              <a:t>1 · JOIN THE NETWORK</a:t>
            </a:r>
          </a:p>
          <a:p>
            <a:pPr>
              <a:buNone/>
            </a:pPr>
            <a:r>
              <a:rPr lang="en-US" sz="1400">
                <a:solidFill>
                  <a:srgbClr val="C4B5FD"/>
                </a:solidFill>
                <a:effectLst/>
                <a:latin typeface="Consolas" panose="020B0609020204030204" pitchFamily="49" charset="0"/>
              </a:rPr>
              <a:t> </a:t>
            </a:r>
            <a:endParaRPr lang="en-US"/>
          </a:p>
        </p:txBody>
      </p:sp>
      <p:sp>
        <p:nvSpPr>
          <p:cNvPr id="125144" name="Rectangle 125143">
            <a:extLst>
              <a:ext uri="{FF2B5EF4-FFF2-40B4-BE49-F238E27FC236}">
                <a16:creationId xmlns:a16="http://schemas.microsoft.com/office/drawing/2014/main" id="{2A78FB63-6BB1-9E4F-3FFA-63DD459A4364}"/>
              </a:ext>
            </a:extLst>
          </p:cNvPr>
          <p:cNvSpPr/>
          <p:nvPr/>
        </p:nvSpPr>
        <p:spPr>
          <a:xfrm>
            <a:off x="6903720" y="2502408"/>
            <a:ext cx="4599432"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WiFi.begin() joins the classroom Wi-Fi — or WiFi.softAP() makes the ESP32 its own hotspot.</a:t>
            </a:r>
          </a:p>
          <a:p>
            <a:pPr>
              <a:buNone/>
            </a:pPr>
            <a:r>
              <a:rPr lang="en-US" sz="1400">
                <a:solidFill>
                  <a:srgbClr val="F8FAFC"/>
                </a:solidFill>
                <a:effectLst/>
                <a:latin typeface="Calibri" panose="020F0502020204030204" pitchFamily="34" charset="0"/>
              </a:rPr>
              <a:t> </a:t>
            </a:r>
            <a:endParaRPr lang="en-US"/>
          </a:p>
        </p:txBody>
      </p:sp>
      <p:sp>
        <p:nvSpPr>
          <p:cNvPr id="125163" name="Rectangle 125162">
            <a:extLst>
              <a:ext uri="{FF2B5EF4-FFF2-40B4-BE49-F238E27FC236}">
                <a16:creationId xmlns:a16="http://schemas.microsoft.com/office/drawing/2014/main" id="{41624AE2-B739-EA12-5FD2-29F89F9F886C}"/>
              </a:ext>
            </a:extLst>
          </p:cNvPr>
          <p:cNvSpPr/>
          <p:nvPr/>
        </p:nvSpPr>
        <p:spPr>
          <a:xfrm>
            <a:off x="6903720" y="3407664"/>
            <a:ext cx="459943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4B5FD"/>
                </a:solidFill>
                <a:effectLst/>
                <a:latin typeface="Consolas" panose="020B0609020204030204" pitchFamily="49" charset="0"/>
              </a:rPr>
              <a:t>2 · LISTEN ON PORT 80</a:t>
            </a:r>
          </a:p>
          <a:p>
            <a:pPr>
              <a:buNone/>
            </a:pPr>
            <a:r>
              <a:rPr lang="en-US" sz="1400">
                <a:solidFill>
                  <a:srgbClr val="C4B5FD"/>
                </a:solidFill>
                <a:effectLst/>
                <a:latin typeface="Consolas" panose="020B0609020204030204" pitchFamily="49" charset="0"/>
              </a:rPr>
              <a:t> </a:t>
            </a:r>
            <a:endParaRPr lang="en-US"/>
          </a:p>
        </p:txBody>
      </p:sp>
      <p:sp>
        <p:nvSpPr>
          <p:cNvPr id="125183" name="Rectangle 125182">
            <a:extLst>
              <a:ext uri="{FF2B5EF4-FFF2-40B4-BE49-F238E27FC236}">
                <a16:creationId xmlns:a16="http://schemas.microsoft.com/office/drawing/2014/main" id="{5804231B-4D98-2DB6-1BC5-8D53F09F303F}"/>
              </a:ext>
            </a:extLst>
          </p:cNvPr>
          <p:cNvSpPr/>
          <p:nvPr/>
        </p:nvSpPr>
        <p:spPr>
          <a:xfrm>
            <a:off x="6903720" y="3700272"/>
            <a:ext cx="4599432"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WebServer waits for requests and the Serial Monitor prints the board's IP address.</a:t>
            </a:r>
          </a:p>
          <a:p>
            <a:pPr>
              <a:buNone/>
            </a:pPr>
            <a:r>
              <a:rPr lang="en-US" sz="1400">
                <a:solidFill>
                  <a:srgbClr val="F8FAFC"/>
                </a:solidFill>
                <a:effectLst/>
                <a:latin typeface="Calibri" panose="020F0502020204030204" pitchFamily="34" charset="0"/>
              </a:rPr>
              <a:t> </a:t>
            </a:r>
            <a:endParaRPr lang="en-US"/>
          </a:p>
        </p:txBody>
      </p:sp>
      <p:sp>
        <p:nvSpPr>
          <p:cNvPr id="125204" name="Rectangle 125203">
            <a:extLst>
              <a:ext uri="{FF2B5EF4-FFF2-40B4-BE49-F238E27FC236}">
                <a16:creationId xmlns:a16="http://schemas.microsoft.com/office/drawing/2014/main" id="{3D95B23B-B8C8-EDAA-7F69-03C1BE80308F}"/>
              </a:ext>
            </a:extLst>
          </p:cNvPr>
          <p:cNvSpPr/>
          <p:nvPr/>
        </p:nvSpPr>
        <p:spPr>
          <a:xfrm>
            <a:off x="6903720" y="4605528"/>
            <a:ext cx="459943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86EFAC"/>
                </a:solidFill>
                <a:effectLst/>
                <a:latin typeface="Consolas" panose="020B0609020204030204" pitchFamily="49" charset="0"/>
              </a:rPr>
              <a:t>3 · RESPOND</a:t>
            </a:r>
          </a:p>
          <a:p>
            <a:pPr>
              <a:buNone/>
            </a:pPr>
            <a:r>
              <a:rPr lang="en-US" sz="1400">
                <a:solidFill>
                  <a:srgbClr val="86EFAC"/>
                </a:solidFill>
                <a:effectLst/>
                <a:latin typeface="Consolas" panose="020B0609020204030204" pitchFamily="49" charset="0"/>
              </a:rPr>
              <a:t> </a:t>
            </a:r>
            <a:endParaRPr lang="en-US"/>
          </a:p>
        </p:txBody>
      </p:sp>
      <p:sp>
        <p:nvSpPr>
          <p:cNvPr id="125226" name="Rectangle 125225">
            <a:extLst>
              <a:ext uri="{FF2B5EF4-FFF2-40B4-BE49-F238E27FC236}">
                <a16:creationId xmlns:a16="http://schemas.microsoft.com/office/drawing/2014/main" id="{D694648F-A86B-BDBD-C85E-2D3602DE747D}"/>
              </a:ext>
            </a:extLst>
          </p:cNvPr>
          <p:cNvSpPr/>
          <p:nvPr/>
        </p:nvSpPr>
        <p:spPr>
          <a:xfrm>
            <a:off x="6903720" y="4898136"/>
            <a:ext cx="4599432"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alibri" panose="020F0502020204030204" pitchFamily="34" charset="0"/>
              </a:rPr>
              <a:t>A laptop browser opens http://&lt;board-ip&gt;/ — the board replies with its live reading.</a:t>
            </a:r>
          </a:p>
          <a:p>
            <a:pPr>
              <a:buNone/>
            </a:pPr>
            <a:r>
              <a:rPr lang="en-US" sz="1400">
                <a:solidFill>
                  <a:srgbClr val="F8FAFC"/>
                </a:solidFill>
                <a:effectLst/>
                <a:latin typeface="Calibri" panose="020F0502020204030204" pitchFamily="34" charset="0"/>
              </a:rPr>
              <a:t> </a:t>
            </a:r>
            <a:endParaRPr lang="en-US"/>
          </a:p>
        </p:txBody>
      </p:sp>
      <p:sp>
        <p:nvSpPr>
          <p:cNvPr id="125249" name="Rectangle 125248">
            <a:extLst>
              <a:ext uri="{FF2B5EF4-FFF2-40B4-BE49-F238E27FC236}">
                <a16:creationId xmlns:a16="http://schemas.microsoft.com/office/drawing/2014/main" id="{6E1E8201-8BF8-E9F0-EFAF-95F52B0DB20D}"/>
              </a:ext>
            </a:extLst>
          </p:cNvPr>
          <p:cNvSpPr/>
          <p:nvPr/>
        </p:nvSpPr>
        <p:spPr>
          <a:xfrm>
            <a:off x="548640" y="5943600"/>
            <a:ext cx="1109167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Facilitator demo · local network only — softAP mode needs no router, no internet and no phones.</a:t>
            </a:r>
          </a:p>
          <a:p>
            <a:pPr>
              <a:buNone/>
            </a:pPr>
            <a:r>
              <a:rPr lang="en-US" sz="1400">
                <a:solidFill>
                  <a:srgbClr val="CBD5E1"/>
                </a:solidFill>
                <a:effectLst/>
                <a:latin typeface="Calibri" panose="020F0502020204030204" pitchFamily="34" charset="0"/>
              </a:rPr>
              <a:t> </a:t>
            </a:r>
            <a:endParaRPr lang="en-US"/>
          </a:p>
        </p:txBody>
      </p:sp>
      <p:sp>
        <p:nvSpPr>
          <p:cNvPr id="128272" name="Rectangle 128271">
            <a:extLst>
              <a:ext uri="{FF2B5EF4-FFF2-40B4-BE49-F238E27FC236}">
                <a16:creationId xmlns:a16="http://schemas.microsoft.com/office/drawing/2014/main" id="{45EB05DD-3564-5D13-3B33-734F0041A6BB}"/>
              </a:ext>
            </a:extLst>
          </p:cNvPr>
          <p:cNvSpPr/>
          <p:nvPr/>
        </p:nvSpPr>
        <p:spPr>
          <a:xfrm>
            <a:off x="731520" y="2465832"/>
            <a:ext cx="5486400" cy="3078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F8FAFC"/>
                </a:solidFill>
                <a:effectLst/>
                <a:latin typeface="Consolas" panose="020B0609020204030204" pitchFamily="49" charset="0"/>
              </a:rPr>
              <a:t>#include &lt;WiFi.h&gt;</a:t>
            </a:r>
          </a:p>
          <a:p>
            <a:pPr>
              <a:buNone/>
            </a:pPr>
            <a:r>
              <a:rPr lang="en-US" sz="1400">
                <a:solidFill>
                  <a:srgbClr val="F8FAFC"/>
                </a:solidFill>
                <a:effectLst/>
                <a:latin typeface="Consolas" panose="020B0609020204030204" pitchFamily="49" charset="0"/>
              </a:rPr>
              <a:t>#include &lt;WebServer.h&gt;</a:t>
            </a:r>
          </a:p>
          <a:p>
            <a:pPr>
              <a:buNone/>
            </a:pPr>
            <a:r>
              <a:rPr lang="en-US" sz="1400">
                <a:solidFill>
                  <a:srgbClr val="F8FAFC"/>
                </a:solidFill>
                <a:effectLst/>
                <a:latin typeface="Consolas" panose="020B0609020204030204" pitchFamily="49" charset="0"/>
              </a:rPr>
              <a:t>WebServer server(80);</a:t>
            </a:r>
          </a:p>
          <a:p>
            <a:pPr>
              <a:buNone/>
            </a:pPr>
            <a:r>
              <a:rPr lang="en-US" sz="1400">
                <a:solidFill>
                  <a:srgbClr val="F8FAFC"/>
                </a:solidFill>
                <a:effectLst/>
                <a:latin typeface="Consolas" panose="020B0609020204030204" pitchFamily="49" charset="0"/>
              </a:rPr>
              <a:t>void setup() {</a:t>
            </a:r>
          </a:p>
          <a:p>
            <a:pPr>
              <a:buNone/>
            </a:pPr>
            <a:r>
              <a:rPr lang="en-US" sz="1400">
                <a:solidFill>
                  <a:srgbClr val="F8FAFC"/>
                </a:solidFill>
                <a:effectLst/>
                <a:latin typeface="Consolas" panose="020B0609020204030204" pitchFamily="49" charset="0"/>
              </a:rPr>
              <a:t>  WiFi.begin(SSID, PASSWORD);</a:t>
            </a:r>
          </a:p>
          <a:p>
            <a:pPr>
              <a:buNone/>
            </a:pPr>
            <a:r>
              <a:rPr lang="en-US" sz="1400">
                <a:solidFill>
                  <a:srgbClr val="F8FAFC"/>
                </a:solidFill>
                <a:effectLst/>
                <a:latin typeface="Consolas" panose="020B0609020204030204" pitchFamily="49" charset="0"/>
              </a:rPr>
              <a:t>  while (WiFi.status() != WL_CONNECTED)</a:t>
            </a:r>
          </a:p>
          <a:p>
            <a:pPr>
              <a:buNone/>
            </a:pPr>
            <a:r>
              <a:rPr lang="en-US" sz="1400">
                <a:solidFill>
                  <a:srgbClr val="F8FAFC"/>
                </a:solidFill>
                <a:effectLst/>
                <a:latin typeface="Consolas" panose="020B0609020204030204" pitchFamily="49" charset="0"/>
              </a:rPr>
              <a:t>    delay(500);</a:t>
            </a:r>
          </a:p>
          <a:p>
            <a:pPr>
              <a:buNone/>
            </a:pPr>
            <a:r>
              <a:rPr lang="en-US" sz="1400">
                <a:solidFill>
                  <a:srgbClr val="F8FAFC"/>
                </a:solidFill>
                <a:effectLst/>
                <a:latin typeface="Consolas" panose="020B0609020204030204" pitchFamily="49" charset="0"/>
              </a:rPr>
              <a:t>  server.on("/", []() {</a:t>
            </a:r>
          </a:p>
          <a:p>
            <a:pPr>
              <a:buNone/>
            </a:pPr>
            <a:r>
              <a:rPr lang="en-US" sz="1400">
                <a:solidFill>
                  <a:srgbClr val="F8FAFC"/>
                </a:solidFill>
                <a:effectLst/>
                <a:latin typeface="Consolas" panose="020B0609020204030204" pitchFamily="49" charset="0"/>
              </a:rPr>
              <a:t>    server.send(200, "text/plain",</a:t>
            </a:r>
          </a:p>
          <a:p>
            <a:pPr>
              <a:buNone/>
            </a:pPr>
            <a:r>
              <a:rPr lang="en-US" sz="1400">
                <a:solidFill>
                  <a:srgbClr val="F8FAFC"/>
                </a:solidFill>
                <a:effectLst/>
                <a:latin typeface="Consolas" panose="020B0609020204030204" pitchFamily="49" charset="0"/>
              </a:rPr>
              <a:t>                String(analogRead(POT_PIN)));</a:t>
            </a:r>
          </a:p>
          <a:p>
            <a:pPr>
              <a:buNone/>
            </a:pPr>
            <a:r>
              <a:rPr lang="en-US" sz="1400">
                <a:solidFill>
                  <a:srgbClr val="F8FAFC"/>
                </a:solidFill>
                <a:effectLst/>
                <a:latin typeface="Consolas" panose="020B0609020204030204" pitchFamily="49" charset="0"/>
              </a:rPr>
              <a:t>  });</a:t>
            </a:r>
          </a:p>
          <a:p>
            <a:pPr>
              <a:buNone/>
            </a:pPr>
            <a:r>
              <a:rPr lang="en-US" sz="1400">
                <a:solidFill>
                  <a:srgbClr val="F8FAFC"/>
                </a:solidFill>
                <a:effectLst/>
                <a:latin typeface="Consolas" panose="020B0609020204030204" pitchFamily="49" charset="0"/>
              </a:rPr>
              <a:t>  server.begin();</a:t>
            </a:r>
          </a:p>
          <a:p>
            <a:pPr>
              <a:buNone/>
            </a:pPr>
            <a:r>
              <a:rPr lang="en-US" sz="1400">
                <a:solidFill>
                  <a:srgbClr val="F8FAFC"/>
                </a:solidFill>
                <a:effectLst/>
                <a:latin typeface="Consolas" panose="020B0609020204030204" pitchFamily="49" charset="0"/>
              </a:rPr>
              <a:t>}</a:t>
            </a:r>
          </a:p>
          <a:p>
            <a:pPr>
              <a:buNone/>
            </a:pPr>
            <a:r>
              <a:rPr lang="en-US" sz="1400">
                <a:solidFill>
                  <a:srgbClr val="F8FAFC"/>
                </a:solidFill>
                <a:effectLst/>
                <a:latin typeface="Consolas" panose="020B0609020204030204" pitchFamily="49" charset="0"/>
              </a:rPr>
              <a:t>void loop() { server.handleClient(); }</a:t>
            </a:r>
            <a:endParaRPr lang="en-US"/>
          </a:p>
        </p:txBody>
      </p:sp>
    </p:spTree>
    <p:extLst>
      <p:ext uri="{BB962C8B-B14F-4D97-AF65-F5344CB8AC3E}">
        <p14:creationId xmlns:p14="http://schemas.microsoft.com/office/powerpoint/2010/main" val="18912106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43826" name="Picture 43825">
            <a:extLst>
              <a:ext uri="{FF2B5EF4-FFF2-40B4-BE49-F238E27FC236}">
                <a16:creationId xmlns:a16="http://schemas.microsoft.com/office/drawing/2014/main" id="{4061218A-66D0-EAD7-6955-0675A8D54117}"/>
              </a:ext>
            </a:extLst>
          </p:cNvPr>
          <p:cNvPicPr>
            <a:picLocks noChangeAspect="1"/>
          </p:cNvPicPr>
          <p:nvPr/>
        </p:nvPicPr>
        <p:blipFill>
          <a:blip r:embed="rId3"/>
          <a:stretch>
            <a:fillRect/>
          </a:stretch>
        </p:blipFill>
        <p:spPr>
          <a:xfrm>
            <a:off x="0" y="0"/>
            <a:ext cx="12192000" cy="6858000"/>
          </a:xfrm>
          <a:prstGeom prst="rect">
            <a:avLst/>
          </a:prstGeom>
        </p:spPr>
      </p:pic>
      <p:sp>
        <p:nvSpPr>
          <p:cNvPr id="82010" name="Rectangle 82009">
            <a:extLst>
              <a:ext uri="{FF2B5EF4-FFF2-40B4-BE49-F238E27FC236}">
                <a16:creationId xmlns:a16="http://schemas.microsoft.com/office/drawing/2014/main" id="{86310941-0EC9-EA05-CFB2-0E9B3551C466}"/>
              </a:ext>
            </a:extLst>
          </p:cNvPr>
          <p:cNvSpPr/>
          <p:nvPr/>
        </p:nvSpPr>
        <p:spPr>
          <a:xfrm>
            <a:off x="0" y="0"/>
            <a:ext cx="12192610" cy="6858000"/>
          </a:xfrm>
          <a:prstGeom prst="rect">
            <a:avLst/>
          </a:prstGeom>
          <a:solidFill>
            <a:srgbClr val="0F172A">
              <a:alpha val="6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083" name="Rectangle 82082">
            <a:extLst>
              <a:ext uri="{FF2B5EF4-FFF2-40B4-BE49-F238E27FC236}">
                <a16:creationId xmlns:a16="http://schemas.microsoft.com/office/drawing/2014/main" id="{CFB61511-ABD6-1F36-76B2-8B30E27133F3}"/>
              </a:ext>
            </a:extLst>
          </p:cNvPr>
          <p:cNvSpPr/>
          <p:nvPr/>
        </p:nvSpPr>
        <p:spPr>
          <a:xfrm>
            <a:off x="548640" y="621792"/>
            <a:ext cx="457200" cy="41148"/>
          </a:xfrm>
          <a:prstGeom prst="rect">
            <a:avLst/>
          </a:prstGeom>
          <a:solidFill>
            <a:srgbClr val="86EFA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157" name="Oval 82156">
            <a:extLst>
              <a:ext uri="{FF2B5EF4-FFF2-40B4-BE49-F238E27FC236}">
                <a16:creationId xmlns:a16="http://schemas.microsoft.com/office/drawing/2014/main" id="{7D4269B0-B7DB-87EB-3E73-AFD25163FF47}"/>
              </a:ext>
            </a:extLst>
          </p:cNvPr>
          <p:cNvSpPr/>
          <p:nvPr/>
        </p:nvSpPr>
        <p:spPr>
          <a:xfrm>
            <a:off x="566928" y="3398520"/>
            <a:ext cx="109728" cy="109728"/>
          </a:xfrm>
          <a:prstGeom prst="ellipse">
            <a:avLst/>
          </a:prstGeom>
          <a:solidFill>
            <a:srgbClr val="86EFA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232" name="Oval 82231">
            <a:extLst>
              <a:ext uri="{FF2B5EF4-FFF2-40B4-BE49-F238E27FC236}">
                <a16:creationId xmlns:a16="http://schemas.microsoft.com/office/drawing/2014/main" id="{355BCDE8-D109-B1FD-D74C-0BC101B4FB8B}"/>
              </a:ext>
            </a:extLst>
          </p:cNvPr>
          <p:cNvSpPr/>
          <p:nvPr/>
        </p:nvSpPr>
        <p:spPr>
          <a:xfrm>
            <a:off x="566928" y="3810000"/>
            <a:ext cx="109728" cy="109728"/>
          </a:xfrm>
          <a:prstGeom prst="ellipse">
            <a:avLst/>
          </a:prstGeom>
          <a:solidFill>
            <a:srgbClr val="86EFA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308" name="Oval 82307">
            <a:extLst>
              <a:ext uri="{FF2B5EF4-FFF2-40B4-BE49-F238E27FC236}">
                <a16:creationId xmlns:a16="http://schemas.microsoft.com/office/drawing/2014/main" id="{43197CC4-4C08-28A5-3910-A6EE00527E0A}"/>
              </a:ext>
            </a:extLst>
          </p:cNvPr>
          <p:cNvSpPr/>
          <p:nvPr/>
        </p:nvSpPr>
        <p:spPr>
          <a:xfrm>
            <a:off x="566928" y="4221480"/>
            <a:ext cx="109728" cy="109728"/>
          </a:xfrm>
          <a:prstGeom prst="ellipse">
            <a:avLst/>
          </a:prstGeom>
          <a:solidFill>
            <a:srgbClr val="86EFA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385" name="Oval 82384">
            <a:extLst>
              <a:ext uri="{FF2B5EF4-FFF2-40B4-BE49-F238E27FC236}">
                <a16:creationId xmlns:a16="http://schemas.microsoft.com/office/drawing/2014/main" id="{CFECEB37-1B51-C0C0-D3BA-E88B62ABB8F2}"/>
              </a:ext>
            </a:extLst>
          </p:cNvPr>
          <p:cNvSpPr/>
          <p:nvPr/>
        </p:nvSpPr>
        <p:spPr>
          <a:xfrm>
            <a:off x="566928" y="4632960"/>
            <a:ext cx="109728" cy="109728"/>
          </a:xfrm>
          <a:prstGeom prst="ellipse">
            <a:avLst/>
          </a:prstGeom>
          <a:solidFill>
            <a:srgbClr val="86EFA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463" name="Rectangle 82462">
            <a:extLst>
              <a:ext uri="{FF2B5EF4-FFF2-40B4-BE49-F238E27FC236}">
                <a16:creationId xmlns:a16="http://schemas.microsoft.com/office/drawing/2014/main" id="{3B1C21FB-719D-53B6-57D6-8B9D056BD30D}"/>
              </a:ext>
            </a:extLst>
          </p:cNvPr>
          <p:cNvSpPr/>
          <p:nvPr/>
        </p:nvSpPr>
        <p:spPr>
          <a:xfrm>
            <a:off x="7370064" y="2164080"/>
            <a:ext cx="4270248" cy="3200400"/>
          </a:xfrm>
          <a:prstGeom prst="rect">
            <a:avLst/>
          </a:prstGeom>
          <a:solidFill>
            <a:srgbClr val="1E293B"/>
          </a:solidFill>
          <a:ln w="12700">
            <a:solidFill>
              <a:srgbClr val="64748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542" name="Rectangle 82541">
            <a:extLst>
              <a:ext uri="{FF2B5EF4-FFF2-40B4-BE49-F238E27FC236}">
                <a16:creationId xmlns:a16="http://schemas.microsoft.com/office/drawing/2014/main" id="{1E23AD4A-2B1C-B1AC-6DF1-A755E1721B50}"/>
              </a:ext>
            </a:extLst>
          </p:cNvPr>
          <p:cNvSpPr/>
          <p:nvPr/>
        </p:nvSpPr>
        <p:spPr>
          <a:xfrm>
            <a:off x="548640" y="5596128"/>
            <a:ext cx="54864" cy="713232"/>
          </a:xfrm>
          <a:prstGeom prst="rect">
            <a:avLst/>
          </a:prstGeom>
          <a:solidFill>
            <a:srgbClr val="67E8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622" name="Rectangle 82621">
            <a:extLst>
              <a:ext uri="{FF2B5EF4-FFF2-40B4-BE49-F238E27FC236}">
                <a16:creationId xmlns:a16="http://schemas.microsoft.com/office/drawing/2014/main" id="{01E5A780-916B-D34F-0F60-529744773DCA}"/>
              </a:ext>
            </a:extLst>
          </p:cNvPr>
          <p:cNvSpPr/>
          <p:nvPr/>
        </p:nvSpPr>
        <p:spPr>
          <a:xfrm>
            <a:off x="1143000" y="411480"/>
            <a:ext cx="8595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TEAM DESIGN CHALLENGE · TWO MINUTES · THEN HANDS-ON</a:t>
            </a:r>
          </a:p>
          <a:p>
            <a:pPr>
              <a:buNone/>
            </a:pPr>
            <a:r>
              <a:rPr lang="en-US" sz="1400">
                <a:solidFill>
                  <a:srgbClr val="CBD5E1"/>
                </a:solidFill>
                <a:effectLst/>
                <a:latin typeface="Consolas" panose="020B0609020204030204" pitchFamily="49" charset="0"/>
              </a:rPr>
              <a:t> </a:t>
            </a:r>
            <a:endParaRPr lang="en-US"/>
          </a:p>
        </p:txBody>
      </p:sp>
      <p:sp>
        <p:nvSpPr>
          <p:cNvPr id="82703" name="Rectangle 82702">
            <a:extLst>
              <a:ext uri="{FF2B5EF4-FFF2-40B4-BE49-F238E27FC236}">
                <a16:creationId xmlns:a16="http://schemas.microsoft.com/office/drawing/2014/main" id="{6C1A4F0E-DC02-1F28-A3CA-AEE22EE1BE74}"/>
              </a:ext>
            </a:extLst>
          </p:cNvPr>
          <p:cNvSpPr/>
          <p:nvPr/>
        </p:nvSpPr>
        <p:spPr>
          <a:xfrm>
            <a:off x="10515600" y="411480"/>
            <a:ext cx="1124712"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onsolas" panose="020B0609020204030204" pitchFamily="49" charset="0"/>
              </a:rPr>
              <a:t>19 / 19</a:t>
            </a:r>
            <a:endParaRPr lang="en-US"/>
          </a:p>
        </p:txBody>
      </p:sp>
      <p:sp>
        <p:nvSpPr>
          <p:cNvPr id="82785" name="Rectangle 82784">
            <a:extLst>
              <a:ext uri="{FF2B5EF4-FFF2-40B4-BE49-F238E27FC236}">
                <a16:creationId xmlns:a16="http://schemas.microsoft.com/office/drawing/2014/main" id="{FD3C3330-3A40-3B7A-5A66-08BD1F4CF41A}"/>
              </a:ext>
            </a:extLst>
          </p:cNvPr>
          <p:cNvSpPr/>
          <p:nvPr/>
        </p:nvSpPr>
        <p:spPr>
          <a:xfrm>
            <a:off x="548640" y="822960"/>
            <a:ext cx="11091672" cy="1341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3200">
                <a:solidFill>
                  <a:srgbClr val="F8FAFC"/>
                </a:solidFill>
                <a:effectLst/>
                <a:latin typeface="Calibri" panose="020F0502020204030204" pitchFamily="34" charset="0"/>
              </a:rPr>
              <a:t>Design a system that senses, decides and acts.</a:t>
            </a:r>
          </a:p>
          <a:p>
            <a:pPr>
              <a:buNone/>
            </a:pPr>
            <a:r>
              <a:rPr lang="en-US" sz="3200">
                <a:solidFill>
                  <a:srgbClr val="F8FAFC"/>
                </a:solidFill>
                <a:effectLst/>
                <a:latin typeface="Calibri" panose="020F0502020204030204" pitchFamily="34" charset="0"/>
              </a:rPr>
              <a:t> </a:t>
            </a:r>
            <a:endParaRPr lang="en-US"/>
          </a:p>
        </p:txBody>
      </p:sp>
      <p:sp>
        <p:nvSpPr>
          <p:cNvPr id="82868" name="Rectangle 82867">
            <a:extLst>
              <a:ext uri="{FF2B5EF4-FFF2-40B4-BE49-F238E27FC236}">
                <a16:creationId xmlns:a16="http://schemas.microsoft.com/office/drawing/2014/main" id="{4A7A256E-E9FE-FF41-AED8-022858CA8CFB}"/>
              </a:ext>
            </a:extLst>
          </p:cNvPr>
          <p:cNvSpPr/>
          <p:nvPr/>
        </p:nvSpPr>
        <p:spPr>
          <a:xfrm>
            <a:off x="548640" y="2118360"/>
            <a:ext cx="5120640" cy="1280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6000">
                <a:solidFill>
                  <a:srgbClr val="F8FAFC"/>
                </a:solidFill>
                <a:effectLst/>
                <a:latin typeface="Consolas" panose="020B0609020204030204" pitchFamily="49" charset="0"/>
              </a:rPr>
              <a:t>02:00</a:t>
            </a:r>
          </a:p>
          <a:p>
            <a:pPr>
              <a:buNone/>
            </a:pPr>
            <a:r>
              <a:rPr lang="en-US" sz="6000">
                <a:solidFill>
                  <a:srgbClr val="F8FAFC"/>
                </a:solidFill>
                <a:effectLst/>
                <a:latin typeface="Consolas" panose="020B0609020204030204" pitchFamily="49" charset="0"/>
              </a:rPr>
              <a:t> </a:t>
            </a:r>
            <a:endParaRPr lang="en-US"/>
          </a:p>
        </p:txBody>
      </p:sp>
      <p:sp>
        <p:nvSpPr>
          <p:cNvPr id="82952" name="Rectangle 82951">
            <a:extLst>
              <a:ext uri="{FF2B5EF4-FFF2-40B4-BE49-F238E27FC236}">
                <a16:creationId xmlns:a16="http://schemas.microsoft.com/office/drawing/2014/main" id="{79632B72-9ED5-CD38-A04B-623F6027E0A2}"/>
              </a:ext>
            </a:extLst>
          </p:cNvPr>
          <p:cNvSpPr/>
          <p:nvPr/>
        </p:nvSpPr>
        <p:spPr>
          <a:xfrm>
            <a:off x="822960" y="3261360"/>
            <a:ext cx="48463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800">
                <a:solidFill>
                  <a:srgbClr val="F8FAFC"/>
                </a:solidFill>
                <a:effectLst/>
                <a:latin typeface="Calibri" panose="020F0502020204030204" pitchFamily="34" charset="0"/>
              </a:rPr>
              <a:t>At least one input</a:t>
            </a:r>
          </a:p>
          <a:p>
            <a:pPr>
              <a:buNone/>
            </a:pPr>
            <a:r>
              <a:rPr lang="en-US" sz="1800">
                <a:solidFill>
                  <a:srgbClr val="F8FAFC"/>
                </a:solidFill>
                <a:effectLst/>
                <a:latin typeface="Calibri" panose="020F0502020204030204" pitchFamily="34" charset="0"/>
              </a:rPr>
              <a:t> </a:t>
            </a:r>
            <a:endParaRPr lang="en-US"/>
          </a:p>
        </p:txBody>
      </p:sp>
      <p:sp>
        <p:nvSpPr>
          <p:cNvPr id="83037" name="Rectangle 83036">
            <a:extLst>
              <a:ext uri="{FF2B5EF4-FFF2-40B4-BE49-F238E27FC236}">
                <a16:creationId xmlns:a16="http://schemas.microsoft.com/office/drawing/2014/main" id="{9BF0427B-076D-BD6B-7F1F-C1FC6A4166E2}"/>
              </a:ext>
            </a:extLst>
          </p:cNvPr>
          <p:cNvSpPr/>
          <p:nvPr/>
        </p:nvSpPr>
        <p:spPr>
          <a:xfrm>
            <a:off x="822960" y="3672840"/>
            <a:ext cx="48463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800">
                <a:solidFill>
                  <a:srgbClr val="F8FAFC"/>
                </a:solidFill>
                <a:effectLst/>
                <a:latin typeface="Calibri" panose="020F0502020204030204" pitchFamily="34" charset="0"/>
              </a:rPr>
              <a:t>One decision rule</a:t>
            </a:r>
          </a:p>
          <a:p>
            <a:pPr>
              <a:buNone/>
            </a:pPr>
            <a:r>
              <a:rPr lang="en-US" sz="1800">
                <a:solidFill>
                  <a:srgbClr val="F8FAFC"/>
                </a:solidFill>
                <a:effectLst/>
                <a:latin typeface="Calibri" panose="020F0502020204030204" pitchFamily="34" charset="0"/>
              </a:rPr>
              <a:t> </a:t>
            </a:r>
            <a:endParaRPr lang="en-US"/>
          </a:p>
        </p:txBody>
      </p:sp>
      <p:sp>
        <p:nvSpPr>
          <p:cNvPr id="83123" name="Rectangle 83122">
            <a:extLst>
              <a:ext uri="{FF2B5EF4-FFF2-40B4-BE49-F238E27FC236}">
                <a16:creationId xmlns:a16="http://schemas.microsoft.com/office/drawing/2014/main" id="{9C2EA2DD-7499-6458-0DD4-59734D895B8F}"/>
              </a:ext>
            </a:extLst>
          </p:cNvPr>
          <p:cNvSpPr/>
          <p:nvPr/>
        </p:nvSpPr>
        <p:spPr>
          <a:xfrm>
            <a:off x="822960" y="4084320"/>
            <a:ext cx="48463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800">
                <a:solidFill>
                  <a:srgbClr val="F8FAFC"/>
                </a:solidFill>
                <a:effectLst/>
                <a:latin typeface="Calibri" panose="020F0502020204030204" pitchFamily="34" charset="0"/>
              </a:rPr>
              <a:t>One output</a:t>
            </a:r>
          </a:p>
          <a:p>
            <a:pPr>
              <a:buNone/>
            </a:pPr>
            <a:r>
              <a:rPr lang="en-US" sz="1800">
                <a:solidFill>
                  <a:srgbClr val="F8FAFC"/>
                </a:solidFill>
                <a:effectLst/>
                <a:latin typeface="Calibri" panose="020F0502020204030204" pitchFamily="34" charset="0"/>
              </a:rPr>
              <a:t> </a:t>
            </a:r>
            <a:endParaRPr lang="en-US"/>
          </a:p>
        </p:txBody>
      </p:sp>
      <p:sp>
        <p:nvSpPr>
          <p:cNvPr id="83210" name="Rectangle 83209">
            <a:extLst>
              <a:ext uri="{FF2B5EF4-FFF2-40B4-BE49-F238E27FC236}">
                <a16:creationId xmlns:a16="http://schemas.microsoft.com/office/drawing/2014/main" id="{75148D50-5E1D-232A-C345-73A8F0B58C87}"/>
              </a:ext>
            </a:extLst>
          </p:cNvPr>
          <p:cNvSpPr/>
          <p:nvPr/>
        </p:nvSpPr>
        <p:spPr>
          <a:xfrm>
            <a:off x="822960" y="4495800"/>
            <a:ext cx="48463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800">
                <a:solidFill>
                  <a:srgbClr val="F8FAFC"/>
                </a:solidFill>
                <a:effectLst/>
                <a:latin typeface="Calibri" panose="020F0502020204030204" pitchFamily="34" charset="0"/>
              </a:rPr>
              <a:t>Optional: connectivity</a:t>
            </a:r>
          </a:p>
          <a:p>
            <a:pPr>
              <a:buNone/>
            </a:pPr>
            <a:r>
              <a:rPr lang="en-US" sz="1800">
                <a:solidFill>
                  <a:srgbClr val="F8FAFC"/>
                </a:solidFill>
                <a:effectLst/>
                <a:latin typeface="Calibri" panose="020F0502020204030204" pitchFamily="34" charset="0"/>
              </a:rPr>
              <a:t> </a:t>
            </a:r>
            <a:endParaRPr lang="en-US"/>
          </a:p>
        </p:txBody>
      </p:sp>
      <p:sp>
        <p:nvSpPr>
          <p:cNvPr id="83298" name="Rectangle 83297">
            <a:extLst>
              <a:ext uri="{FF2B5EF4-FFF2-40B4-BE49-F238E27FC236}">
                <a16:creationId xmlns:a16="http://schemas.microsoft.com/office/drawing/2014/main" id="{876F6573-0D9B-A009-92BF-E01EB4E9B45B}"/>
              </a:ext>
            </a:extLst>
          </p:cNvPr>
          <p:cNvSpPr/>
          <p:nvPr/>
        </p:nvSpPr>
        <p:spPr>
          <a:xfrm>
            <a:off x="548640" y="4998720"/>
            <a:ext cx="5120640" cy="853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CBD5E1"/>
                </a:solidFill>
                <a:effectLst/>
                <a:latin typeface="Calibri" panose="020F0502020204030204" pitchFamily="34" charset="0"/>
              </a:rPr>
              <a:t>Then two teams share: the problem and the rule.</a:t>
            </a:r>
          </a:p>
          <a:p>
            <a:pPr>
              <a:buNone/>
            </a:pPr>
            <a:r>
              <a:rPr lang="en-US" sz="1600">
                <a:solidFill>
                  <a:srgbClr val="CBD5E1"/>
                </a:solidFill>
                <a:effectLst/>
                <a:latin typeface="Calibri" panose="020F0502020204030204" pitchFamily="34" charset="0"/>
              </a:rPr>
              <a:t> </a:t>
            </a:r>
            <a:endParaRPr lang="en-US"/>
          </a:p>
        </p:txBody>
      </p:sp>
      <p:sp>
        <p:nvSpPr>
          <p:cNvPr id="83387" name="Rectangle 83386">
            <a:extLst>
              <a:ext uri="{FF2B5EF4-FFF2-40B4-BE49-F238E27FC236}">
                <a16:creationId xmlns:a16="http://schemas.microsoft.com/office/drawing/2014/main" id="{DC2ACCDC-8468-4D6F-11A7-C0B70AC7EDEB}"/>
              </a:ext>
            </a:extLst>
          </p:cNvPr>
          <p:cNvSpPr/>
          <p:nvPr/>
        </p:nvSpPr>
        <p:spPr>
          <a:xfrm>
            <a:off x="7507224" y="2228088"/>
            <a:ext cx="3995928"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67E8F9"/>
                </a:solidFill>
                <a:effectLst/>
                <a:latin typeface="Consolas" panose="020B0609020204030204" pitchFamily="49" charset="0"/>
              </a:rPr>
              <a:t>PHOTO PLACEHOLDER</a:t>
            </a:r>
          </a:p>
          <a:p>
            <a:pPr>
              <a:buNone/>
            </a:pPr>
            <a:r>
              <a:rPr lang="en-US" sz="1400">
                <a:solidFill>
                  <a:srgbClr val="67E8F9"/>
                </a:solidFill>
                <a:effectLst/>
                <a:latin typeface="Consolas" panose="020B0609020204030204" pitchFamily="49" charset="0"/>
              </a:rPr>
              <a:t> </a:t>
            </a:r>
            <a:endParaRPr lang="en-US"/>
          </a:p>
        </p:txBody>
      </p:sp>
      <p:sp>
        <p:nvSpPr>
          <p:cNvPr id="83477" name="Rectangle 83476">
            <a:extLst>
              <a:ext uri="{FF2B5EF4-FFF2-40B4-BE49-F238E27FC236}">
                <a16:creationId xmlns:a16="http://schemas.microsoft.com/office/drawing/2014/main" id="{6F37A737-8479-F062-1325-41D83902EA7C}"/>
              </a:ext>
            </a:extLst>
          </p:cNvPr>
          <p:cNvSpPr/>
          <p:nvPr/>
        </p:nvSpPr>
        <p:spPr>
          <a:xfrm>
            <a:off x="7507224" y="2575560"/>
            <a:ext cx="3995928" cy="853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600">
                <a:solidFill>
                  <a:srgbClr val="F8FAFC"/>
                </a:solidFill>
                <a:effectLst/>
                <a:latin typeface="Calibri" panose="020F0502020204030204" pitchFamily="34" charset="0"/>
              </a:rPr>
              <a:t>Complete workshop kit — the actual components</a:t>
            </a:r>
          </a:p>
          <a:p>
            <a:pPr>
              <a:buNone/>
            </a:pPr>
            <a:r>
              <a:rPr lang="en-US" sz="1600">
                <a:solidFill>
                  <a:srgbClr val="F8FAFC"/>
                </a:solidFill>
                <a:effectLst/>
                <a:latin typeface="Calibri" panose="020F0502020204030204" pitchFamily="34" charset="0"/>
              </a:rPr>
              <a:t> </a:t>
            </a:r>
            <a:endParaRPr lang="en-US"/>
          </a:p>
        </p:txBody>
      </p:sp>
      <p:sp>
        <p:nvSpPr>
          <p:cNvPr id="83568" name="Rectangle 83567">
            <a:extLst>
              <a:ext uri="{FF2B5EF4-FFF2-40B4-BE49-F238E27FC236}">
                <a16:creationId xmlns:a16="http://schemas.microsoft.com/office/drawing/2014/main" id="{B44C43AA-430C-45CE-ABB6-D770E7846F67}"/>
              </a:ext>
            </a:extLst>
          </p:cNvPr>
          <p:cNvSpPr/>
          <p:nvPr/>
        </p:nvSpPr>
        <p:spPr>
          <a:xfrm>
            <a:off x="7507224" y="4754880"/>
            <a:ext cx="3995928" cy="792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Top-down flat lay · every part separated · 4:3</a:t>
            </a:r>
          </a:p>
          <a:p>
            <a:pPr>
              <a:buNone/>
            </a:pPr>
            <a:r>
              <a:rPr lang="en-US" sz="1400">
                <a:solidFill>
                  <a:srgbClr val="CBD5E1"/>
                </a:solidFill>
                <a:effectLst/>
                <a:latin typeface="Calibri" panose="020F0502020204030204" pitchFamily="34" charset="0"/>
              </a:rPr>
              <a:t> </a:t>
            </a:r>
            <a:endParaRPr lang="en-US"/>
          </a:p>
        </p:txBody>
      </p:sp>
      <p:sp>
        <p:nvSpPr>
          <p:cNvPr id="83660" name="Rectangle 83659">
            <a:extLst>
              <a:ext uri="{FF2B5EF4-FFF2-40B4-BE49-F238E27FC236}">
                <a16:creationId xmlns:a16="http://schemas.microsoft.com/office/drawing/2014/main" id="{77BC809C-8801-88FF-ABCB-D1695AAF20F1}"/>
              </a:ext>
            </a:extLst>
          </p:cNvPr>
          <p:cNvSpPr/>
          <p:nvPr/>
        </p:nvSpPr>
        <p:spPr>
          <a:xfrm>
            <a:off x="777240" y="5532120"/>
            <a:ext cx="10789920" cy="762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2200">
                <a:solidFill>
                  <a:srgbClr val="F8FAFC"/>
                </a:solidFill>
                <a:effectLst/>
                <a:latin typeface="Calibri" panose="020F0502020204030204" pitchFamily="34" charset="0"/>
              </a:rPr>
              <a:t>Don't just connect components —</a:t>
            </a:r>
          </a:p>
          <a:p>
            <a:pPr>
              <a:buNone/>
            </a:pPr>
            <a:r>
              <a:rPr lang="en-US" sz="2200">
                <a:solidFill>
                  <a:srgbClr val="F8FAFC"/>
                </a:solidFill>
                <a:effectLst/>
                <a:latin typeface="Calibri" panose="020F0502020204030204" pitchFamily="34" charset="0"/>
              </a:rPr>
              <a:t>make the system sense, decide, and act.</a:t>
            </a:r>
            <a:endParaRPr lang="en-US"/>
          </a:p>
        </p:txBody>
      </p:sp>
    </p:spTree>
    <p:extLst>
      <p:ext uri="{BB962C8B-B14F-4D97-AF65-F5344CB8AC3E}">
        <p14:creationId xmlns:p14="http://schemas.microsoft.com/office/powerpoint/2010/main" val="6066111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124560" name="Rectangle 124559">
            <a:extLst>
              <a:ext uri="{FF2B5EF4-FFF2-40B4-BE49-F238E27FC236}">
                <a16:creationId xmlns:a16="http://schemas.microsoft.com/office/drawing/2014/main" id="{69DBCF7A-E7F5-F384-84E3-DDE612034431}"/>
              </a:ext>
            </a:extLst>
          </p:cNvPr>
          <p:cNvSpPr/>
          <p:nvPr/>
        </p:nvSpPr>
        <p:spPr>
          <a:xfrm>
            <a:off x="548640" y="621792"/>
            <a:ext cx="457200" cy="41148"/>
          </a:xfrm>
          <a:prstGeom prst="rect">
            <a:avLst/>
          </a:prstGeom>
          <a:solidFill>
            <a:srgbClr val="C4B5F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4640" name="Rectangle 124639">
            <a:extLst>
              <a:ext uri="{FF2B5EF4-FFF2-40B4-BE49-F238E27FC236}">
                <a16:creationId xmlns:a16="http://schemas.microsoft.com/office/drawing/2014/main" id="{24D305C7-465D-9948-CEB3-15F9AE937E9B}"/>
              </a:ext>
            </a:extLst>
          </p:cNvPr>
          <p:cNvSpPr/>
          <p:nvPr/>
        </p:nvSpPr>
        <p:spPr>
          <a:xfrm>
            <a:off x="1463040" y="1676400"/>
            <a:ext cx="8503920" cy="3931920"/>
          </a:xfrm>
          <a:prstGeom prst="rect">
            <a:avLst/>
          </a:prstGeom>
          <a:solidFill>
            <a:srgbClr val="F1F5F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4722" name="Rectangle 124721">
            <a:extLst>
              <a:ext uri="{FF2B5EF4-FFF2-40B4-BE49-F238E27FC236}">
                <a16:creationId xmlns:a16="http://schemas.microsoft.com/office/drawing/2014/main" id="{8F29D984-9A26-6CA1-FA88-DA818C5C2E6C}"/>
              </a:ext>
            </a:extLst>
          </p:cNvPr>
          <p:cNvSpPr/>
          <p:nvPr/>
        </p:nvSpPr>
        <p:spPr>
          <a:xfrm>
            <a:off x="1143000" y="411480"/>
            <a:ext cx="8595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onsolas" panose="020B0609020204030204" pitchFamily="49" charset="0"/>
              </a:rPr>
              <a:t>PRESENTER REFERENCE · NOT PART OF THE 45 MINUTES</a:t>
            </a:r>
          </a:p>
          <a:p>
            <a:pPr>
              <a:buNone/>
            </a:pPr>
            <a:r>
              <a:rPr lang="en-US" sz="1400">
                <a:solidFill>
                  <a:srgbClr val="CBD5E1"/>
                </a:solidFill>
                <a:effectLst/>
                <a:latin typeface="Consolas" panose="020B0609020204030204" pitchFamily="49" charset="0"/>
              </a:rPr>
              <a:t> </a:t>
            </a:r>
            <a:endParaRPr lang="en-US"/>
          </a:p>
        </p:txBody>
      </p:sp>
      <p:sp>
        <p:nvSpPr>
          <p:cNvPr id="124805" name="Rectangle 124804">
            <a:extLst>
              <a:ext uri="{FF2B5EF4-FFF2-40B4-BE49-F238E27FC236}">
                <a16:creationId xmlns:a16="http://schemas.microsoft.com/office/drawing/2014/main" id="{7C4613ED-3EE5-6A9E-3865-66ED06A3AE9B}"/>
              </a:ext>
            </a:extLst>
          </p:cNvPr>
          <p:cNvSpPr/>
          <p:nvPr/>
        </p:nvSpPr>
        <p:spPr>
          <a:xfrm>
            <a:off x="10515600" y="411480"/>
            <a:ext cx="1124712" cy="30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a:solidFill>
                  <a:srgbClr val="CBD5E1"/>
                </a:solidFill>
                <a:effectLst/>
                <a:latin typeface="Consolas" panose="020B0609020204030204" pitchFamily="49" charset="0"/>
              </a:rPr>
              <a:t>REF</a:t>
            </a:r>
            <a:endParaRPr lang="en-US"/>
          </a:p>
        </p:txBody>
      </p:sp>
      <p:sp>
        <p:nvSpPr>
          <p:cNvPr id="124889" name="Rectangle 124888">
            <a:extLst>
              <a:ext uri="{FF2B5EF4-FFF2-40B4-BE49-F238E27FC236}">
                <a16:creationId xmlns:a16="http://schemas.microsoft.com/office/drawing/2014/main" id="{B851F6A6-60A7-2856-39D7-6031181FA2BF}"/>
              </a:ext>
            </a:extLst>
          </p:cNvPr>
          <p:cNvSpPr/>
          <p:nvPr/>
        </p:nvSpPr>
        <p:spPr>
          <a:xfrm>
            <a:off x="548640" y="822960"/>
            <a:ext cx="11091672" cy="853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3200">
                <a:solidFill>
                  <a:srgbClr val="F8FAFC"/>
                </a:solidFill>
                <a:effectLst/>
                <a:latin typeface="Calibri" panose="020F0502020204030204" pitchFamily="34" charset="0"/>
              </a:rPr>
              <a:t>Image checklist</a:t>
            </a:r>
          </a:p>
          <a:p>
            <a:pPr>
              <a:buNone/>
            </a:pPr>
            <a:r>
              <a:rPr lang="en-US" sz="3200">
                <a:solidFill>
                  <a:srgbClr val="F8FAFC"/>
                </a:solidFill>
                <a:effectLst/>
                <a:latin typeface="Calibri" panose="020F0502020204030204" pitchFamily="34" charset="0"/>
              </a:rPr>
              <a:t> </a:t>
            </a:r>
            <a:endParaRPr lang="en-US"/>
          </a:p>
        </p:txBody>
      </p:sp>
      <p:sp>
        <p:nvSpPr>
          <p:cNvPr id="124974" name="Rectangle 124973">
            <a:extLst>
              <a:ext uri="{FF2B5EF4-FFF2-40B4-BE49-F238E27FC236}">
                <a16:creationId xmlns:a16="http://schemas.microsoft.com/office/drawing/2014/main" id="{25FE2665-BFA2-0166-5822-297D835C624D}"/>
              </a:ext>
            </a:extLst>
          </p:cNvPr>
          <p:cNvSpPr/>
          <p:nvPr/>
        </p:nvSpPr>
        <p:spPr>
          <a:xfrm>
            <a:off x="548640" y="5879592"/>
            <a:ext cx="1109167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buNone/>
            </a:pPr>
            <a:r>
              <a:rPr lang="en-US" sz="1400">
                <a:solidFill>
                  <a:srgbClr val="CBD5E1"/>
                </a:solidFill>
                <a:effectLst/>
                <a:latin typeface="Calibri" panose="020F0502020204030204" pitchFamily="34" charset="0"/>
              </a:rPr>
              <a:t>PH = photo placeholder. Full subjects, compositions, crops and search phrases are in these notes.</a:t>
            </a:r>
          </a:p>
          <a:p>
            <a:pPr>
              <a:buNone/>
            </a:pPr>
            <a:r>
              <a:rPr lang="en-US" sz="1400">
                <a:solidFill>
                  <a:srgbClr val="CBD5E1"/>
                </a:solidFill>
                <a:effectLst/>
                <a:latin typeface="Calibri" panose="020F0502020204030204" pitchFamily="34" charset="0"/>
              </a:rPr>
              <a:t> </a:t>
            </a:r>
            <a:endParaRPr lang="en-US"/>
          </a:p>
        </p:txBody>
      </p:sp>
      <p:graphicFrame>
        <p:nvGraphicFramePr>
          <p:cNvPr id="4" name="Table 3">
            <a:extLst>
              <a:ext uri="{FF2B5EF4-FFF2-40B4-BE49-F238E27FC236}">
                <a16:creationId xmlns:a16="http://schemas.microsoft.com/office/drawing/2014/main" id="{807CFFCC-9532-464B-8678-B98FED36D075}"/>
              </a:ext>
            </a:extLst>
          </p:cNvPr>
          <p:cNvGraphicFramePr>
            <a:graphicFrameLocks noGrp="1"/>
          </p:cNvGraphicFramePr>
          <p:nvPr/>
        </p:nvGraphicFramePr>
        <p:xfrm>
          <a:off x="1645920" y="1810512"/>
          <a:ext cx="8128002" cy="3291840"/>
        </p:xfrm>
        <a:graphic>
          <a:graphicData uri="http://schemas.openxmlformats.org/drawingml/2006/table">
            <a:tbl>
              <a:tblPr bandRow="1">
                <a:tableStyleId>{5C22544A-7EE6-4342-B048-85BDC9FD1C3A}</a:tableStyleId>
              </a:tblPr>
              <a:tblGrid>
                <a:gridCol w="1354667">
                  <a:extLst>
                    <a:ext uri="{9D8B030D-6E8A-4147-A177-3AD203B41FA5}">
                      <a16:colId xmlns:a16="http://schemas.microsoft.com/office/drawing/2014/main" val="1360862960"/>
                    </a:ext>
                  </a:extLst>
                </a:gridCol>
                <a:gridCol w="1354667">
                  <a:extLst>
                    <a:ext uri="{9D8B030D-6E8A-4147-A177-3AD203B41FA5}">
                      <a16:colId xmlns:a16="http://schemas.microsoft.com/office/drawing/2014/main" val="2373785708"/>
                    </a:ext>
                  </a:extLst>
                </a:gridCol>
                <a:gridCol w="1354667">
                  <a:extLst>
                    <a:ext uri="{9D8B030D-6E8A-4147-A177-3AD203B41FA5}">
                      <a16:colId xmlns:a16="http://schemas.microsoft.com/office/drawing/2014/main" val="1038624717"/>
                    </a:ext>
                  </a:extLst>
                </a:gridCol>
                <a:gridCol w="1354667">
                  <a:extLst>
                    <a:ext uri="{9D8B030D-6E8A-4147-A177-3AD203B41FA5}">
                      <a16:colId xmlns:a16="http://schemas.microsoft.com/office/drawing/2014/main" val="2699009531"/>
                    </a:ext>
                  </a:extLst>
                </a:gridCol>
                <a:gridCol w="1354667">
                  <a:extLst>
                    <a:ext uri="{9D8B030D-6E8A-4147-A177-3AD203B41FA5}">
                      <a16:colId xmlns:a16="http://schemas.microsoft.com/office/drawing/2014/main" val="855353517"/>
                    </a:ext>
                  </a:extLst>
                </a:gridCol>
                <a:gridCol w="1354667">
                  <a:extLst>
                    <a:ext uri="{9D8B030D-6E8A-4147-A177-3AD203B41FA5}">
                      <a16:colId xmlns:a16="http://schemas.microsoft.com/office/drawing/2014/main" val="3515265892"/>
                    </a:ext>
                  </a:extLst>
                </a:gridCol>
              </a:tblGrid>
              <a:tr h="0">
                <a:tc>
                  <a:txBody>
                    <a:bodyPr/>
                    <a:lstStyle/>
                    <a:p>
                      <a:pPr>
                        <a:buNone/>
                      </a:pPr>
                      <a:r>
                        <a:rPr lang="en-US" b="1">
                          <a:solidFill>
                            <a:srgbClr val="FFFFFF"/>
                          </a:solidFill>
                          <a:effectLst/>
                        </a:rPr>
                        <a:t>Slide</a:t>
                      </a:r>
                    </a:p>
                  </a:txBody>
                  <a:tcPr anchor="ctr">
                    <a:lnL>
                      <a:noFill/>
                    </a:lnL>
                    <a:lnR>
                      <a:noFill/>
                    </a:lnR>
                    <a:lnT>
                      <a:noFill/>
                    </a:lnT>
                    <a:lnB>
                      <a:noFill/>
                    </a:lnB>
                    <a:solidFill>
                      <a:srgbClr val="1F3864"/>
                    </a:solidFill>
                  </a:tcPr>
                </a:tc>
                <a:tc>
                  <a:txBody>
                    <a:bodyPr/>
                    <a:lstStyle/>
                    <a:p>
                      <a:pPr>
                        <a:buNone/>
                      </a:pPr>
                      <a:r>
                        <a:rPr lang="en-US" b="1">
                          <a:solidFill>
                            <a:srgbClr val="FFFFFF"/>
                          </a:solidFill>
                          <a:effectLst/>
                        </a:rPr>
                        <a:t>Image</a:t>
                      </a:r>
                    </a:p>
                  </a:txBody>
                  <a:tcPr anchor="ctr">
                    <a:lnL>
                      <a:noFill/>
                    </a:lnL>
                    <a:lnR>
                      <a:noFill/>
                    </a:lnR>
                    <a:lnT>
                      <a:noFill/>
                    </a:lnT>
                    <a:lnB>
                      <a:noFill/>
                    </a:lnB>
                    <a:solidFill>
                      <a:srgbClr val="1F3864"/>
                    </a:solidFill>
                  </a:tcPr>
                </a:tc>
                <a:tc>
                  <a:txBody>
                    <a:bodyPr/>
                    <a:lstStyle/>
                    <a:p>
                      <a:pPr>
                        <a:buNone/>
                      </a:pPr>
                      <a:r>
                        <a:rPr lang="en-US" b="1">
                          <a:solidFill>
                            <a:srgbClr val="FFFFFF"/>
                          </a:solidFill>
                          <a:effectLst/>
                        </a:rPr>
                        <a:t>Status</a:t>
                      </a:r>
                    </a:p>
                  </a:txBody>
                  <a:tcPr anchor="ctr">
                    <a:lnL>
                      <a:noFill/>
                    </a:lnL>
                    <a:lnR>
                      <a:noFill/>
                    </a:lnR>
                    <a:lnT>
                      <a:noFill/>
                    </a:lnT>
                    <a:lnB>
                      <a:noFill/>
                    </a:lnB>
                    <a:solidFill>
                      <a:srgbClr val="1F3864"/>
                    </a:solidFill>
                  </a:tcPr>
                </a:tc>
                <a:tc>
                  <a:txBody>
                    <a:bodyPr/>
                    <a:lstStyle/>
                    <a:p>
                      <a:pPr>
                        <a:buNone/>
                      </a:pPr>
                      <a:r>
                        <a:rPr lang="en-US" b="1">
                          <a:solidFill>
                            <a:srgbClr val="FFFFFF"/>
                          </a:solidFill>
                          <a:effectLst/>
                        </a:rPr>
                        <a:t>Search</a:t>
                      </a:r>
                    </a:p>
                  </a:txBody>
                  <a:tcPr anchor="ctr">
                    <a:lnL>
                      <a:noFill/>
                    </a:lnL>
                    <a:lnR>
                      <a:noFill/>
                    </a:lnR>
                    <a:lnT>
                      <a:noFill/>
                    </a:lnT>
                    <a:lnB>
                      <a:noFill/>
                    </a:lnB>
                    <a:solidFill>
                      <a:srgbClr val="1F3864"/>
                    </a:solidFill>
                  </a:tcPr>
                </a:tc>
                <a:tc>
                  <a:txBody>
                    <a:bodyPr/>
                    <a:lstStyle/>
                    <a:p>
                      <a:pPr>
                        <a:buNone/>
                      </a:pPr>
                      <a:r>
                        <a:rPr lang="en-US" b="1">
                          <a:solidFill>
                            <a:srgbClr val="FFFFFF"/>
                          </a:solidFill>
                          <a:effectLst/>
                        </a:rPr>
                        <a:t>Source</a:t>
                      </a:r>
                    </a:p>
                  </a:txBody>
                  <a:tcPr anchor="ctr">
                    <a:lnL>
                      <a:noFill/>
                    </a:lnL>
                    <a:lnR>
                      <a:noFill/>
                    </a:lnR>
                    <a:lnT>
                      <a:noFill/>
                    </a:lnT>
                    <a:lnB>
                      <a:noFill/>
                    </a:lnB>
                    <a:solidFill>
                      <a:srgbClr val="1F3864"/>
                    </a:solidFill>
                  </a:tcPr>
                </a:tc>
                <a:tc>
                  <a:txBody>
                    <a:bodyPr/>
                    <a:lstStyle/>
                    <a:p>
                      <a:pPr>
                        <a:buNone/>
                      </a:pPr>
                      <a:r>
                        <a:rPr lang="en-US" b="1">
                          <a:solidFill>
                            <a:srgbClr val="FFFFFF"/>
                          </a:solidFill>
                          <a:effectLst/>
                        </a:rPr>
                        <a:t>Kit?</a:t>
                      </a:r>
                    </a:p>
                  </a:txBody>
                  <a:tcPr anchor="ctr">
                    <a:lnL>
                      <a:noFill/>
                    </a:lnL>
                    <a:lnR>
                      <a:noFill/>
                    </a:lnR>
                    <a:lnT>
                      <a:noFill/>
                    </a:lnT>
                    <a:lnB>
                      <a:noFill/>
                    </a:lnB>
                    <a:solidFill>
                      <a:srgbClr val="1F3864"/>
                    </a:solidFill>
                  </a:tcPr>
                </a:tc>
                <a:extLst>
                  <a:ext uri="{0D108BD9-81ED-4DB2-BD59-A6C34878D82A}">
                    <a16:rowId xmlns:a16="http://schemas.microsoft.com/office/drawing/2014/main" val="60774907"/>
                  </a:ext>
                </a:extLst>
              </a:tr>
              <a:tr h="0">
                <a:tc>
                  <a:txBody>
                    <a:bodyPr/>
                    <a:lstStyle/>
                    <a:p>
                      <a:pPr>
                        <a:buNone/>
                      </a:pPr>
                      <a:r>
                        <a:rPr lang="en-US"/>
                        <a:t>1</a:t>
                      </a:r>
                    </a:p>
                  </a:txBody>
                  <a:tcPr anchor="ctr">
                    <a:lnL>
                      <a:noFill/>
                    </a:lnL>
                    <a:lnR>
                      <a:noFill/>
                    </a:lnR>
                    <a:lnT>
                      <a:noFill/>
                    </a:lnT>
                    <a:lnB>
                      <a:noFill/>
                    </a:lnB>
                    <a:noFill/>
                  </a:tcPr>
                </a:tc>
                <a:tc>
                  <a:txBody>
                    <a:bodyPr/>
                    <a:lstStyle/>
                    <a:p>
                      <a:pPr>
                        <a:buNone/>
                      </a:pPr>
                      <a:r>
                        <a:rPr lang="en-US"/>
                        <a:t>Objects</a:t>
                      </a:r>
                    </a:p>
                  </a:txBody>
                  <a:tcPr anchor="ctr">
                    <a:lnL>
                      <a:noFill/>
                    </a:lnL>
                    <a:lnR>
                      <a:noFill/>
                    </a:lnR>
                    <a:lnT>
                      <a:noFill/>
                    </a:lnT>
                    <a:lnB>
                      <a:noFill/>
                    </a:lnB>
                    <a:noFill/>
                  </a:tcPr>
                </a:tc>
                <a:tc>
                  <a:txBody>
                    <a:bodyPr/>
                    <a:lstStyle/>
                    <a:p>
                      <a:pPr>
                        <a:buNone/>
                      </a:pPr>
                      <a:r>
                        <a:rPr lang="en-US"/>
                        <a:t>PH</a:t>
                      </a:r>
                    </a:p>
                  </a:txBody>
                  <a:tcPr anchor="ctr">
                    <a:lnL>
                      <a:noFill/>
                    </a:lnL>
                    <a:lnR>
                      <a:noFill/>
                    </a:lnR>
                    <a:lnT>
                      <a:noFill/>
                    </a:lnT>
                    <a:lnB>
                      <a:noFill/>
                    </a:lnB>
                    <a:noFill/>
                  </a:tcPr>
                </a:tc>
                <a:tc>
                  <a:txBody>
                    <a:bodyPr/>
                    <a:lstStyle/>
                    <a:p>
                      <a:pPr>
                        <a:buNone/>
                      </a:pPr>
                      <a:r>
                        <a:rPr lang="en-US"/>
                        <a:t>Objects</a:t>
                      </a:r>
                    </a:p>
                  </a:txBody>
                  <a:tcPr anchor="ctr">
                    <a:lnL>
                      <a:noFill/>
                    </a:lnL>
                    <a:lnR>
                      <a:noFill/>
                    </a:lnR>
                    <a:lnT>
                      <a:noFill/>
                    </a:lnT>
                    <a:lnB>
                      <a:noFill/>
                    </a:lnB>
                    <a:noFill/>
                  </a:tcPr>
                </a:tc>
                <a:tc>
                  <a:txBody>
                    <a:bodyPr/>
                    <a:lstStyle/>
                    <a:p>
                      <a:pPr>
                        <a:buNone/>
                      </a:pPr>
                      <a:r>
                        <a:rPr lang="en-US"/>
                        <a:t>Stock/CC</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extLst>
                  <a:ext uri="{0D108BD9-81ED-4DB2-BD59-A6C34878D82A}">
                    <a16:rowId xmlns:a16="http://schemas.microsoft.com/office/drawing/2014/main" val="22233919"/>
                  </a:ext>
                </a:extLst>
              </a:tr>
              <a:tr h="0">
                <a:tc>
                  <a:txBody>
                    <a:bodyPr/>
                    <a:lstStyle/>
                    <a:p>
                      <a:pPr>
                        <a:buNone/>
                      </a:pPr>
                      <a:r>
                        <a:rPr lang="en-US"/>
                        <a:t>5</a:t>
                      </a:r>
                    </a:p>
                  </a:txBody>
                  <a:tcPr anchor="ctr">
                    <a:lnL>
                      <a:noFill/>
                    </a:lnL>
                    <a:lnR>
                      <a:noFill/>
                    </a:lnR>
                    <a:lnT>
                      <a:noFill/>
                    </a:lnT>
                    <a:lnB>
                      <a:noFill/>
                    </a:lnB>
                    <a:noFill/>
                  </a:tcPr>
                </a:tc>
                <a:tc>
                  <a:txBody>
                    <a:bodyPr/>
                    <a:lstStyle/>
                    <a:p>
                      <a:pPr>
                        <a:buNone/>
                      </a:pPr>
                      <a:r>
                        <a:rPr lang="en-US"/>
                        <a:t>Board</a:t>
                      </a:r>
                    </a:p>
                  </a:txBody>
                  <a:tcPr anchor="ctr">
                    <a:lnL>
                      <a:noFill/>
                    </a:lnL>
                    <a:lnR>
                      <a:noFill/>
                    </a:lnR>
                    <a:lnT>
                      <a:noFill/>
                    </a:lnT>
                    <a:lnB>
                      <a:noFill/>
                    </a:lnB>
                    <a:noFill/>
                  </a:tcPr>
                </a:tc>
                <a:tc>
                  <a:txBody>
                    <a:bodyPr/>
                    <a:lstStyle/>
                    <a:p>
                      <a:pPr>
                        <a:buNone/>
                      </a:pPr>
                      <a:r>
                        <a:rPr lang="en-US"/>
                        <a:t>PH</a:t>
                      </a:r>
                    </a:p>
                  </a:txBody>
                  <a:tcPr anchor="ctr">
                    <a:lnL>
                      <a:noFill/>
                    </a:lnL>
                    <a:lnR>
                      <a:noFill/>
                    </a:lnR>
                    <a:lnT>
                      <a:noFill/>
                    </a:lnT>
                    <a:lnB>
                      <a:noFill/>
                    </a:lnB>
                    <a:noFill/>
                  </a:tcPr>
                </a:tc>
                <a:tc>
                  <a:txBody>
                    <a:bodyPr/>
                    <a:lstStyle/>
                    <a:p>
                      <a:pPr>
                        <a:buNone/>
                      </a:pPr>
                      <a:r>
                        <a:rPr lang="en-US"/>
                        <a:t>Board</a:t>
                      </a:r>
                    </a:p>
                  </a:txBody>
                  <a:tcPr anchor="ctr">
                    <a:lnL>
                      <a:noFill/>
                    </a:lnL>
                    <a:lnR>
                      <a:noFill/>
                    </a:lnR>
                    <a:lnT>
                      <a:noFill/>
                    </a:lnT>
                    <a:lnB>
                      <a:noFill/>
                    </a:lnB>
                    <a:noFill/>
                  </a:tcPr>
                </a:tc>
                <a:tc>
                  <a:txBody>
                    <a:bodyPr/>
                    <a:lstStyle/>
                    <a:p>
                      <a:pPr>
                        <a:buNone/>
                      </a:pPr>
                      <a:r>
                        <a:rPr lang="en-US"/>
                        <a:t>Own/maker</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extLst>
                  <a:ext uri="{0D108BD9-81ED-4DB2-BD59-A6C34878D82A}">
                    <a16:rowId xmlns:a16="http://schemas.microsoft.com/office/drawing/2014/main" val="511225688"/>
                  </a:ext>
                </a:extLst>
              </a:tr>
              <a:tr h="0">
                <a:tc>
                  <a:txBody>
                    <a:bodyPr/>
                    <a:lstStyle/>
                    <a:p>
                      <a:pPr>
                        <a:buNone/>
                      </a:pPr>
                      <a:r>
                        <a:rPr lang="en-US"/>
                        <a:t>9</a:t>
                      </a:r>
                    </a:p>
                  </a:txBody>
                  <a:tcPr anchor="ctr">
                    <a:lnL>
                      <a:noFill/>
                    </a:lnL>
                    <a:lnR>
                      <a:noFill/>
                    </a:lnR>
                    <a:lnT>
                      <a:noFill/>
                    </a:lnT>
                    <a:lnB>
                      <a:noFill/>
                    </a:lnB>
                    <a:noFill/>
                  </a:tcPr>
                </a:tc>
                <a:tc>
                  <a:txBody>
                    <a:bodyPr/>
                    <a:lstStyle/>
                    <a:p>
                      <a:pPr>
                        <a:buNone/>
                      </a:pPr>
                      <a:r>
                        <a:rPr lang="en-US"/>
                        <a:t>Sensors</a:t>
                      </a:r>
                    </a:p>
                  </a:txBody>
                  <a:tcPr anchor="ctr">
                    <a:lnL>
                      <a:noFill/>
                    </a:lnL>
                    <a:lnR>
                      <a:noFill/>
                    </a:lnR>
                    <a:lnT>
                      <a:noFill/>
                    </a:lnT>
                    <a:lnB>
                      <a:noFill/>
                    </a:lnB>
                    <a:noFill/>
                  </a:tcPr>
                </a:tc>
                <a:tc>
                  <a:txBody>
                    <a:bodyPr/>
                    <a:lstStyle/>
                    <a:p>
                      <a:pPr>
                        <a:buNone/>
                      </a:pPr>
                      <a:r>
                        <a:rPr lang="en-US"/>
                        <a:t>PH</a:t>
                      </a:r>
                    </a:p>
                  </a:txBody>
                  <a:tcPr anchor="ctr">
                    <a:lnL>
                      <a:noFill/>
                    </a:lnL>
                    <a:lnR>
                      <a:noFill/>
                    </a:lnR>
                    <a:lnT>
                      <a:noFill/>
                    </a:lnT>
                    <a:lnB>
                      <a:noFill/>
                    </a:lnB>
                    <a:noFill/>
                  </a:tcPr>
                </a:tc>
                <a:tc>
                  <a:txBody>
                    <a:bodyPr/>
                    <a:lstStyle/>
                    <a:p>
                      <a:pPr>
                        <a:buNone/>
                      </a:pPr>
                      <a:r>
                        <a:rPr lang="en-US"/>
                        <a:t>Sensors</a:t>
                      </a:r>
                    </a:p>
                  </a:txBody>
                  <a:tcPr anchor="ctr">
                    <a:lnL>
                      <a:noFill/>
                    </a:lnL>
                    <a:lnR>
                      <a:noFill/>
                    </a:lnR>
                    <a:lnT>
                      <a:noFill/>
                    </a:lnT>
                    <a:lnB>
                      <a:noFill/>
                    </a:lnB>
                    <a:noFill/>
                  </a:tcPr>
                </a:tc>
                <a:tc>
                  <a:txBody>
                    <a:bodyPr/>
                    <a:lstStyle/>
                    <a:p>
                      <a:pPr>
                        <a:buNone/>
                      </a:pPr>
                      <a:r>
                        <a:rPr lang="en-US"/>
                        <a:t>Own</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extLst>
                  <a:ext uri="{0D108BD9-81ED-4DB2-BD59-A6C34878D82A}">
                    <a16:rowId xmlns:a16="http://schemas.microsoft.com/office/drawing/2014/main" val="1117531416"/>
                  </a:ext>
                </a:extLst>
              </a:tr>
              <a:tr h="0">
                <a:tc>
                  <a:txBody>
                    <a:bodyPr/>
                    <a:lstStyle/>
                    <a:p>
                      <a:pPr>
                        <a:buNone/>
                      </a:pPr>
                      <a:r>
                        <a:rPr lang="en-US"/>
                        <a:t>10</a:t>
                      </a:r>
                    </a:p>
                  </a:txBody>
                  <a:tcPr anchor="ctr">
                    <a:lnL>
                      <a:noFill/>
                    </a:lnL>
                    <a:lnR>
                      <a:noFill/>
                    </a:lnR>
                    <a:lnT>
                      <a:noFill/>
                    </a:lnT>
                    <a:lnB>
                      <a:noFill/>
                    </a:lnB>
                    <a:noFill/>
                  </a:tcPr>
                </a:tc>
                <a:tc>
                  <a:txBody>
                    <a:bodyPr/>
                    <a:lstStyle/>
                    <a:p>
                      <a:pPr>
                        <a:buNone/>
                      </a:pPr>
                      <a:r>
                        <a:rPr lang="en-US"/>
                        <a:t>Outputs</a:t>
                      </a:r>
                    </a:p>
                  </a:txBody>
                  <a:tcPr anchor="ctr">
                    <a:lnL>
                      <a:noFill/>
                    </a:lnL>
                    <a:lnR>
                      <a:noFill/>
                    </a:lnR>
                    <a:lnT>
                      <a:noFill/>
                    </a:lnT>
                    <a:lnB>
                      <a:noFill/>
                    </a:lnB>
                    <a:noFill/>
                  </a:tcPr>
                </a:tc>
                <a:tc>
                  <a:txBody>
                    <a:bodyPr/>
                    <a:lstStyle/>
                    <a:p>
                      <a:pPr>
                        <a:buNone/>
                      </a:pPr>
                      <a:r>
                        <a:rPr lang="en-US"/>
                        <a:t>PH</a:t>
                      </a:r>
                    </a:p>
                  </a:txBody>
                  <a:tcPr anchor="ctr">
                    <a:lnL>
                      <a:noFill/>
                    </a:lnL>
                    <a:lnR>
                      <a:noFill/>
                    </a:lnR>
                    <a:lnT>
                      <a:noFill/>
                    </a:lnT>
                    <a:lnB>
                      <a:noFill/>
                    </a:lnB>
                    <a:noFill/>
                  </a:tcPr>
                </a:tc>
                <a:tc>
                  <a:txBody>
                    <a:bodyPr/>
                    <a:lstStyle/>
                    <a:p>
                      <a:pPr>
                        <a:buNone/>
                      </a:pPr>
                      <a:r>
                        <a:rPr lang="en-US"/>
                        <a:t>Outputs</a:t>
                      </a:r>
                    </a:p>
                  </a:txBody>
                  <a:tcPr anchor="ctr">
                    <a:lnL>
                      <a:noFill/>
                    </a:lnL>
                    <a:lnR>
                      <a:noFill/>
                    </a:lnR>
                    <a:lnT>
                      <a:noFill/>
                    </a:lnT>
                    <a:lnB>
                      <a:noFill/>
                    </a:lnB>
                    <a:noFill/>
                  </a:tcPr>
                </a:tc>
                <a:tc>
                  <a:txBody>
                    <a:bodyPr/>
                    <a:lstStyle/>
                    <a:p>
                      <a:pPr>
                        <a:buNone/>
                      </a:pPr>
                      <a:r>
                        <a:rPr lang="en-US"/>
                        <a:t>Own</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extLst>
                  <a:ext uri="{0D108BD9-81ED-4DB2-BD59-A6C34878D82A}">
                    <a16:rowId xmlns:a16="http://schemas.microsoft.com/office/drawing/2014/main" val="110165720"/>
                  </a:ext>
                </a:extLst>
              </a:tr>
              <a:tr h="0">
                <a:tc>
                  <a:txBody>
                    <a:bodyPr/>
                    <a:lstStyle/>
                    <a:p>
                      <a:pPr>
                        <a:buNone/>
                      </a:pPr>
                      <a:r>
                        <a:rPr lang="en-US"/>
                        <a:t>12</a:t>
                      </a:r>
                    </a:p>
                  </a:txBody>
                  <a:tcPr anchor="ctr">
                    <a:lnL>
                      <a:noFill/>
                    </a:lnL>
                    <a:lnR>
                      <a:noFill/>
                    </a:lnR>
                    <a:lnT>
                      <a:noFill/>
                    </a:lnT>
                    <a:lnB>
                      <a:noFill/>
                    </a:lnB>
                    <a:noFill/>
                  </a:tcPr>
                </a:tc>
                <a:tc>
                  <a:txBody>
                    <a:bodyPr/>
                    <a:lstStyle/>
                    <a:p>
                      <a:pPr>
                        <a:buNone/>
                      </a:pPr>
                      <a:r>
                        <a:rPr lang="en-US"/>
                        <a:t>Button/LED</a:t>
                      </a:r>
                    </a:p>
                  </a:txBody>
                  <a:tcPr anchor="ctr">
                    <a:lnL>
                      <a:noFill/>
                    </a:lnL>
                    <a:lnR>
                      <a:noFill/>
                    </a:lnR>
                    <a:lnT>
                      <a:noFill/>
                    </a:lnT>
                    <a:lnB>
                      <a:noFill/>
                    </a:lnB>
                    <a:noFill/>
                  </a:tcPr>
                </a:tc>
                <a:tc>
                  <a:txBody>
                    <a:bodyPr/>
                    <a:lstStyle/>
                    <a:p>
                      <a:pPr>
                        <a:buNone/>
                      </a:pPr>
                      <a:r>
                        <a:rPr lang="en-US"/>
                        <a:t>PH</a:t>
                      </a:r>
                    </a:p>
                  </a:txBody>
                  <a:tcPr anchor="ctr">
                    <a:lnL>
                      <a:noFill/>
                    </a:lnL>
                    <a:lnR>
                      <a:noFill/>
                    </a:lnR>
                    <a:lnT>
                      <a:noFill/>
                    </a:lnT>
                    <a:lnB>
                      <a:noFill/>
                    </a:lnB>
                    <a:noFill/>
                  </a:tcPr>
                </a:tc>
                <a:tc>
                  <a:txBody>
                    <a:bodyPr/>
                    <a:lstStyle/>
                    <a:p>
                      <a:pPr>
                        <a:buNone/>
                      </a:pPr>
                      <a:r>
                        <a:rPr lang="en-US"/>
                        <a:t>Button/LED</a:t>
                      </a:r>
                    </a:p>
                  </a:txBody>
                  <a:tcPr anchor="ctr">
                    <a:lnL>
                      <a:noFill/>
                    </a:lnL>
                    <a:lnR>
                      <a:noFill/>
                    </a:lnR>
                    <a:lnT>
                      <a:noFill/>
                    </a:lnT>
                    <a:lnB>
                      <a:noFill/>
                    </a:lnB>
                    <a:noFill/>
                  </a:tcPr>
                </a:tc>
                <a:tc>
                  <a:txBody>
                    <a:bodyPr/>
                    <a:lstStyle/>
                    <a:p>
                      <a:pPr>
                        <a:buNone/>
                      </a:pPr>
                      <a:r>
                        <a:rPr lang="en-US"/>
                        <a:t>Own</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extLst>
                  <a:ext uri="{0D108BD9-81ED-4DB2-BD59-A6C34878D82A}">
                    <a16:rowId xmlns:a16="http://schemas.microsoft.com/office/drawing/2014/main" val="1562391163"/>
                  </a:ext>
                </a:extLst>
              </a:tr>
              <a:tr h="0">
                <a:tc>
                  <a:txBody>
                    <a:bodyPr/>
                    <a:lstStyle/>
                    <a:p>
                      <a:pPr>
                        <a:buNone/>
                      </a:pPr>
                      <a:r>
                        <a:rPr lang="en-US"/>
                        <a:t>13</a:t>
                      </a:r>
                    </a:p>
                  </a:txBody>
                  <a:tcPr anchor="ctr">
                    <a:lnL>
                      <a:noFill/>
                    </a:lnL>
                    <a:lnR>
                      <a:noFill/>
                    </a:lnR>
                    <a:lnT>
                      <a:noFill/>
                    </a:lnT>
                    <a:lnB>
                      <a:noFill/>
                    </a:lnB>
                    <a:noFill/>
                  </a:tcPr>
                </a:tc>
                <a:tc>
                  <a:txBody>
                    <a:bodyPr/>
                    <a:lstStyle/>
                    <a:p>
                      <a:pPr>
                        <a:buNone/>
                      </a:pPr>
                      <a:r>
                        <a:rPr lang="en-US"/>
                        <a:t>Pot/LDR</a:t>
                      </a:r>
                    </a:p>
                  </a:txBody>
                  <a:tcPr anchor="ctr">
                    <a:lnL>
                      <a:noFill/>
                    </a:lnL>
                    <a:lnR>
                      <a:noFill/>
                    </a:lnR>
                    <a:lnT>
                      <a:noFill/>
                    </a:lnT>
                    <a:lnB>
                      <a:noFill/>
                    </a:lnB>
                    <a:noFill/>
                  </a:tcPr>
                </a:tc>
                <a:tc>
                  <a:txBody>
                    <a:bodyPr/>
                    <a:lstStyle/>
                    <a:p>
                      <a:pPr>
                        <a:buNone/>
                      </a:pPr>
                      <a:r>
                        <a:rPr lang="en-US"/>
                        <a:t>PH</a:t>
                      </a:r>
                    </a:p>
                  </a:txBody>
                  <a:tcPr anchor="ctr">
                    <a:lnL>
                      <a:noFill/>
                    </a:lnL>
                    <a:lnR>
                      <a:noFill/>
                    </a:lnR>
                    <a:lnT>
                      <a:noFill/>
                    </a:lnT>
                    <a:lnB>
                      <a:noFill/>
                    </a:lnB>
                    <a:noFill/>
                  </a:tcPr>
                </a:tc>
                <a:tc>
                  <a:txBody>
                    <a:bodyPr/>
                    <a:lstStyle/>
                    <a:p>
                      <a:pPr>
                        <a:buNone/>
                      </a:pPr>
                      <a:r>
                        <a:rPr lang="en-US"/>
                        <a:t>Pot/LDR</a:t>
                      </a:r>
                    </a:p>
                  </a:txBody>
                  <a:tcPr anchor="ctr">
                    <a:lnL>
                      <a:noFill/>
                    </a:lnL>
                    <a:lnR>
                      <a:noFill/>
                    </a:lnR>
                    <a:lnT>
                      <a:noFill/>
                    </a:lnT>
                    <a:lnB>
                      <a:noFill/>
                    </a:lnB>
                    <a:noFill/>
                  </a:tcPr>
                </a:tc>
                <a:tc>
                  <a:txBody>
                    <a:bodyPr/>
                    <a:lstStyle/>
                    <a:p>
                      <a:pPr>
                        <a:buNone/>
                      </a:pPr>
                      <a:r>
                        <a:rPr lang="en-US"/>
                        <a:t>Own</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extLst>
                  <a:ext uri="{0D108BD9-81ED-4DB2-BD59-A6C34878D82A}">
                    <a16:rowId xmlns:a16="http://schemas.microsoft.com/office/drawing/2014/main" val="169851129"/>
                  </a:ext>
                </a:extLst>
              </a:tr>
              <a:tr h="0">
                <a:tc>
                  <a:txBody>
                    <a:bodyPr/>
                    <a:lstStyle/>
                    <a:p>
                      <a:pPr>
                        <a:buNone/>
                      </a:pPr>
                      <a:r>
                        <a:rPr lang="en-US"/>
                        <a:t>16</a:t>
                      </a:r>
                    </a:p>
                  </a:txBody>
                  <a:tcPr anchor="ctr">
                    <a:lnL>
                      <a:noFill/>
                    </a:lnL>
                    <a:lnR>
                      <a:noFill/>
                    </a:lnR>
                    <a:lnT>
                      <a:noFill/>
                    </a:lnT>
                    <a:lnB>
                      <a:noFill/>
                    </a:lnB>
                    <a:noFill/>
                  </a:tcPr>
                </a:tc>
                <a:tc>
                  <a:txBody>
                    <a:bodyPr/>
                    <a:lstStyle/>
                    <a:p>
                      <a:pPr>
                        <a:buNone/>
                      </a:pPr>
                      <a:r>
                        <a:rPr lang="en-US"/>
                        <a:t>USB/IDE</a:t>
                      </a:r>
                    </a:p>
                  </a:txBody>
                  <a:tcPr anchor="ctr">
                    <a:lnL>
                      <a:noFill/>
                    </a:lnL>
                    <a:lnR>
                      <a:noFill/>
                    </a:lnR>
                    <a:lnT>
                      <a:noFill/>
                    </a:lnT>
                    <a:lnB>
                      <a:noFill/>
                    </a:lnB>
                    <a:noFill/>
                  </a:tcPr>
                </a:tc>
                <a:tc>
                  <a:txBody>
                    <a:bodyPr/>
                    <a:lstStyle/>
                    <a:p>
                      <a:pPr>
                        <a:buNone/>
                      </a:pPr>
                      <a:r>
                        <a:rPr lang="en-US"/>
                        <a:t>PH</a:t>
                      </a:r>
                    </a:p>
                  </a:txBody>
                  <a:tcPr anchor="ctr">
                    <a:lnL>
                      <a:noFill/>
                    </a:lnL>
                    <a:lnR>
                      <a:noFill/>
                    </a:lnR>
                    <a:lnT>
                      <a:noFill/>
                    </a:lnT>
                    <a:lnB>
                      <a:noFill/>
                    </a:lnB>
                    <a:noFill/>
                  </a:tcPr>
                </a:tc>
                <a:tc>
                  <a:txBody>
                    <a:bodyPr/>
                    <a:lstStyle/>
                    <a:p>
                      <a:pPr>
                        <a:buNone/>
                      </a:pPr>
                      <a:r>
                        <a:rPr lang="en-US"/>
                        <a:t>USB/IDE</a:t>
                      </a:r>
                    </a:p>
                  </a:txBody>
                  <a:tcPr anchor="ctr">
                    <a:lnL>
                      <a:noFill/>
                    </a:lnL>
                    <a:lnR>
                      <a:noFill/>
                    </a:lnR>
                    <a:lnT>
                      <a:noFill/>
                    </a:lnT>
                    <a:lnB>
                      <a:noFill/>
                    </a:lnB>
                    <a:noFill/>
                  </a:tcPr>
                </a:tc>
                <a:tc>
                  <a:txBody>
                    <a:bodyPr/>
                    <a:lstStyle/>
                    <a:p>
                      <a:pPr>
                        <a:buNone/>
                      </a:pPr>
                      <a:r>
                        <a:rPr lang="en-US"/>
                        <a:t>Own</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extLst>
                  <a:ext uri="{0D108BD9-81ED-4DB2-BD59-A6C34878D82A}">
                    <a16:rowId xmlns:a16="http://schemas.microsoft.com/office/drawing/2014/main" val="1400211182"/>
                  </a:ext>
                </a:extLst>
              </a:tr>
              <a:tr h="0">
                <a:tc>
                  <a:txBody>
                    <a:bodyPr/>
                    <a:lstStyle/>
                    <a:p>
                      <a:pPr>
                        <a:buNone/>
                      </a:pPr>
                      <a:r>
                        <a:rPr lang="en-US"/>
                        <a:t>19</a:t>
                      </a:r>
                    </a:p>
                  </a:txBody>
                  <a:tcPr anchor="ctr">
                    <a:lnL>
                      <a:noFill/>
                    </a:lnL>
                    <a:lnR>
                      <a:noFill/>
                    </a:lnR>
                    <a:lnT>
                      <a:noFill/>
                    </a:lnT>
                    <a:lnB>
                      <a:noFill/>
                    </a:lnB>
                    <a:noFill/>
                  </a:tcPr>
                </a:tc>
                <a:tc>
                  <a:txBody>
                    <a:bodyPr/>
                    <a:lstStyle/>
                    <a:p>
                      <a:pPr>
                        <a:buNone/>
                      </a:pPr>
                      <a:r>
                        <a:rPr lang="en-US"/>
                        <a:t>Kit</a:t>
                      </a:r>
                    </a:p>
                  </a:txBody>
                  <a:tcPr anchor="ctr">
                    <a:lnL>
                      <a:noFill/>
                    </a:lnL>
                    <a:lnR>
                      <a:noFill/>
                    </a:lnR>
                    <a:lnT>
                      <a:noFill/>
                    </a:lnT>
                    <a:lnB>
                      <a:noFill/>
                    </a:lnB>
                    <a:noFill/>
                  </a:tcPr>
                </a:tc>
                <a:tc>
                  <a:txBody>
                    <a:bodyPr/>
                    <a:lstStyle/>
                    <a:p>
                      <a:pPr>
                        <a:buNone/>
                      </a:pPr>
                      <a:r>
                        <a:rPr lang="en-US"/>
                        <a:t>PH</a:t>
                      </a:r>
                    </a:p>
                  </a:txBody>
                  <a:tcPr anchor="ctr">
                    <a:lnL>
                      <a:noFill/>
                    </a:lnL>
                    <a:lnR>
                      <a:noFill/>
                    </a:lnR>
                    <a:lnT>
                      <a:noFill/>
                    </a:lnT>
                    <a:lnB>
                      <a:noFill/>
                    </a:lnB>
                    <a:noFill/>
                  </a:tcPr>
                </a:tc>
                <a:tc>
                  <a:txBody>
                    <a:bodyPr/>
                    <a:lstStyle/>
                    <a:p>
                      <a:pPr>
                        <a:buNone/>
                      </a:pPr>
                      <a:r>
                        <a:rPr lang="en-US"/>
                        <a:t>Kit</a:t>
                      </a:r>
                    </a:p>
                  </a:txBody>
                  <a:tcPr anchor="ctr">
                    <a:lnL>
                      <a:noFill/>
                    </a:lnL>
                    <a:lnR>
                      <a:noFill/>
                    </a:lnR>
                    <a:lnT>
                      <a:noFill/>
                    </a:lnT>
                    <a:lnB>
                      <a:noFill/>
                    </a:lnB>
                    <a:noFill/>
                  </a:tcPr>
                </a:tc>
                <a:tc>
                  <a:txBody>
                    <a:bodyPr/>
                    <a:lstStyle/>
                    <a:p>
                      <a:pPr>
                        <a:buNone/>
                      </a:pPr>
                      <a:r>
                        <a:rPr lang="en-US"/>
                        <a:t>Own</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extLst>
                  <a:ext uri="{0D108BD9-81ED-4DB2-BD59-A6C34878D82A}">
                    <a16:rowId xmlns:a16="http://schemas.microsoft.com/office/drawing/2014/main" val="124809983"/>
                  </a:ext>
                </a:extLst>
              </a:tr>
            </a:tbl>
          </a:graphicData>
        </a:graphic>
      </p:graphicFrame>
    </p:spTree>
    <p:extLst>
      <p:ext uri="{BB962C8B-B14F-4D97-AF65-F5344CB8AC3E}">
        <p14:creationId xmlns:p14="http://schemas.microsoft.com/office/powerpoint/2010/main" val="2161277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20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revision>1</cp:revision>
  <dcterms:created xsi:type="dcterms:W3CDTF">2026-09-10T14:35:05Z</dcterms:created>
  <dcterms:modified xsi:type="dcterms:W3CDTF">2026-09-10T17:14:44Z</dcterms:modified>
  <cp:category/>
</cp:coreProperties>
</file>